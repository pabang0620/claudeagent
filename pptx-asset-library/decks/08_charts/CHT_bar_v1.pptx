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콘텐츠 수출액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 수출액(백만$)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6820</c:v>
                </c:pt>
                <c:pt idx="1">
                  <c:v>1210</c:v>
                </c:pt>
                <c:pt idx="2">
                  <c:v>980</c:v>
                </c:pt>
                <c:pt idx="3">
                  <c:v>640</c:v>
                </c:pt>
                <c:pt idx="4">
                  <c:v>745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수출 실적 (전년 대비)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3120</c:v>
                </c:pt>
                <c:pt idx="1">
                  <c:v>1580</c:v>
                </c:pt>
                <c:pt idx="2">
                  <c:v>940</c:v>
                </c:pt>
                <c:pt idx="3">
                  <c:v>210</c:v>
                </c:pt>
                <c:pt idx="4">
                  <c:v>160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Sheet1!$A$2:$A$6</c:f>
              <c:strCache>
                <c:ptCount val="5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3880</c:v>
                </c:pt>
                <c:pt idx="1">
                  <c:v>1720</c:v>
                </c:pt>
                <c:pt idx="2">
                  <c:v>1120</c:v>
                </c:pt>
                <c:pt idx="3">
                  <c:v>260</c:v>
                </c:pt>
                <c:pt idx="4">
                  <c:v>205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연도별 권역 수출 누적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2800</c:v>
                </c:pt>
                <c:pt idx="1">
                  <c:v>3120</c:v>
                </c:pt>
                <c:pt idx="2">
                  <c:v>3880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1400</c:v>
                </c:pt>
                <c:pt idx="1">
                  <c:v>1580</c:v>
                </c:pt>
                <c:pt idx="2">
                  <c:v>1720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820</c:v>
                </c:pt>
                <c:pt idx="1">
                  <c:v>940</c:v>
                </c:pt>
                <c:pt idx="2">
                  <c:v>1120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국가별 콘텐츠 수출 순위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1980</c:v>
                </c:pt>
                <c:pt idx="1">
                  <c:v>1720</c:v>
                </c:pt>
                <c:pt idx="2">
                  <c:v>1540</c:v>
                </c:pt>
                <c:pt idx="3">
                  <c:v>620</c:v>
                </c:pt>
                <c:pt idx="4">
                  <c:v>480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콘텐츠 수출 총액 추세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 수출액(백만$)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7020</c:v>
                </c:pt>
                <c:pt idx="1">
                  <c:v>8080</c:v>
                </c:pt>
                <c:pt idx="2">
                  <c:v>9250</c:v>
                </c:pt>
                <c:pt idx="3">
                  <c:v>10360</c:v>
                </c:pt>
                <c:pt idx="4">
                  <c:v>11840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CHT-001</a:t>
            </a:r>
          </a:p>
        </p:txBody>
      </p:sp>
      <p:graphicFrame>
        <p:nvGraphicFramePr>
          <p:cNvPr id="3" name="asset:CHT-00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CHT-002</a:t>
            </a:r>
          </a:p>
        </p:txBody>
      </p:sp>
      <p:graphicFrame>
        <p:nvGraphicFramePr>
          <p:cNvPr id="3" name="asset:CHT-00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CHT-003</a:t>
            </a:r>
          </a:p>
        </p:txBody>
      </p:sp>
      <p:graphicFrame>
        <p:nvGraphicFramePr>
          <p:cNvPr id="3" name="asset:CHT-00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CHT-004</a:t>
            </a:r>
          </a:p>
        </p:txBody>
      </p:sp>
      <p:graphicFrame>
        <p:nvGraphicFramePr>
          <p:cNvPr id="3" name="asset:CHT-00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CHT-008</a:t>
            </a:r>
          </a:p>
        </p:txBody>
      </p:sp>
      <p:graphicFrame>
        <p:nvGraphicFramePr>
          <p:cNvPr id="3" name="asset:CHT-00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