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수출 추세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게임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4900</c:v>
                </c:pt>
                <c:pt idx="2">
                  <c:v>5600</c:v>
                </c:pt>
                <c:pt idx="3">
                  <c:v>6200</c:v>
                </c:pt>
                <c:pt idx="4">
                  <c:v>6820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음악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560</c:v>
                </c:pt>
                <c:pt idx="1">
                  <c:v>720</c:v>
                </c:pt>
                <c:pt idx="2">
                  <c:v>900</c:v>
                </c:pt>
                <c:pt idx="3">
                  <c:v>1050</c:v>
                </c:pt>
                <c:pt idx="4">
                  <c:v>1210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수출 구성비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장르 구성비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dPt>
            <c:idx val="4"/>
            <c:spPr>
              <a:solidFill>
                <a:srgbClr val="29ABE2"/>
              </a:solidFill>
            </c:spPr>
          </c:dPt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11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수출 구성비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권역 구성비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25</c:v>
                </c:pt>
                <c:pt idx="2">
                  <c:v>14</c:v>
                </c:pt>
                <c:pt idx="3">
                  <c:v>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권역 구성비 (100%)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2800</c:v>
                </c:pt>
                <c:pt idx="1">
                  <c:v>3120</c:v>
                </c:pt>
                <c:pt idx="2">
                  <c:v>3880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1400</c:v>
                </c:pt>
                <c:pt idx="1">
                  <c:v>1580</c:v>
                </c:pt>
                <c:pt idx="2">
                  <c:v>1720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820</c:v>
                </c:pt>
                <c:pt idx="1">
                  <c:v>940</c:v>
                </c:pt>
                <c:pt idx="2">
                  <c:v>1120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수출 역량 진단 (레이더)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역량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역량</c:v>
                </c:pt>
              </c:strCache>
            </c:strRef>
          </c:tx>
          <c:spPr>
            <a:ln w="31750">
              <a:solidFill>
                <a:srgbClr val="2E75D6"/>
              </a:solidFill>
            </a:ln>
          </c:spPr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CHT-005</a:t>
            </a:r>
          </a:p>
        </p:txBody>
      </p:sp>
      <p:graphicFrame>
        <p:nvGraphicFramePr>
          <p:cNvPr id="3" name="asset:CHT-00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CHT-006</a:t>
            </a:r>
          </a:p>
        </p:txBody>
      </p:sp>
      <p:graphicFrame>
        <p:nvGraphicFramePr>
          <p:cNvPr id="3" name="asset:CHT-00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CHT-007</a:t>
            </a:r>
          </a:p>
        </p:txBody>
      </p:sp>
      <p:graphicFrame>
        <p:nvGraphicFramePr>
          <p:cNvPr id="3" name="asset:CHT-00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CHT-009</a:t>
            </a:r>
          </a:p>
        </p:txBody>
      </p:sp>
      <p:graphicFrame>
        <p:nvGraphicFramePr>
          <p:cNvPr id="3" name="asset:CHT-00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CHT-010</a:t>
            </a:r>
          </a:p>
        </p:txBody>
      </p:sp>
      <p:graphicFrame>
        <p:nvGraphicFramePr>
          <p:cNvPr id="3" name="asset:CHT-01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