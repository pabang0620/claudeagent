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426</c:v>
                </c:pt>
                <c:pt idx="1">
                  <c:v>839</c:v>
                </c:pt>
                <c:pt idx="2">
                  <c:v>963</c:v>
                </c:pt>
                <c:pt idx="3">
                  <c:v>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901</c:v>
                </c:pt>
                <c:pt idx="1">
                  <c:v>775</c:v>
                </c:pt>
                <c:pt idx="2">
                  <c:v>1048</c:v>
                </c:pt>
                <c:pt idx="3">
                  <c:v>1169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투자액 전망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691</c:v>
                </c:pt>
                <c:pt idx="1">
                  <c:v>598</c:v>
                </c:pt>
                <c:pt idx="2">
                  <c:v>720</c:v>
                </c:pt>
                <c:pt idx="3">
                  <c:v>987</c:v>
                </c:pt>
                <c:pt idx="4">
                  <c:v>1010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741</c:v>
                </c:pt>
                <c:pt idx="1">
                  <c:v>929</c:v>
                </c:pt>
                <c:pt idx="2">
                  <c:v>1194</c:v>
                </c:pt>
                <c:pt idx="3">
                  <c:v>1472</c:v>
                </c:pt>
                <c:pt idx="4">
                  <c:v>1450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578</c:v>
                </c:pt>
                <c:pt idx="1">
                  <c:v>962</c:v>
                </c:pt>
                <c:pt idx="2">
                  <c:v>885</c:v>
                </c:pt>
                <c:pt idx="3">
                  <c:v>1136</c:v>
                </c:pt>
                <c:pt idx="4">
                  <c:v>1449</c:v>
                </c:pt>
                <c:pt idx="5">
                  <c:v>1317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853</c:v>
                </c:pt>
                <c:pt idx="1">
                  <c:v>1046</c:v>
                </c:pt>
                <c:pt idx="2">
                  <c:v>1161</c:v>
                </c:pt>
                <c:pt idx="3">
                  <c:v>1339</c:v>
                </c:pt>
                <c:pt idx="4">
                  <c:v>1570</c:v>
                </c:pt>
                <c:pt idx="5">
                  <c:v>1515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1460</c:v>
                </c:pt>
                <c:pt idx="1">
                  <c:v>1422</c:v>
                </c:pt>
                <c:pt idx="2">
                  <c:v>1558</c:v>
                </c:pt>
                <c:pt idx="3">
                  <c:v>1545</c:v>
                </c:pt>
                <c:pt idx="4">
                  <c:v>1906</c:v>
                </c:pt>
                <c:pt idx="5">
                  <c:v>1750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수출액 현황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457</c:v>
                </c:pt>
                <c:pt idx="2">
                  <c:v>537</c:v>
                </c:pt>
                <c:pt idx="3">
                  <c:v>935</c:v>
                </c:pt>
                <c:pt idx="4">
                  <c:v>777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671</c:v>
                </c:pt>
                <c:pt idx="1">
                  <c:v>741</c:v>
                </c:pt>
                <c:pt idx="2">
                  <c:v>1011</c:v>
                </c:pt>
                <c:pt idx="3">
                  <c:v>1220</c:v>
                </c:pt>
                <c:pt idx="4">
                  <c:v>1243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1034</c:v>
                </c:pt>
                <c:pt idx="1">
                  <c:v>1112</c:v>
                </c:pt>
                <c:pt idx="2">
                  <c:v>1161</c:v>
                </c:pt>
                <c:pt idx="3">
                  <c:v>1261</c:v>
                </c:pt>
                <c:pt idx="4">
                  <c:v>1383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매출 추이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484</c:v>
                </c:pt>
                <c:pt idx="2">
                  <c:v>961</c:v>
                </c:pt>
                <c:pt idx="3">
                  <c:v>949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851</c:v>
                </c:pt>
                <c:pt idx="1">
                  <c:v>806</c:v>
                </c:pt>
                <c:pt idx="2">
                  <c:v>979</c:v>
                </c:pt>
                <c:pt idx="3">
                  <c:v>1001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점유율 비교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</c:v>
                </c:pt>
                <c:pt idx="1">
                  <c:v>840</c:v>
                </c:pt>
                <c:pt idx="2">
                  <c:v>976</c:v>
                </c:pt>
                <c:pt idx="3">
                  <c:v>1118</c:v>
                </c:pt>
                <c:pt idx="4">
                  <c:v>993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921</c:v>
                </c:pt>
                <c:pt idx="1">
                  <c:v>987</c:v>
                </c:pt>
                <c:pt idx="2">
                  <c:v>1144</c:v>
                </c:pt>
                <c:pt idx="3">
                  <c:v>1459</c:v>
                </c:pt>
                <c:pt idx="4">
                  <c:v>1524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906</c:v>
                </c:pt>
                <c:pt idx="1">
                  <c:v>826</c:v>
                </c:pt>
                <c:pt idx="2">
                  <c:v>1106</c:v>
                </c:pt>
                <c:pt idx="3">
                  <c:v>1182</c:v>
                </c:pt>
                <c:pt idx="4">
                  <c:v>1133</c:v>
                </c:pt>
                <c:pt idx="5">
                  <c:v>1316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992</c:v>
                </c:pt>
                <c:pt idx="1">
                  <c:v>1273</c:v>
                </c:pt>
                <c:pt idx="2">
                  <c:v>1282</c:v>
                </c:pt>
                <c:pt idx="3">
                  <c:v>1300</c:v>
                </c:pt>
                <c:pt idx="4">
                  <c:v>1630</c:v>
                </c:pt>
                <c:pt idx="5">
                  <c:v>1778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1137</c:v>
                </c:pt>
                <c:pt idx="1">
                  <c:v>1479</c:v>
                </c:pt>
                <c:pt idx="2">
                  <c:v>1700</c:v>
                </c:pt>
                <c:pt idx="3">
                  <c:v>1592</c:v>
                </c:pt>
                <c:pt idx="4">
                  <c:v>1829</c:v>
                </c:pt>
                <c:pt idx="5">
                  <c:v>1787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투자액 전망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404</c:v>
                </c:pt>
                <c:pt idx="1">
                  <c:v>669</c:v>
                </c:pt>
                <c:pt idx="2">
                  <c:v>669</c:v>
                </c:pt>
                <c:pt idx="3">
                  <c:v>876</c:v>
                </c:pt>
                <c:pt idx="4">
                  <c:v>882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804</c:v>
                </c:pt>
                <c:pt idx="1">
                  <c:v>808</c:v>
                </c:pt>
                <c:pt idx="2">
                  <c:v>1088</c:v>
                </c:pt>
                <c:pt idx="3">
                  <c:v>1065</c:v>
                </c:pt>
                <c:pt idx="4">
                  <c:v>1361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901</c:v>
                </c:pt>
                <c:pt idx="1">
                  <c:v>1108</c:v>
                </c:pt>
                <c:pt idx="2">
                  <c:v>1143</c:v>
                </c:pt>
                <c:pt idx="3">
                  <c:v>1264</c:v>
                </c:pt>
                <c:pt idx="4">
                  <c:v>1279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</c:v>
                </c:pt>
                <c:pt idx="1">
                  <c:v>786</c:v>
                </c:pt>
                <c:pt idx="2">
                  <c:v>839</c:v>
                </c:pt>
                <c:pt idx="3">
                  <c:v>959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743</c:v>
                </c:pt>
                <c:pt idx="1">
                  <c:v>867</c:v>
                </c:pt>
                <c:pt idx="2">
                  <c:v>1153</c:v>
                </c:pt>
                <c:pt idx="3">
                  <c:v>1186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수출액 현황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728</c:v>
                </c:pt>
                <c:pt idx="1">
                  <c:v>652</c:v>
                </c:pt>
                <c:pt idx="2">
                  <c:v>766</c:v>
                </c:pt>
                <c:pt idx="3">
                  <c:v>1096</c:v>
                </c:pt>
                <c:pt idx="4">
                  <c:v>976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980</c:v>
                </c:pt>
                <c:pt idx="1">
                  <c:v>1036</c:v>
                </c:pt>
                <c:pt idx="2">
                  <c:v>1079</c:v>
                </c:pt>
                <c:pt idx="3">
                  <c:v>1286</c:v>
                </c:pt>
                <c:pt idx="4">
                  <c:v>1505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매출 추이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762</c:v>
                </c:pt>
                <c:pt idx="1">
                  <c:v>1033</c:v>
                </c:pt>
                <c:pt idx="2">
                  <c:v>995</c:v>
                </c:pt>
                <c:pt idx="3">
                  <c:v>1338</c:v>
                </c:pt>
                <c:pt idx="4">
                  <c:v>1451</c:v>
                </c:pt>
                <c:pt idx="5">
                  <c:v>1506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1063</c:v>
                </c:pt>
                <c:pt idx="1">
                  <c:v>1067</c:v>
                </c:pt>
                <c:pt idx="2">
                  <c:v>1238</c:v>
                </c:pt>
                <c:pt idx="3">
                  <c:v>1364</c:v>
                </c:pt>
                <c:pt idx="4">
                  <c:v>1569</c:v>
                </c:pt>
                <c:pt idx="5">
                  <c:v>1742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1404</c:v>
                </c:pt>
                <c:pt idx="1">
                  <c:v>1235</c:v>
                </c:pt>
                <c:pt idx="2">
                  <c:v>1473</c:v>
                </c:pt>
                <c:pt idx="3">
                  <c:v>1837</c:v>
                </c:pt>
                <c:pt idx="4">
                  <c:v>1685</c:v>
                </c:pt>
                <c:pt idx="5">
                  <c:v>1903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점유율 비교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505</c:v>
                </c:pt>
                <c:pt idx="1">
                  <c:v>404</c:v>
                </c:pt>
                <c:pt idx="2">
                  <c:v>829</c:v>
                </c:pt>
                <c:pt idx="3">
                  <c:v>750</c:v>
                </c:pt>
                <c:pt idx="4">
                  <c:v>934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630</c:v>
                </c:pt>
                <c:pt idx="1">
                  <c:v>754</c:v>
                </c:pt>
                <c:pt idx="2">
                  <c:v>990</c:v>
                </c:pt>
                <c:pt idx="3">
                  <c:v>1014</c:v>
                </c:pt>
                <c:pt idx="4">
                  <c:v>1084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955</c:v>
                </c:pt>
                <c:pt idx="1">
                  <c:v>919</c:v>
                </c:pt>
                <c:pt idx="2">
                  <c:v>993</c:v>
                </c:pt>
                <c:pt idx="3">
                  <c:v>1166</c:v>
                </c:pt>
                <c:pt idx="4">
                  <c:v>1548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368</c:v>
                </c:pt>
                <c:pt idx="1">
                  <c:v>602</c:v>
                </c:pt>
                <c:pt idx="2">
                  <c:v>823</c:v>
                </c:pt>
                <c:pt idx="3">
                  <c:v>732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921</c:v>
                </c:pt>
                <c:pt idx="1">
                  <c:v>956</c:v>
                </c:pt>
                <c:pt idx="2">
                  <c:v>1032</c:v>
                </c:pt>
                <c:pt idx="3">
                  <c:v>1278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투자액 전망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535</c:v>
                </c:pt>
                <c:pt idx="1">
                  <c:v>610</c:v>
                </c:pt>
                <c:pt idx="2">
                  <c:v>979</c:v>
                </c:pt>
                <c:pt idx="3">
                  <c:v>904</c:v>
                </c:pt>
                <c:pt idx="4">
                  <c:v>1344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761</c:v>
                </c:pt>
                <c:pt idx="1">
                  <c:v>880</c:v>
                </c:pt>
                <c:pt idx="2">
                  <c:v>1143</c:v>
                </c:pt>
                <c:pt idx="3">
                  <c:v>1380</c:v>
                </c:pt>
                <c:pt idx="4">
                  <c:v>1466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945</c:v>
                </c:pt>
                <c:pt idx="1">
                  <c:v>807</c:v>
                </c:pt>
                <c:pt idx="2">
                  <c:v>1175</c:v>
                </c:pt>
                <c:pt idx="3">
                  <c:v>1050</c:v>
                </c:pt>
                <c:pt idx="4">
                  <c:v>1311</c:v>
                </c:pt>
                <c:pt idx="5">
                  <c:v>1301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1052</c:v>
                </c:pt>
                <c:pt idx="1">
                  <c:v>1080</c:v>
                </c:pt>
                <c:pt idx="2">
                  <c:v>1228</c:v>
                </c:pt>
                <c:pt idx="3">
                  <c:v>1482</c:v>
                </c:pt>
                <c:pt idx="4">
                  <c:v>1705</c:v>
                </c:pt>
                <c:pt idx="5">
                  <c:v>1677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1288</c:v>
                </c:pt>
                <c:pt idx="1">
                  <c:v>1405</c:v>
                </c:pt>
                <c:pt idx="2">
                  <c:v>1416</c:v>
                </c:pt>
                <c:pt idx="3">
                  <c:v>1675</c:v>
                </c:pt>
                <c:pt idx="4">
                  <c:v>1670</c:v>
                </c:pt>
                <c:pt idx="5">
                  <c:v>1942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수출액 현황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256</c:v>
                </c:pt>
                <c:pt idx="1">
                  <c:v>416</c:v>
                </c:pt>
                <c:pt idx="2">
                  <c:v>637</c:v>
                </c:pt>
                <c:pt idx="3">
                  <c:v>822</c:v>
                </c:pt>
                <c:pt idx="4">
                  <c:v>983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509</c:v>
                </c:pt>
                <c:pt idx="1">
                  <c:v>761</c:v>
                </c:pt>
                <c:pt idx="2">
                  <c:v>785</c:v>
                </c:pt>
                <c:pt idx="3">
                  <c:v>888</c:v>
                </c:pt>
                <c:pt idx="4">
                  <c:v>1324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828</c:v>
                </c:pt>
                <c:pt idx="1">
                  <c:v>1029</c:v>
                </c:pt>
                <c:pt idx="2">
                  <c:v>1100</c:v>
                </c:pt>
                <c:pt idx="3">
                  <c:v>1317</c:v>
                </c:pt>
                <c:pt idx="4">
                  <c:v>1251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매출 추이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363</c:v>
                </c:pt>
                <c:pt idx="1">
                  <c:v>717</c:v>
                </c:pt>
                <c:pt idx="2">
                  <c:v>742</c:v>
                </c:pt>
                <c:pt idx="3">
                  <c:v>822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632</c:v>
                </c:pt>
                <c:pt idx="1">
                  <c:v>1091</c:v>
                </c:pt>
                <c:pt idx="2">
                  <c:v>884</c:v>
                </c:pt>
                <c:pt idx="3">
                  <c:v>1074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점유율 비교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31750">
              <a:solidFill>
                <a:srgbClr val="1F9E8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510</c:v>
                </c:pt>
                <c:pt idx="1">
                  <c:v>951</c:v>
                </c:pt>
                <c:pt idx="2">
                  <c:v>875</c:v>
                </c:pt>
                <c:pt idx="3">
                  <c:v>1076</c:v>
                </c:pt>
                <c:pt idx="4">
                  <c:v>1299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1044</c:v>
                </c:pt>
                <c:pt idx="1">
                  <c:v>1217</c:v>
                </c:pt>
                <c:pt idx="2">
                  <c:v>1309</c:v>
                </c:pt>
                <c:pt idx="3">
                  <c:v>1410</c:v>
                </c:pt>
                <c:pt idx="4">
                  <c:v>1589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31750">
              <a:solidFill>
                <a:srgbClr val="29ABE2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682</c:v>
                </c:pt>
                <c:pt idx="1">
                  <c:v>781</c:v>
                </c:pt>
                <c:pt idx="2">
                  <c:v>1174</c:v>
                </c:pt>
                <c:pt idx="3">
                  <c:v>1215</c:v>
                </c:pt>
                <c:pt idx="4">
                  <c:v>1185</c:v>
                </c:pt>
                <c:pt idx="5">
                  <c:v>1338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857</c:v>
                </c:pt>
                <c:pt idx="1">
                  <c:v>1036</c:v>
                </c:pt>
                <c:pt idx="2">
                  <c:v>1191</c:v>
                </c:pt>
                <c:pt idx="3">
                  <c:v>1325</c:v>
                </c:pt>
                <c:pt idx="4">
                  <c:v>1585</c:v>
                </c:pt>
                <c:pt idx="5">
                  <c:v>1558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1257</c:v>
                </c:pt>
                <c:pt idx="1">
                  <c:v>1224</c:v>
                </c:pt>
                <c:pt idx="2">
                  <c:v>1544</c:v>
                </c:pt>
                <c:pt idx="3">
                  <c:v>1860</c:v>
                </c:pt>
                <c:pt idx="4">
                  <c:v>1723</c:v>
                </c:pt>
                <c:pt idx="5">
                  <c:v>1964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투자액 전망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ln w="31750">
              <a:solidFill>
                <a:srgbClr val="7B2D8E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557</c:v>
                </c:pt>
                <c:pt idx="1">
                  <c:v>665</c:v>
                </c:pt>
                <c:pt idx="2">
                  <c:v>492</c:v>
                </c:pt>
                <c:pt idx="3">
                  <c:v>847</c:v>
                </c:pt>
                <c:pt idx="4">
                  <c:v>920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ln w="31750">
              <a:solidFill>
                <a:srgbClr val="80808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764</c:v>
                </c:pt>
                <c:pt idx="1">
                  <c:v>841</c:v>
                </c:pt>
                <c:pt idx="2">
                  <c:v>1067</c:v>
                </c:pt>
                <c:pt idx="3">
                  <c:v>956</c:v>
                </c:pt>
                <c:pt idx="4">
                  <c:v>1192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912</c:v>
                </c:pt>
                <c:pt idx="1">
                  <c:v>1010</c:v>
                </c:pt>
                <c:pt idx="2">
                  <c:v>1117</c:v>
                </c:pt>
                <c:pt idx="3">
                  <c:v>1340</c:v>
                </c:pt>
                <c:pt idx="4">
                  <c:v>1387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CHT-176</a:t>
            </a:r>
          </a:p>
        </p:txBody>
      </p:sp>
      <p:graphicFrame>
        <p:nvGraphicFramePr>
          <p:cNvPr id="3" name="asset:CHT-17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CHT-177</a:t>
            </a:r>
          </a:p>
        </p:txBody>
      </p:sp>
      <p:graphicFrame>
        <p:nvGraphicFramePr>
          <p:cNvPr id="3" name="asset:CHT-17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CHT-178</a:t>
            </a:r>
          </a:p>
        </p:txBody>
      </p:sp>
      <p:graphicFrame>
        <p:nvGraphicFramePr>
          <p:cNvPr id="3" name="asset:CHT-17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CHT-179</a:t>
            </a:r>
          </a:p>
        </p:txBody>
      </p:sp>
      <p:graphicFrame>
        <p:nvGraphicFramePr>
          <p:cNvPr id="3" name="asset:CHT-17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CHT-180</a:t>
            </a:r>
          </a:p>
        </p:txBody>
      </p:sp>
      <p:graphicFrame>
        <p:nvGraphicFramePr>
          <p:cNvPr id="3" name="asset:CHT-18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CHT-181</a:t>
            </a:r>
          </a:p>
        </p:txBody>
      </p:sp>
      <p:graphicFrame>
        <p:nvGraphicFramePr>
          <p:cNvPr id="3" name="asset:CHT-18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CHT-182</a:t>
            </a:r>
          </a:p>
        </p:txBody>
      </p:sp>
      <p:graphicFrame>
        <p:nvGraphicFramePr>
          <p:cNvPr id="3" name="asset:CHT-18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CHT-183</a:t>
            </a:r>
          </a:p>
        </p:txBody>
      </p:sp>
      <p:graphicFrame>
        <p:nvGraphicFramePr>
          <p:cNvPr id="3" name="asset:CHT-18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CHT-184</a:t>
            </a:r>
          </a:p>
        </p:txBody>
      </p:sp>
      <p:graphicFrame>
        <p:nvGraphicFramePr>
          <p:cNvPr id="3" name="asset:CHT-18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CHT-185</a:t>
            </a:r>
          </a:p>
        </p:txBody>
      </p:sp>
      <p:graphicFrame>
        <p:nvGraphicFramePr>
          <p:cNvPr id="3" name="asset:CHT-18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CHT-186</a:t>
            </a:r>
          </a:p>
        </p:txBody>
      </p:sp>
      <p:graphicFrame>
        <p:nvGraphicFramePr>
          <p:cNvPr id="3" name="asset:CHT-18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CHT-187</a:t>
            </a:r>
          </a:p>
        </p:txBody>
      </p:sp>
      <p:graphicFrame>
        <p:nvGraphicFramePr>
          <p:cNvPr id="3" name="asset:CHT-18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CHT-188</a:t>
            </a:r>
          </a:p>
        </p:txBody>
      </p:sp>
      <p:graphicFrame>
        <p:nvGraphicFramePr>
          <p:cNvPr id="3" name="asset:CHT-18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CHT-189</a:t>
            </a:r>
          </a:p>
        </p:txBody>
      </p:sp>
      <p:graphicFrame>
        <p:nvGraphicFramePr>
          <p:cNvPr id="3" name="asset:CHT-18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CHT-190</a:t>
            </a:r>
          </a:p>
        </p:txBody>
      </p:sp>
      <p:graphicFrame>
        <p:nvGraphicFramePr>
          <p:cNvPr id="3" name="asset:CHT-19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CHT-191</a:t>
            </a:r>
          </a:p>
        </p:txBody>
      </p:sp>
      <p:graphicFrame>
        <p:nvGraphicFramePr>
          <p:cNvPr id="3" name="asset:CHT-19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CHT-192</a:t>
            </a:r>
          </a:p>
        </p:txBody>
      </p:sp>
      <p:graphicFrame>
        <p:nvGraphicFramePr>
          <p:cNvPr id="3" name="asset:CHT-19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CHT-193</a:t>
            </a:r>
          </a:p>
        </p:txBody>
      </p:sp>
      <p:graphicFrame>
        <p:nvGraphicFramePr>
          <p:cNvPr id="3" name="asset:CHT-19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CHT-194</a:t>
            </a:r>
          </a:p>
        </p:txBody>
      </p:sp>
      <p:graphicFrame>
        <p:nvGraphicFramePr>
          <p:cNvPr id="3" name="asset:CHT-19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CHT-195</a:t>
            </a:r>
          </a:p>
        </p:txBody>
      </p:sp>
      <p:graphicFrame>
        <p:nvGraphicFramePr>
          <p:cNvPr id="3" name="asset:CHT-19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