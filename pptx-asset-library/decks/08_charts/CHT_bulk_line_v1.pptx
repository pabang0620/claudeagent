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818</c:v>
                </c:pt>
                <c:pt idx="1">
                  <c:v>1123</c:v>
                </c:pt>
                <c:pt idx="2">
                  <c:v>1330</c:v>
                </c:pt>
                <c:pt idx="3">
                  <c:v>1457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402</c:v>
                </c:pt>
                <c:pt idx="1">
                  <c:v>623</c:v>
                </c:pt>
                <c:pt idx="2">
                  <c:v>833</c:v>
                </c:pt>
                <c:pt idx="3">
                  <c:v>762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642</c:v>
                </c:pt>
                <c:pt idx="1">
                  <c:v>737</c:v>
                </c:pt>
                <c:pt idx="2">
                  <c:v>1125</c:v>
                </c:pt>
                <c:pt idx="3">
                  <c:v>1228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609</c:v>
                </c:pt>
                <c:pt idx="1">
                  <c:v>872</c:v>
                </c:pt>
                <c:pt idx="2">
                  <c:v>990</c:v>
                </c:pt>
                <c:pt idx="3">
                  <c:v>891</c:v>
                </c:pt>
                <c:pt idx="4">
                  <c:v>1128</c:v>
                </c:pt>
                <c:pt idx="5">
                  <c:v>1218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866</c:v>
                </c:pt>
                <c:pt idx="1">
                  <c:v>1183</c:v>
                </c:pt>
                <c:pt idx="2">
                  <c:v>991</c:v>
                </c:pt>
                <c:pt idx="3">
                  <c:v>1298</c:v>
                </c:pt>
                <c:pt idx="4">
                  <c:v>1286</c:v>
                </c:pt>
                <c:pt idx="5">
                  <c:v>1571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934</c:v>
                </c:pt>
                <c:pt idx="1">
                  <c:v>703</c:v>
                </c:pt>
                <c:pt idx="2">
                  <c:v>923</c:v>
                </c:pt>
                <c:pt idx="3">
                  <c:v>1107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934</c:v>
                </c:pt>
                <c:pt idx="1">
                  <c:v>1326</c:v>
                </c:pt>
                <c:pt idx="2">
                  <c:v>1149</c:v>
                </c:pt>
                <c:pt idx="3">
                  <c:v>1336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1365</c:v>
                </c:pt>
                <c:pt idx="1">
                  <c:v>1278</c:v>
                </c:pt>
                <c:pt idx="2">
                  <c:v>1497</c:v>
                </c:pt>
                <c:pt idx="3">
                  <c:v>1836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581</c:v>
                </c:pt>
                <c:pt idx="1">
                  <c:v>545</c:v>
                </c:pt>
                <c:pt idx="2">
                  <c:v>621</c:v>
                </c:pt>
                <c:pt idx="3">
                  <c:v>712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531</c:v>
                </c:pt>
                <c:pt idx="1">
                  <c:v>773</c:v>
                </c:pt>
                <c:pt idx="2">
                  <c:v>1059</c:v>
                </c:pt>
                <c:pt idx="3">
                  <c:v>975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742</c:v>
                </c:pt>
                <c:pt idx="1">
                  <c:v>885</c:v>
                </c:pt>
                <c:pt idx="2">
                  <c:v>1265</c:v>
                </c:pt>
                <c:pt idx="3">
                  <c:v>1369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744</c:v>
                </c:pt>
                <c:pt idx="1">
                  <c:v>829</c:v>
                </c:pt>
                <c:pt idx="2">
                  <c:v>1228</c:v>
                </c:pt>
                <c:pt idx="3">
                  <c:v>1276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655</c:v>
                </c:pt>
                <c:pt idx="1">
                  <c:v>674</c:v>
                </c:pt>
                <c:pt idx="2">
                  <c:v>881</c:v>
                </c:pt>
                <c:pt idx="3">
                  <c:v>1111</c:v>
                </c:pt>
                <c:pt idx="4">
                  <c:v>1346</c:v>
                </c:pt>
                <c:pt idx="5">
                  <c:v>1254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794</c:v>
                </c:pt>
                <c:pt idx="1">
                  <c:v>1122</c:v>
                </c:pt>
                <c:pt idx="2">
                  <c:v>1261</c:v>
                </c:pt>
                <c:pt idx="3">
                  <c:v>1266</c:v>
                </c:pt>
                <c:pt idx="4">
                  <c:v>1458</c:v>
                </c:pt>
                <c:pt idx="5">
                  <c:v>1364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892</c:v>
                </c:pt>
                <c:pt idx="1">
                  <c:v>988</c:v>
                </c:pt>
                <c:pt idx="2">
                  <c:v>988</c:v>
                </c:pt>
                <c:pt idx="3">
                  <c:v>981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1057</c:v>
                </c:pt>
                <c:pt idx="1">
                  <c:v>1168</c:v>
                </c:pt>
                <c:pt idx="2">
                  <c:v>1247</c:v>
                </c:pt>
                <c:pt idx="3">
                  <c:v>1366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</c:v>
                </c:pt>
                <c:pt idx="1">
                  <c:v>692</c:v>
                </c:pt>
                <c:pt idx="2">
                  <c:v>699</c:v>
                </c:pt>
                <c:pt idx="3">
                  <c:v>867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824</c:v>
                </c:pt>
                <c:pt idx="1">
                  <c:v>842</c:v>
                </c:pt>
                <c:pt idx="2">
                  <c:v>962</c:v>
                </c:pt>
                <c:pt idx="3">
                  <c:v>996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965</c:v>
                </c:pt>
                <c:pt idx="1">
                  <c:v>1203</c:v>
                </c:pt>
                <c:pt idx="2">
                  <c:v>1083</c:v>
                </c:pt>
                <c:pt idx="3">
                  <c:v>1345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353</c:v>
                </c:pt>
                <c:pt idx="1">
                  <c:v>653</c:v>
                </c:pt>
                <c:pt idx="2">
                  <c:v>677</c:v>
                </c:pt>
                <c:pt idx="3">
                  <c:v>752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686</c:v>
                </c:pt>
                <c:pt idx="1">
                  <c:v>736</c:v>
                </c:pt>
                <c:pt idx="2">
                  <c:v>974</c:v>
                </c:pt>
                <c:pt idx="3">
                  <c:v>1089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1059</c:v>
                </c:pt>
                <c:pt idx="1">
                  <c:v>1110</c:v>
                </c:pt>
                <c:pt idx="2">
                  <c:v>1416</c:v>
                </c:pt>
                <c:pt idx="3">
                  <c:v>1550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748</c:v>
                </c:pt>
                <c:pt idx="1">
                  <c:v>814</c:v>
                </c:pt>
                <c:pt idx="2">
                  <c:v>1392</c:v>
                </c:pt>
                <c:pt idx="3">
                  <c:v>1397</c:v>
                </c:pt>
                <c:pt idx="4">
                  <c:v>1623</c:v>
                </c:pt>
                <c:pt idx="5">
                  <c:v>1902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821</c:v>
                </c:pt>
                <c:pt idx="1">
                  <c:v>801</c:v>
                </c:pt>
                <c:pt idx="2">
                  <c:v>966</c:v>
                </c:pt>
                <c:pt idx="3">
                  <c:v>1035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1153</c:v>
                </c:pt>
                <c:pt idx="1">
                  <c:v>1079</c:v>
                </c:pt>
                <c:pt idx="2">
                  <c:v>1332</c:v>
                </c:pt>
                <c:pt idx="3">
                  <c:v>1591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458</c:v>
                </c:pt>
                <c:pt idx="1">
                  <c:v>502</c:v>
                </c:pt>
                <c:pt idx="2">
                  <c:v>690</c:v>
                </c:pt>
                <c:pt idx="3">
                  <c:v>654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570</c:v>
                </c:pt>
                <c:pt idx="1">
                  <c:v>918</c:v>
                </c:pt>
                <c:pt idx="2">
                  <c:v>808</c:v>
                </c:pt>
                <c:pt idx="3">
                  <c:v>1073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352</c:v>
                </c:pt>
                <c:pt idx="1">
                  <c:v>748</c:v>
                </c:pt>
                <c:pt idx="2">
                  <c:v>656</c:v>
                </c:pt>
                <c:pt idx="3">
                  <c:v>1093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663</c:v>
                </c:pt>
                <c:pt idx="1">
                  <c:v>988</c:v>
                </c:pt>
                <c:pt idx="2">
                  <c:v>1146</c:v>
                </c:pt>
                <c:pt idx="3">
                  <c:v>1251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1228</c:v>
                </c:pt>
                <c:pt idx="1">
                  <c:v>1232</c:v>
                </c:pt>
                <c:pt idx="2">
                  <c:v>1406</c:v>
                </c:pt>
                <c:pt idx="3">
                  <c:v>1327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528</c:v>
                </c:pt>
                <c:pt idx="1">
                  <c:v>725</c:v>
                </c:pt>
                <c:pt idx="2">
                  <c:v>742</c:v>
                </c:pt>
                <c:pt idx="3">
                  <c:v>1169</c:v>
                </c:pt>
                <c:pt idx="4">
                  <c:v>1235</c:v>
                </c:pt>
                <c:pt idx="5">
                  <c:v>1322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1081</c:v>
                </c:pt>
                <c:pt idx="1">
                  <c:v>989</c:v>
                </c:pt>
                <c:pt idx="2">
                  <c:v>1215</c:v>
                </c:pt>
                <c:pt idx="3">
                  <c:v>1199</c:v>
                </c:pt>
                <c:pt idx="4">
                  <c:v>1237</c:v>
                </c:pt>
                <c:pt idx="5">
                  <c:v>1449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978</c:v>
                </c:pt>
                <c:pt idx="1">
                  <c:v>1444</c:v>
                </c:pt>
                <c:pt idx="2">
                  <c:v>1558</c:v>
                </c:pt>
                <c:pt idx="3">
                  <c:v>1554</c:v>
                </c:pt>
                <c:pt idx="4">
                  <c:v>1619</c:v>
                </c:pt>
                <c:pt idx="5">
                  <c:v>1661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671</c:v>
                </c:pt>
                <c:pt idx="1">
                  <c:v>1225</c:v>
                </c:pt>
                <c:pt idx="2">
                  <c:v>929</c:v>
                </c:pt>
                <c:pt idx="3">
                  <c:v>1222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</c:v>
                </c:pt>
                <c:pt idx="1">
                  <c:v>394</c:v>
                </c:pt>
                <c:pt idx="2">
                  <c:v>579</c:v>
                </c:pt>
                <c:pt idx="3">
                  <c:v>935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741</c:v>
                </c:pt>
                <c:pt idx="1">
                  <c:v>783</c:v>
                </c:pt>
                <c:pt idx="2">
                  <c:v>958</c:v>
                </c:pt>
                <c:pt idx="3">
                  <c:v>1055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664</c:v>
                </c:pt>
                <c:pt idx="1">
                  <c:v>771</c:v>
                </c:pt>
                <c:pt idx="2">
                  <c:v>862</c:v>
                </c:pt>
                <c:pt idx="3">
                  <c:v>917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903</c:v>
                </c:pt>
                <c:pt idx="1">
                  <c:v>970</c:v>
                </c:pt>
                <c:pt idx="2">
                  <c:v>1151</c:v>
                </c:pt>
                <c:pt idx="3">
                  <c:v>1048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719</c:v>
                </c:pt>
                <c:pt idx="1">
                  <c:v>855</c:v>
                </c:pt>
                <c:pt idx="2">
                  <c:v>860</c:v>
                </c:pt>
                <c:pt idx="3">
                  <c:v>990</c:v>
                </c:pt>
                <c:pt idx="4">
                  <c:v>1318</c:v>
                </c:pt>
                <c:pt idx="5">
                  <c:v>1133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917</c:v>
                </c:pt>
                <c:pt idx="1">
                  <c:v>910</c:v>
                </c:pt>
                <c:pt idx="2">
                  <c:v>1282</c:v>
                </c:pt>
                <c:pt idx="3">
                  <c:v>1346</c:v>
                </c:pt>
                <c:pt idx="4">
                  <c:v>1551</c:v>
                </c:pt>
                <c:pt idx="5">
                  <c:v>1366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1347</c:v>
                </c:pt>
                <c:pt idx="1">
                  <c:v>1237</c:v>
                </c:pt>
                <c:pt idx="2">
                  <c:v>1395</c:v>
                </c:pt>
                <c:pt idx="3">
                  <c:v>1561</c:v>
                </c:pt>
                <c:pt idx="4">
                  <c:v>1617</c:v>
                </c:pt>
                <c:pt idx="5">
                  <c:v>1881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816</c:v>
                </c:pt>
                <c:pt idx="1">
                  <c:v>823</c:v>
                </c:pt>
                <c:pt idx="2">
                  <c:v>1127</c:v>
                </c:pt>
                <c:pt idx="3">
                  <c:v>1297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1189</c:v>
                </c:pt>
                <c:pt idx="1">
                  <c:v>1200</c:v>
                </c:pt>
                <c:pt idx="2">
                  <c:v>1232</c:v>
                </c:pt>
                <c:pt idx="3">
                  <c:v>1575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1259</c:v>
                </c:pt>
                <c:pt idx="1">
                  <c:v>1593</c:v>
                </c:pt>
                <c:pt idx="2">
                  <c:v>1475</c:v>
                </c:pt>
                <c:pt idx="3">
                  <c:v>1755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CHT-091</a:t>
            </a:r>
          </a:p>
        </p:txBody>
      </p:sp>
      <p:graphicFrame>
        <p:nvGraphicFramePr>
          <p:cNvPr id="3" name="asset:CHT-09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CHT-092</a:t>
            </a:r>
          </a:p>
        </p:txBody>
      </p:sp>
      <p:graphicFrame>
        <p:nvGraphicFramePr>
          <p:cNvPr id="3" name="asset:CHT-09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CHT-093</a:t>
            </a:r>
          </a:p>
        </p:txBody>
      </p:sp>
      <p:graphicFrame>
        <p:nvGraphicFramePr>
          <p:cNvPr id="3" name="asset:CHT-09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CHT-094</a:t>
            </a:r>
          </a:p>
        </p:txBody>
      </p:sp>
      <p:graphicFrame>
        <p:nvGraphicFramePr>
          <p:cNvPr id="3" name="asset:CHT-09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CHT-095</a:t>
            </a:r>
          </a:p>
        </p:txBody>
      </p:sp>
      <p:graphicFrame>
        <p:nvGraphicFramePr>
          <p:cNvPr id="3" name="asset:CHT-09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CHT-096</a:t>
            </a:r>
          </a:p>
        </p:txBody>
      </p:sp>
      <p:graphicFrame>
        <p:nvGraphicFramePr>
          <p:cNvPr id="3" name="asset:CHT-09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CHT-097</a:t>
            </a:r>
          </a:p>
        </p:txBody>
      </p:sp>
      <p:graphicFrame>
        <p:nvGraphicFramePr>
          <p:cNvPr id="3" name="asset:CHT-09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CHT-098</a:t>
            </a:r>
          </a:p>
        </p:txBody>
      </p:sp>
      <p:graphicFrame>
        <p:nvGraphicFramePr>
          <p:cNvPr id="3" name="asset:CHT-09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CHT-099</a:t>
            </a:r>
          </a:p>
        </p:txBody>
      </p:sp>
      <p:graphicFrame>
        <p:nvGraphicFramePr>
          <p:cNvPr id="3" name="asset:CHT-09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CHT-100</a:t>
            </a:r>
          </a:p>
        </p:txBody>
      </p:sp>
      <p:graphicFrame>
        <p:nvGraphicFramePr>
          <p:cNvPr id="3" name="asset:CHT-10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CHT-101</a:t>
            </a:r>
          </a:p>
        </p:txBody>
      </p:sp>
      <p:graphicFrame>
        <p:nvGraphicFramePr>
          <p:cNvPr id="3" name="asset:CHT-10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CHT-102</a:t>
            </a:r>
          </a:p>
        </p:txBody>
      </p:sp>
      <p:graphicFrame>
        <p:nvGraphicFramePr>
          <p:cNvPr id="3" name="asset:CHT-10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CHT-103</a:t>
            </a:r>
          </a:p>
        </p:txBody>
      </p:sp>
      <p:graphicFrame>
        <p:nvGraphicFramePr>
          <p:cNvPr id="3" name="asset:CHT-10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CHT-104</a:t>
            </a:r>
          </a:p>
        </p:txBody>
      </p:sp>
      <p:graphicFrame>
        <p:nvGraphicFramePr>
          <p:cNvPr id="3" name="asset:CHT-10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CHT-105</a:t>
            </a:r>
          </a:p>
        </p:txBody>
      </p:sp>
      <p:graphicFrame>
        <p:nvGraphicFramePr>
          <p:cNvPr id="3" name="asset:CHT-10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CHT-106</a:t>
            </a:r>
          </a:p>
        </p:txBody>
      </p:sp>
      <p:graphicFrame>
        <p:nvGraphicFramePr>
          <p:cNvPr id="3" name="asset:CHT-10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CHT-107</a:t>
            </a:r>
          </a:p>
        </p:txBody>
      </p:sp>
      <p:graphicFrame>
        <p:nvGraphicFramePr>
          <p:cNvPr id="3" name="asset:CHT-10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CHT-108</a:t>
            </a:r>
          </a:p>
        </p:txBody>
      </p:sp>
      <p:graphicFrame>
        <p:nvGraphicFramePr>
          <p:cNvPr id="3" name="asset:CHT-10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CHT-109</a:t>
            </a:r>
          </a:p>
        </p:txBody>
      </p:sp>
      <p:graphicFrame>
        <p:nvGraphicFramePr>
          <p:cNvPr id="3" name="asset:CHT-10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CHT-110</a:t>
            </a:r>
          </a:p>
        </p:txBody>
      </p:sp>
      <p:graphicFrame>
        <p:nvGraphicFramePr>
          <p:cNvPr id="3" name="asset:CHT-11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