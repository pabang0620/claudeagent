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934</c:v>
                </c:pt>
                <c:pt idx="1">
                  <c:v>1150</c:v>
                </c:pt>
                <c:pt idx="2">
                  <c:v>941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</c:v>
                </c:pt>
                <c:pt idx="1">
                  <c:v>537</c:v>
                </c:pt>
                <c:pt idx="2">
                  <c:v>792</c:v>
                </c:pt>
                <c:pt idx="3">
                  <c:v>1053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706</c:v>
                </c:pt>
                <c:pt idx="1">
                  <c:v>909</c:v>
                </c:pt>
                <c:pt idx="2">
                  <c:v>1042</c:v>
                </c:pt>
                <c:pt idx="3">
                  <c:v>1044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504</c:v>
                </c:pt>
                <c:pt idx="1">
                  <c:v>895</c:v>
                </c:pt>
                <c:pt idx="2">
                  <c:v>1069</c:v>
                </c:pt>
                <c:pt idx="3">
                  <c:v>1173</c:v>
                </c:pt>
                <c:pt idx="4">
                  <c:v>1239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816</c:v>
                </c:pt>
                <c:pt idx="1">
                  <c:v>845</c:v>
                </c:pt>
                <c:pt idx="2">
                  <c:v>1236</c:v>
                </c:pt>
                <c:pt idx="3">
                  <c:v>1476</c:v>
                </c:pt>
                <c:pt idx="4">
                  <c:v>1248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1155</c:v>
                </c:pt>
                <c:pt idx="1">
                  <c:v>1340</c:v>
                </c:pt>
                <c:pt idx="2">
                  <c:v>1476</c:v>
                </c:pt>
                <c:pt idx="3">
                  <c:v>1505</c:v>
                </c:pt>
                <c:pt idx="4">
                  <c:v>1703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654</c:v>
                </c:pt>
                <c:pt idx="1">
                  <c:v>914</c:v>
                </c:pt>
                <c:pt idx="2">
                  <c:v>1183</c:v>
                </c:pt>
                <c:pt idx="3">
                  <c:v>1174</c:v>
                </c:pt>
                <c:pt idx="4">
                  <c:v>1415</c:v>
                </c:pt>
                <c:pt idx="5">
                  <c:v>1364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901</c:v>
                </c:pt>
                <c:pt idx="1">
                  <c:v>1084</c:v>
                </c:pt>
                <c:pt idx="2">
                  <c:v>1102</c:v>
                </c:pt>
                <c:pt idx="3">
                  <c:v>1533</c:v>
                </c:pt>
                <c:pt idx="4">
                  <c:v>1578</c:v>
                </c:pt>
                <c:pt idx="5">
                  <c:v>1574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1238</c:v>
                </c:pt>
                <c:pt idx="1">
                  <c:v>1262</c:v>
                </c:pt>
                <c:pt idx="2">
                  <c:v>1358</c:v>
                </c:pt>
                <c:pt idx="3">
                  <c:v>1783</c:v>
                </c:pt>
                <c:pt idx="4">
                  <c:v>1767</c:v>
                </c:pt>
                <c:pt idx="5">
                  <c:v>1956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267</c:v>
                </c:pt>
                <c:pt idx="1">
                  <c:v>720</c:v>
                </c:pt>
                <c:pt idx="2">
                  <c:v>536</c:v>
                </c:pt>
                <c:pt idx="3">
                  <c:v>879</c:v>
                </c:pt>
                <c:pt idx="4">
                  <c:v>1035</c:v>
                </c:pt>
                <c:pt idx="5">
                  <c:v>1224</c:v>
                </c:pt>
                <c:pt idx="6">
                  <c:v>1081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750</c:v>
                </c:pt>
                <c:pt idx="1">
                  <c:v>638</c:v>
                </c:pt>
                <c:pt idx="2">
                  <c:v>907</c:v>
                </c:pt>
                <c:pt idx="3">
                  <c:v>1166</c:v>
                </c:pt>
                <c:pt idx="4">
                  <c:v>1300</c:v>
                </c:pt>
                <c:pt idx="5">
                  <c:v>1267</c:v>
                </c:pt>
                <c:pt idx="6">
                  <c:v>1294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1006</c:v>
                </c:pt>
                <c:pt idx="1">
                  <c:v>1008</c:v>
                </c:pt>
                <c:pt idx="2">
                  <c:v>1302</c:v>
                </c:pt>
                <c:pt idx="3">
                  <c:v>1135</c:v>
                </c:pt>
                <c:pt idx="4">
                  <c:v>1568</c:v>
                </c:pt>
                <c:pt idx="5">
                  <c:v>1714</c:v>
                </c:pt>
                <c:pt idx="6">
                  <c:v>1617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610</c:v>
                </c:pt>
                <c:pt idx="1">
                  <c:v>631</c:v>
                </c:pt>
                <c:pt idx="2">
                  <c:v>657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758</c:v>
                </c:pt>
                <c:pt idx="1">
                  <c:v>749</c:v>
                </c:pt>
                <c:pt idx="2">
                  <c:v>860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922</c:v>
                </c:pt>
                <c:pt idx="1">
                  <c:v>1516</c:v>
                </c:pt>
                <c:pt idx="2">
                  <c:v>1467</c:v>
                </c:pt>
                <c:pt idx="3">
                  <c:v>1417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604</c:v>
                </c:pt>
                <c:pt idx="1">
                  <c:v>876</c:v>
                </c:pt>
                <c:pt idx="2">
                  <c:v>1041</c:v>
                </c:pt>
                <c:pt idx="3">
                  <c:v>1016</c:v>
                </c:pt>
                <c:pt idx="4">
                  <c:v>1255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1084</c:v>
                </c:pt>
                <c:pt idx="1">
                  <c:v>1096</c:v>
                </c:pt>
                <c:pt idx="2">
                  <c:v>1276</c:v>
                </c:pt>
                <c:pt idx="3">
                  <c:v>1546</c:v>
                </c:pt>
                <c:pt idx="4">
                  <c:v>1474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496</c:v>
                </c:pt>
                <c:pt idx="1">
                  <c:v>345</c:v>
                </c:pt>
                <c:pt idx="2">
                  <c:v>712</c:v>
                </c:pt>
                <c:pt idx="3">
                  <c:v>934</c:v>
                </c:pt>
                <c:pt idx="4">
                  <c:v>997</c:v>
                </c:pt>
                <c:pt idx="5">
                  <c:v>1014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491</c:v>
                </c:pt>
                <c:pt idx="1">
                  <c:v>788</c:v>
                </c:pt>
                <c:pt idx="2">
                  <c:v>1031</c:v>
                </c:pt>
                <c:pt idx="3">
                  <c:v>1169</c:v>
                </c:pt>
                <c:pt idx="4">
                  <c:v>999</c:v>
                </c:pt>
                <c:pt idx="5">
                  <c:v>1235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1027</c:v>
                </c:pt>
                <c:pt idx="1">
                  <c:v>960</c:v>
                </c:pt>
                <c:pt idx="2">
                  <c:v>1095</c:v>
                </c:pt>
                <c:pt idx="3">
                  <c:v>1498</c:v>
                </c:pt>
                <c:pt idx="4">
                  <c:v>1578</c:v>
                </c:pt>
                <c:pt idx="5">
                  <c:v>1482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557</c:v>
                </c:pt>
                <c:pt idx="1">
                  <c:v>687</c:v>
                </c:pt>
                <c:pt idx="2">
                  <c:v>740</c:v>
                </c:pt>
                <c:pt idx="3">
                  <c:v>849</c:v>
                </c:pt>
                <c:pt idx="4">
                  <c:v>1097</c:v>
                </c:pt>
                <c:pt idx="5">
                  <c:v>1317</c:v>
                </c:pt>
                <c:pt idx="6">
                  <c:v>1154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833</c:v>
                </c:pt>
                <c:pt idx="1">
                  <c:v>783</c:v>
                </c:pt>
                <c:pt idx="2">
                  <c:v>1172</c:v>
                </c:pt>
                <c:pt idx="3">
                  <c:v>1293</c:v>
                </c:pt>
                <c:pt idx="4">
                  <c:v>1316</c:v>
                </c:pt>
                <c:pt idx="5">
                  <c:v>1514</c:v>
                </c:pt>
                <c:pt idx="6">
                  <c:v>1721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1062</c:v>
                </c:pt>
                <c:pt idx="1">
                  <c:v>1127</c:v>
                </c:pt>
                <c:pt idx="2">
                  <c:v>1257</c:v>
                </c:pt>
                <c:pt idx="3">
                  <c:v>1503</c:v>
                </c:pt>
                <c:pt idx="4">
                  <c:v>1482</c:v>
                </c:pt>
                <c:pt idx="5">
                  <c:v>1727</c:v>
                </c:pt>
                <c:pt idx="6">
                  <c:v>1864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510</c:v>
                </c:pt>
                <c:pt idx="1">
                  <c:v>730</c:v>
                </c:pt>
                <c:pt idx="2">
                  <c:v>1069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875</c:v>
                </c:pt>
                <c:pt idx="1">
                  <c:v>1100</c:v>
                </c:pt>
                <c:pt idx="2">
                  <c:v>1287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1007</c:v>
                </c:pt>
                <c:pt idx="1">
                  <c:v>1404</c:v>
                </c:pt>
                <c:pt idx="2">
                  <c:v>1608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699</c:v>
                </c:pt>
                <c:pt idx="1">
                  <c:v>866</c:v>
                </c:pt>
                <c:pt idx="2">
                  <c:v>931</c:v>
                </c:pt>
                <c:pt idx="3">
                  <c:v>1083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926</c:v>
                </c:pt>
                <c:pt idx="1">
                  <c:v>1009</c:v>
                </c:pt>
                <c:pt idx="2">
                  <c:v>1243</c:v>
                </c:pt>
                <c:pt idx="3">
                  <c:v>1560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1625</c:v>
                </c:pt>
                <c:pt idx="1">
                  <c:v>1595</c:v>
                </c:pt>
                <c:pt idx="2">
                  <c:v>1858</c:v>
                </c:pt>
                <c:pt idx="3">
                  <c:v>1826</c:v>
                </c:pt>
                <c:pt idx="4">
                  <c:v>2250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372</c:v>
                </c:pt>
                <c:pt idx="1">
                  <c:v>762</c:v>
                </c:pt>
                <c:pt idx="2">
                  <c:v>678</c:v>
                </c:pt>
                <c:pt idx="3">
                  <c:v>1070</c:v>
                </c:pt>
                <c:pt idx="4">
                  <c:v>1197</c:v>
                </c:pt>
                <c:pt idx="5">
                  <c:v>1062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805</c:v>
                </c:pt>
                <c:pt idx="1">
                  <c:v>984</c:v>
                </c:pt>
                <c:pt idx="2">
                  <c:v>1139</c:v>
                </c:pt>
                <c:pt idx="3">
                  <c:v>1261</c:v>
                </c:pt>
                <c:pt idx="4">
                  <c:v>1395</c:v>
                </c:pt>
                <c:pt idx="5">
                  <c:v>1541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632</c:v>
                </c:pt>
                <c:pt idx="1">
                  <c:v>874</c:v>
                </c:pt>
                <c:pt idx="2">
                  <c:v>732</c:v>
                </c:pt>
                <c:pt idx="3">
                  <c:v>1020</c:v>
                </c:pt>
                <c:pt idx="4">
                  <c:v>1184</c:v>
                </c:pt>
                <c:pt idx="5">
                  <c:v>1130</c:v>
                </c:pt>
                <c:pt idx="6">
                  <c:v>1472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916</c:v>
                </c:pt>
                <c:pt idx="1">
                  <c:v>1034</c:v>
                </c:pt>
                <c:pt idx="2">
                  <c:v>1072</c:v>
                </c:pt>
                <c:pt idx="3">
                  <c:v>1406</c:v>
                </c:pt>
                <c:pt idx="4">
                  <c:v>1321</c:v>
                </c:pt>
                <c:pt idx="5">
                  <c:v>1477</c:v>
                </c:pt>
                <c:pt idx="6">
                  <c:v>1617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1044</c:v>
                </c:pt>
                <c:pt idx="1">
                  <c:v>1335</c:v>
                </c:pt>
                <c:pt idx="2">
                  <c:v>1462</c:v>
                </c:pt>
                <c:pt idx="3">
                  <c:v>1449</c:v>
                </c:pt>
                <c:pt idx="4">
                  <c:v>1851</c:v>
                </c:pt>
                <c:pt idx="5">
                  <c:v>1821</c:v>
                </c:pt>
                <c:pt idx="6">
                  <c:v>2124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Sheet1!$A$2:$A$4</c:f>
              <c:strCache>
                <c:ptCount val="3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872</c:v>
                </c:pt>
                <c:pt idx="1">
                  <c:v>878</c:v>
                </c:pt>
                <c:pt idx="2">
                  <c:v>1127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Sheet1!$A$2:$A$4</c:f>
              <c:strCache>
                <c:ptCount val="3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1193</c:v>
                </c:pt>
                <c:pt idx="1">
                  <c:v>1205</c:v>
                </c:pt>
                <c:pt idx="2">
                  <c:v>1098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1216</c:v>
                </c:pt>
                <c:pt idx="1">
                  <c:v>1537</c:v>
                </c:pt>
                <c:pt idx="2">
                  <c:v>1647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456</c:v>
                </c:pt>
                <c:pt idx="1">
                  <c:v>681</c:v>
                </c:pt>
                <c:pt idx="2">
                  <c:v>766</c:v>
                </c:pt>
                <c:pt idx="3">
                  <c:v>917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485</c:v>
                </c:pt>
                <c:pt idx="1">
                  <c:v>934</c:v>
                </c:pt>
                <c:pt idx="2">
                  <c:v>1099</c:v>
                </c:pt>
                <c:pt idx="3">
                  <c:v>1000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853</c:v>
                </c:pt>
                <c:pt idx="1">
                  <c:v>1148</c:v>
                </c:pt>
                <c:pt idx="2">
                  <c:v>1040</c:v>
                </c:pt>
                <c:pt idx="3">
                  <c:v>1292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476</c:v>
                </c:pt>
                <c:pt idx="1">
                  <c:v>552</c:v>
                </c:pt>
                <c:pt idx="2">
                  <c:v>968</c:v>
                </c:pt>
                <c:pt idx="3">
                  <c:v>995</c:v>
                </c:pt>
                <c:pt idx="4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853</c:v>
                </c:pt>
                <c:pt idx="1">
                  <c:v>846</c:v>
                </c:pt>
                <c:pt idx="2">
                  <c:v>946</c:v>
                </c:pt>
                <c:pt idx="3">
                  <c:v>1305</c:v>
                </c:pt>
                <c:pt idx="4">
                  <c:v>1485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1625</c:v>
                </c:pt>
                <c:pt idx="1">
                  <c:v>1745</c:v>
                </c:pt>
                <c:pt idx="2">
                  <c:v>2259</c:v>
                </c:pt>
                <c:pt idx="3">
                  <c:v>2322</c:v>
                </c:pt>
                <c:pt idx="4">
                  <c:v>2405</c:v>
                </c:pt>
                <c:pt idx="5">
                  <c:v>2542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Sheet1!$A$2:$A$8</c:f>
              <c:strCache>
                <c:ptCount val="7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  <c:pt idx="6">
                  <c:v>인프라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822</c:v>
                </c:pt>
                <c:pt idx="1">
                  <c:v>881</c:v>
                </c:pt>
                <c:pt idx="2">
                  <c:v>1076</c:v>
                </c:pt>
                <c:pt idx="3">
                  <c:v>1125</c:v>
                </c:pt>
                <c:pt idx="4">
                  <c:v>1405</c:v>
                </c:pt>
                <c:pt idx="5">
                  <c:v>1393</c:v>
                </c:pt>
                <c:pt idx="6">
                  <c:v>1629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Sheet1!$A$2:$A$8</c:f>
              <c:strCache>
                <c:ptCount val="7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  <c:pt idx="6">
                  <c:v>인프라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1077</c:v>
                </c:pt>
                <c:pt idx="1">
                  <c:v>1227</c:v>
                </c:pt>
                <c:pt idx="2">
                  <c:v>1191</c:v>
                </c:pt>
                <c:pt idx="3">
                  <c:v>1591</c:v>
                </c:pt>
                <c:pt idx="4">
                  <c:v>1635</c:v>
                </c:pt>
                <c:pt idx="5">
                  <c:v>1849</c:v>
                </c:pt>
                <c:pt idx="6">
                  <c:v>1936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CHT-011</a:t>
            </a:r>
          </a:p>
        </p:txBody>
      </p:sp>
      <p:graphicFrame>
        <p:nvGraphicFramePr>
          <p:cNvPr id="3" name="asset:CHT-01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CHT-012</a:t>
            </a:r>
          </a:p>
        </p:txBody>
      </p:sp>
      <p:graphicFrame>
        <p:nvGraphicFramePr>
          <p:cNvPr id="3" name="asset:CHT-01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CHT-013</a:t>
            </a:r>
          </a:p>
        </p:txBody>
      </p:sp>
      <p:graphicFrame>
        <p:nvGraphicFramePr>
          <p:cNvPr id="3" name="asset:CHT-01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CHT-014</a:t>
            </a:r>
          </a:p>
        </p:txBody>
      </p:sp>
      <p:graphicFrame>
        <p:nvGraphicFramePr>
          <p:cNvPr id="3" name="asset:CHT-01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CHT-015</a:t>
            </a:r>
          </a:p>
        </p:txBody>
      </p:sp>
      <p:graphicFrame>
        <p:nvGraphicFramePr>
          <p:cNvPr id="3" name="asset:CHT-01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CHT-016</a:t>
            </a:r>
          </a:p>
        </p:txBody>
      </p:sp>
      <p:graphicFrame>
        <p:nvGraphicFramePr>
          <p:cNvPr id="3" name="asset:CHT-01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CHT-017</a:t>
            </a:r>
          </a:p>
        </p:txBody>
      </p:sp>
      <p:graphicFrame>
        <p:nvGraphicFramePr>
          <p:cNvPr id="3" name="asset:CHT-01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CHT-018</a:t>
            </a:r>
          </a:p>
        </p:txBody>
      </p:sp>
      <p:graphicFrame>
        <p:nvGraphicFramePr>
          <p:cNvPr id="3" name="asset:CHT-01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CHT-019</a:t>
            </a:r>
          </a:p>
        </p:txBody>
      </p:sp>
      <p:graphicFrame>
        <p:nvGraphicFramePr>
          <p:cNvPr id="3" name="asset:CHT-01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CHT-020</a:t>
            </a:r>
          </a:p>
        </p:txBody>
      </p:sp>
      <p:graphicFrame>
        <p:nvGraphicFramePr>
          <p:cNvPr id="3" name="asset:CHT-02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CHT-021</a:t>
            </a:r>
          </a:p>
        </p:txBody>
      </p:sp>
      <p:graphicFrame>
        <p:nvGraphicFramePr>
          <p:cNvPr id="3" name="asset:CHT-02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CHT-022</a:t>
            </a:r>
          </a:p>
        </p:txBody>
      </p:sp>
      <p:graphicFrame>
        <p:nvGraphicFramePr>
          <p:cNvPr id="3" name="asset:CHT-02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CHT-023</a:t>
            </a:r>
          </a:p>
        </p:txBody>
      </p:sp>
      <p:graphicFrame>
        <p:nvGraphicFramePr>
          <p:cNvPr id="3" name="asset:CHT-02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CHT-024</a:t>
            </a:r>
          </a:p>
        </p:txBody>
      </p:sp>
      <p:graphicFrame>
        <p:nvGraphicFramePr>
          <p:cNvPr id="3" name="asset:CHT-02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CHT-025</a:t>
            </a:r>
          </a:p>
        </p:txBody>
      </p:sp>
      <p:graphicFrame>
        <p:nvGraphicFramePr>
          <p:cNvPr id="3" name="asset:CHT-02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CHT-026</a:t>
            </a:r>
          </a:p>
        </p:txBody>
      </p:sp>
      <p:graphicFrame>
        <p:nvGraphicFramePr>
          <p:cNvPr id="3" name="asset:CHT-02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CHT-027</a:t>
            </a:r>
          </a:p>
        </p:txBody>
      </p:sp>
      <p:graphicFrame>
        <p:nvGraphicFramePr>
          <p:cNvPr id="3" name="asset:CHT-02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CHT-028</a:t>
            </a:r>
          </a:p>
        </p:txBody>
      </p:sp>
      <p:graphicFrame>
        <p:nvGraphicFramePr>
          <p:cNvPr id="3" name="asset:CHT-02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CHT-029</a:t>
            </a:r>
          </a:p>
        </p:txBody>
      </p:sp>
      <p:graphicFrame>
        <p:nvGraphicFramePr>
          <p:cNvPr id="3" name="asset:CHT-02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CHT-030</a:t>
            </a:r>
          </a:p>
        </p:txBody>
      </p:sp>
      <p:graphicFrame>
        <p:nvGraphicFramePr>
          <p:cNvPr id="3" name="asset:CHT-03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