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TML-020</a:t>
            </a:r>
          </a:p>
        </p:txBody>
      </p:sp>
      <p:grpSp>
        <p:nvGrpSpPr>
          <p:cNvPr id="32" name="asset:TML-020"/>
          <p:cNvGrpSpPr/>
          <p:nvPr/>
        </p:nvGrpSpPr>
        <p:grpSpPr>
          <a:xfrm>
            <a:off x="502920" y="475488"/>
            <a:ext cx="11155680" cy="5193792"/>
            <a:chOff x="502920" y="475488"/>
            <a:chExt cx="11155680" cy="5193792"/>
          </a:xfrm>
        </p:grpSpPr>
        <p:sp>
          <p:nvSpPr>
            <p:cNvPr id="3" name="TextBox 2"/>
            <p:cNvSpPr txBox="1"/>
            <p:nvPr/>
          </p:nvSpPr>
          <p:spPr>
            <a:xfrm>
              <a:off x="502920" y="475488"/>
              <a:ext cx="111556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8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단계 로드맵 (3 셰브론 + 산출물)</a:t>
              </a: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502920" y="932688"/>
              <a:ext cx="1115568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셰브론으로 단계 흐름을 잇고 각 단계 아래 산출물 배치</a:t>
              </a:r>
            </a:p>
          </p:txBody>
        </p:sp>
        <p:sp>
          <p:nvSpPr>
            <p:cNvPr id="5" name="Chevron 4"/>
            <p:cNvSpPr/>
            <p:nvPr/>
          </p:nvSpPr>
          <p:spPr>
            <a:xfrm>
              <a:off x="640080" y="1554480"/>
              <a:ext cx="3797808" cy="868680"/>
            </a:xfrm>
            <a:prstGeom prst="chevron">
              <a:avLst/>
            </a:prstGeom>
            <a:solidFill>
              <a:srgbClr val="2E75D6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1단계  착수·분석</a:t>
              </a:r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640080" y="2788920"/>
              <a:ext cx="3797808" cy="2880360"/>
            </a:xfrm>
            <a:prstGeom prst="roundRect">
              <a:avLst/>
            </a:prstGeom>
            <a:solidFill>
              <a:srgbClr val="F7F9FC"/>
            </a:solidFill>
            <a:ln w="15875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713231" y="2880360"/>
              <a:ext cx="3651504" cy="31089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000" b="1">
                  <a:solidFill>
                    <a:srgbClr val="2E75D6"/>
                  </a:solidFill>
                  <a:latin typeface="Pretendard"/>
                  <a:ea typeface="Pretendard"/>
                  <a:cs typeface="Pretendard"/>
                </a:rPr>
                <a:t>주요 산출물</a:t>
              </a:r>
            </a:p>
          </p:txBody>
        </p:sp>
        <p:sp>
          <p:nvSpPr>
            <p:cNvPr id="8" name="Oval 7"/>
            <p:cNvSpPr/>
            <p:nvPr/>
          </p:nvSpPr>
          <p:spPr>
            <a:xfrm>
              <a:off x="804671" y="3374136"/>
              <a:ext cx="91440" cy="91440"/>
            </a:xfrm>
            <a:prstGeom prst="ellipse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987552" y="3246120"/>
              <a:ext cx="3340608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착수보고서</a:t>
              </a:r>
            </a:p>
          </p:txBody>
        </p:sp>
        <p:sp>
          <p:nvSpPr>
            <p:cNvPr id="10" name="Oval 9"/>
            <p:cNvSpPr/>
            <p:nvPr/>
          </p:nvSpPr>
          <p:spPr>
            <a:xfrm>
              <a:off x="804671" y="3941063"/>
              <a:ext cx="91440" cy="91440"/>
            </a:xfrm>
            <a:prstGeom prst="ellipse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987552" y="3813048"/>
              <a:ext cx="3340608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요구정의서</a:t>
              </a:r>
            </a:p>
          </p:txBody>
        </p:sp>
        <p:sp>
          <p:nvSpPr>
            <p:cNvPr id="12" name="Oval 11"/>
            <p:cNvSpPr/>
            <p:nvPr/>
          </p:nvSpPr>
          <p:spPr>
            <a:xfrm>
              <a:off x="804671" y="4507992"/>
              <a:ext cx="91440" cy="91440"/>
            </a:xfrm>
            <a:prstGeom prst="ellipse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987552" y="4379976"/>
              <a:ext cx="3340608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설계서</a:t>
              </a:r>
            </a:p>
          </p:txBody>
        </p:sp>
        <p:sp>
          <p:nvSpPr>
            <p:cNvPr id="14" name="Chevron 13"/>
            <p:cNvSpPr/>
            <p:nvPr/>
          </p:nvSpPr>
          <p:spPr>
            <a:xfrm>
              <a:off x="4181856" y="1554480"/>
              <a:ext cx="3797808" cy="868680"/>
            </a:xfrm>
            <a:prstGeom prst="chevron">
              <a:avLst/>
            </a:prstGeom>
            <a:solidFill>
              <a:srgbClr val="1F9E8F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2단계  요구정의</a:t>
              </a:r>
            </a:p>
          </p:txBody>
        </p:sp>
        <p:sp>
          <p:nvSpPr>
            <p:cNvPr id="15" name="Rounded Rectangle 14"/>
            <p:cNvSpPr/>
            <p:nvPr/>
          </p:nvSpPr>
          <p:spPr>
            <a:xfrm>
              <a:off x="4437888" y="2788920"/>
              <a:ext cx="3541775" cy="2880360"/>
            </a:xfrm>
            <a:prstGeom prst="roundRect">
              <a:avLst/>
            </a:prstGeom>
            <a:solidFill>
              <a:srgbClr val="F7F9FC"/>
            </a:solidFill>
            <a:ln w="15875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4511040" y="2880360"/>
              <a:ext cx="3395471" cy="31089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000" b="1">
                  <a:solidFill>
                    <a:srgbClr val="1F9E8F"/>
                  </a:solidFill>
                  <a:latin typeface="Pretendard"/>
                  <a:ea typeface="Pretendard"/>
                  <a:cs typeface="Pretendard"/>
                </a:rPr>
                <a:t>주요 산출물</a:t>
              </a:r>
            </a:p>
          </p:txBody>
        </p:sp>
        <p:sp>
          <p:nvSpPr>
            <p:cNvPr id="17" name="Oval 16"/>
            <p:cNvSpPr/>
            <p:nvPr/>
          </p:nvSpPr>
          <p:spPr>
            <a:xfrm>
              <a:off x="4602480" y="3374136"/>
              <a:ext cx="91440" cy="91440"/>
            </a:xfrm>
            <a:prstGeom prst="ellipse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4785360" y="3246120"/>
              <a:ext cx="3084575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요구정의서</a:t>
              </a:r>
            </a:p>
          </p:txBody>
        </p:sp>
        <p:sp>
          <p:nvSpPr>
            <p:cNvPr id="19" name="Oval 18"/>
            <p:cNvSpPr/>
            <p:nvPr/>
          </p:nvSpPr>
          <p:spPr>
            <a:xfrm>
              <a:off x="4602480" y="3941063"/>
              <a:ext cx="91440" cy="91440"/>
            </a:xfrm>
            <a:prstGeom prst="ellipse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4785360" y="3813048"/>
              <a:ext cx="3084575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설계서</a:t>
              </a:r>
            </a:p>
          </p:txBody>
        </p:sp>
        <p:sp>
          <p:nvSpPr>
            <p:cNvPr id="21" name="Oval 20"/>
            <p:cNvSpPr/>
            <p:nvPr/>
          </p:nvSpPr>
          <p:spPr>
            <a:xfrm>
              <a:off x="4602480" y="4507992"/>
              <a:ext cx="91440" cy="91440"/>
            </a:xfrm>
            <a:prstGeom prst="ellipse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4785360" y="4379976"/>
              <a:ext cx="3084575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개발산출물</a:t>
              </a:r>
            </a:p>
          </p:txBody>
        </p:sp>
        <p:sp>
          <p:nvSpPr>
            <p:cNvPr id="23" name="Chevron 22"/>
            <p:cNvSpPr/>
            <p:nvPr/>
          </p:nvSpPr>
          <p:spPr>
            <a:xfrm>
              <a:off x="7723631" y="1554480"/>
              <a:ext cx="3797808" cy="868680"/>
            </a:xfrm>
            <a:prstGeom prst="chevron">
              <a:avLst/>
            </a:prstGeom>
            <a:solidFill>
              <a:srgbClr val="29ABE2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3단계  기본설계</a:t>
              </a:r>
            </a:p>
          </p:txBody>
        </p:sp>
        <p:sp>
          <p:nvSpPr>
            <p:cNvPr id="24" name="Rounded Rectangle 23"/>
            <p:cNvSpPr/>
            <p:nvPr/>
          </p:nvSpPr>
          <p:spPr>
            <a:xfrm>
              <a:off x="7979663" y="2788920"/>
              <a:ext cx="3541775" cy="2880360"/>
            </a:xfrm>
            <a:prstGeom prst="roundRect">
              <a:avLst/>
            </a:prstGeom>
            <a:solidFill>
              <a:srgbClr val="F7F9FC"/>
            </a:solidFill>
            <a:ln w="15875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8052815" y="2880360"/>
              <a:ext cx="3395471" cy="31089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000" b="1">
                  <a:solidFill>
                    <a:srgbClr val="29ABE2"/>
                  </a:solidFill>
                  <a:latin typeface="Pretendard"/>
                  <a:ea typeface="Pretendard"/>
                  <a:cs typeface="Pretendard"/>
                </a:rPr>
                <a:t>주요 산출물</a:t>
              </a:r>
            </a:p>
          </p:txBody>
        </p:sp>
        <p:sp>
          <p:nvSpPr>
            <p:cNvPr id="26" name="Oval 25"/>
            <p:cNvSpPr/>
            <p:nvPr/>
          </p:nvSpPr>
          <p:spPr>
            <a:xfrm>
              <a:off x="8144255" y="3374136"/>
              <a:ext cx="91440" cy="91440"/>
            </a:xfrm>
            <a:prstGeom prst="ellipse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8327135" y="3246120"/>
              <a:ext cx="3084575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설계서</a:t>
              </a:r>
            </a:p>
          </p:txBody>
        </p:sp>
        <p:sp>
          <p:nvSpPr>
            <p:cNvPr id="28" name="Oval 27"/>
            <p:cNvSpPr/>
            <p:nvPr/>
          </p:nvSpPr>
          <p:spPr>
            <a:xfrm>
              <a:off x="8144255" y="3941063"/>
              <a:ext cx="91440" cy="91440"/>
            </a:xfrm>
            <a:prstGeom prst="ellipse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8327135" y="3813048"/>
              <a:ext cx="3084575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개발산출물</a:t>
              </a:r>
            </a:p>
          </p:txBody>
        </p:sp>
        <p:sp>
          <p:nvSpPr>
            <p:cNvPr id="30" name="Oval 29"/>
            <p:cNvSpPr/>
            <p:nvPr/>
          </p:nvSpPr>
          <p:spPr>
            <a:xfrm>
              <a:off x="8144255" y="4507992"/>
              <a:ext cx="91440" cy="91440"/>
            </a:xfrm>
            <a:prstGeom prst="ellipse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8327135" y="4379976"/>
              <a:ext cx="3084575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시험결과서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TML-032</a:t>
            </a:r>
          </a:p>
        </p:txBody>
      </p:sp>
      <p:grpSp>
        <p:nvGrpSpPr>
          <p:cNvPr id="41" name="asset:TML-032"/>
          <p:cNvGrpSpPr/>
          <p:nvPr/>
        </p:nvGrpSpPr>
        <p:grpSpPr>
          <a:xfrm>
            <a:off x="502920" y="475488"/>
            <a:ext cx="11155680" cy="5193792"/>
            <a:chOff x="502920" y="475488"/>
            <a:chExt cx="11155680" cy="5193792"/>
          </a:xfrm>
        </p:grpSpPr>
        <p:sp>
          <p:nvSpPr>
            <p:cNvPr id="3" name="TextBox 2"/>
            <p:cNvSpPr txBox="1"/>
            <p:nvPr/>
          </p:nvSpPr>
          <p:spPr>
            <a:xfrm>
              <a:off x="502920" y="475488"/>
              <a:ext cx="111556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8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단계 로드맵 (4 셰브론 + 산출물)</a:t>
              </a: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502920" y="932688"/>
              <a:ext cx="1115568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셰브론으로 단계 흐름을 잇고 각 단계 아래 산출물 배치</a:t>
              </a:r>
            </a:p>
          </p:txBody>
        </p:sp>
        <p:sp>
          <p:nvSpPr>
            <p:cNvPr id="5" name="Chevron 4"/>
            <p:cNvSpPr/>
            <p:nvPr/>
          </p:nvSpPr>
          <p:spPr>
            <a:xfrm>
              <a:off x="640080" y="1554480"/>
              <a:ext cx="2912364" cy="868680"/>
            </a:xfrm>
            <a:prstGeom prst="chevron">
              <a:avLst/>
            </a:prstGeom>
            <a:solidFill>
              <a:srgbClr val="2E75D6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1단계  착수·분석</a:t>
              </a:r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640080" y="2788920"/>
              <a:ext cx="2912364" cy="2880360"/>
            </a:xfrm>
            <a:prstGeom prst="roundRect">
              <a:avLst/>
            </a:prstGeom>
            <a:solidFill>
              <a:srgbClr val="F7F9FC"/>
            </a:solidFill>
            <a:ln w="15875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713231" y="2880360"/>
              <a:ext cx="2766060" cy="31089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000" b="1">
                  <a:solidFill>
                    <a:srgbClr val="2E75D6"/>
                  </a:solidFill>
                  <a:latin typeface="Pretendard"/>
                  <a:ea typeface="Pretendard"/>
                  <a:cs typeface="Pretendard"/>
                </a:rPr>
                <a:t>주요 산출물</a:t>
              </a:r>
            </a:p>
          </p:txBody>
        </p:sp>
        <p:sp>
          <p:nvSpPr>
            <p:cNvPr id="8" name="Oval 7"/>
            <p:cNvSpPr/>
            <p:nvPr/>
          </p:nvSpPr>
          <p:spPr>
            <a:xfrm>
              <a:off x="804671" y="3374136"/>
              <a:ext cx="91440" cy="91440"/>
            </a:xfrm>
            <a:prstGeom prst="ellipse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987552" y="3246120"/>
              <a:ext cx="2455164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착수보고서</a:t>
              </a:r>
            </a:p>
          </p:txBody>
        </p:sp>
        <p:sp>
          <p:nvSpPr>
            <p:cNvPr id="10" name="Oval 9"/>
            <p:cNvSpPr/>
            <p:nvPr/>
          </p:nvSpPr>
          <p:spPr>
            <a:xfrm>
              <a:off x="804671" y="3941063"/>
              <a:ext cx="91440" cy="91440"/>
            </a:xfrm>
            <a:prstGeom prst="ellipse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987552" y="3813048"/>
              <a:ext cx="2455164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요구정의서</a:t>
              </a:r>
            </a:p>
          </p:txBody>
        </p:sp>
        <p:sp>
          <p:nvSpPr>
            <p:cNvPr id="12" name="Oval 11"/>
            <p:cNvSpPr/>
            <p:nvPr/>
          </p:nvSpPr>
          <p:spPr>
            <a:xfrm>
              <a:off x="804671" y="4507992"/>
              <a:ext cx="91440" cy="91440"/>
            </a:xfrm>
            <a:prstGeom prst="ellipse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987552" y="4379976"/>
              <a:ext cx="2455164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설계서</a:t>
              </a:r>
            </a:p>
          </p:txBody>
        </p:sp>
        <p:sp>
          <p:nvSpPr>
            <p:cNvPr id="14" name="Chevron 13"/>
            <p:cNvSpPr/>
            <p:nvPr/>
          </p:nvSpPr>
          <p:spPr>
            <a:xfrm>
              <a:off x="3296412" y="1554480"/>
              <a:ext cx="2912364" cy="868680"/>
            </a:xfrm>
            <a:prstGeom prst="chevron">
              <a:avLst/>
            </a:prstGeom>
            <a:solidFill>
              <a:srgbClr val="1F9E8F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2단계  요구정의</a:t>
              </a:r>
            </a:p>
          </p:txBody>
        </p:sp>
        <p:sp>
          <p:nvSpPr>
            <p:cNvPr id="15" name="Rounded Rectangle 14"/>
            <p:cNvSpPr/>
            <p:nvPr/>
          </p:nvSpPr>
          <p:spPr>
            <a:xfrm>
              <a:off x="3552444" y="2788920"/>
              <a:ext cx="2656332" cy="2880360"/>
            </a:xfrm>
            <a:prstGeom prst="roundRect">
              <a:avLst/>
            </a:prstGeom>
            <a:solidFill>
              <a:srgbClr val="F7F9FC"/>
            </a:solidFill>
            <a:ln w="15875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3625596" y="2880360"/>
              <a:ext cx="2510028" cy="31089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000" b="1">
                  <a:solidFill>
                    <a:srgbClr val="1F9E8F"/>
                  </a:solidFill>
                  <a:latin typeface="Pretendard"/>
                  <a:ea typeface="Pretendard"/>
                  <a:cs typeface="Pretendard"/>
                </a:rPr>
                <a:t>주요 산출물</a:t>
              </a:r>
            </a:p>
          </p:txBody>
        </p:sp>
        <p:sp>
          <p:nvSpPr>
            <p:cNvPr id="17" name="Oval 16"/>
            <p:cNvSpPr/>
            <p:nvPr/>
          </p:nvSpPr>
          <p:spPr>
            <a:xfrm>
              <a:off x="3717036" y="3374136"/>
              <a:ext cx="91440" cy="91440"/>
            </a:xfrm>
            <a:prstGeom prst="ellipse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3899916" y="3246120"/>
              <a:ext cx="2199132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요구정의서</a:t>
              </a:r>
            </a:p>
          </p:txBody>
        </p:sp>
        <p:sp>
          <p:nvSpPr>
            <p:cNvPr id="19" name="Oval 18"/>
            <p:cNvSpPr/>
            <p:nvPr/>
          </p:nvSpPr>
          <p:spPr>
            <a:xfrm>
              <a:off x="3717036" y="3941063"/>
              <a:ext cx="91440" cy="91440"/>
            </a:xfrm>
            <a:prstGeom prst="ellipse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3899916" y="3813048"/>
              <a:ext cx="2199132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설계서</a:t>
              </a:r>
            </a:p>
          </p:txBody>
        </p:sp>
        <p:sp>
          <p:nvSpPr>
            <p:cNvPr id="21" name="Oval 20"/>
            <p:cNvSpPr/>
            <p:nvPr/>
          </p:nvSpPr>
          <p:spPr>
            <a:xfrm>
              <a:off x="3717036" y="4507992"/>
              <a:ext cx="91440" cy="91440"/>
            </a:xfrm>
            <a:prstGeom prst="ellipse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3899916" y="4379976"/>
              <a:ext cx="2199132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개발산출물</a:t>
              </a:r>
            </a:p>
          </p:txBody>
        </p:sp>
        <p:sp>
          <p:nvSpPr>
            <p:cNvPr id="23" name="Chevron 22"/>
            <p:cNvSpPr/>
            <p:nvPr/>
          </p:nvSpPr>
          <p:spPr>
            <a:xfrm>
              <a:off x="5952744" y="1554480"/>
              <a:ext cx="2912364" cy="868680"/>
            </a:xfrm>
            <a:prstGeom prst="chevron">
              <a:avLst/>
            </a:prstGeom>
            <a:solidFill>
              <a:srgbClr val="29ABE2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3단계  기본설계</a:t>
              </a:r>
            </a:p>
          </p:txBody>
        </p:sp>
        <p:sp>
          <p:nvSpPr>
            <p:cNvPr id="24" name="Rounded Rectangle 23"/>
            <p:cNvSpPr/>
            <p:nvPr/>
          </p:nvSpPr>
          <p:spPr>
            <a:xfrm>
              <a:off x="6208776" y="2788920"/>
              <a:ext cx="2656332" cy="2880360"/>
            </a:xfrm>
            <a:prstGeom prst="roundRect">
              <a:avLst/>
            </a:prstGeom>
            <a:solidFill>
              <a:srgbClr val="F7F9FC"/>
            </a:solidFill>
            <a:ln w="15875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6281928" y="2880360"/>
              <a:ext cx="2510028" cy="31089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000" b="1">
                  <a:solidFill>
                    <a:srgbClr val="29ABE2"/>
                  </a:solidFill>
                  <a:latin typeface="Pretendard"/>
                  <a:ea typeface="Pretendard"/>
                  <a:cs typeface="Pretendard"/>
                </a:rPr>
                <a:t>주요 산출물</a:t>
              </a:r>
            </a:p>
          </p:txBody>
        </p:sp>
        <p:sp>
          <p:nvSpPr>
            <p:cNvPr id="26" name="Oval 25"/>
            <p:cNvSpPr/>
            <p:nvPr/>
          </p:nvSpPr>
          <p:spPr>
            <a:xfrm>
              <a:off x="6373368" y="3374136"/>
              <a:ext cx="91440" cy="91440"/>
            </a:xfrm>
            <a:prstGeom prst="ellipse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6556248" y="3246120"/>
              <a:ext cx="2199132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설계서</a:t>
              </a:r>
            </a:p>
          </p:txBody>
        </p:sp>
        <p:sp>
          <p:nvSpPr>
            <p:cNvPr id="28" name="Oval 27"/>
            <p:cNvSpPr/>
            <p:nvPr/>
          </p:nvSpPr>
          <p:spPr>
            <a:xfrm>
              <a:off x="6373368" y="3941063"/>
              <a:ext cx="91440" cy="91440"/>
            </a:xfrm>
            <a:prstGeom prst="ellipse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6556248" y="3813048"/>
              <a:ext cx="2199132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개발산출물</a:t>
              </a:r>
            </a:p>
          </p:txBody>
        </p:sp>
        <p:sp>
          <p:nvSpPr>
            <p:cNvPr id="30" name="Oval 29"/>
            <p:cNvSpPr/>
            <p:nvPr/>
          </p:nvSpPr>
          <p:spPr>
            <a:xfrm>
              <a:off x="6373368" y="4507992"/>
              <a:ext cx="91440" cy="91440"/>
            </a:xfrm>
            <a:prstGeom prst="ellipse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6556248" y="4379976"/>
              <a:ext cx="2199132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시험결과서</a:t>
              </a:r>
            </a:p>
          </p:txBody>
        </p:sp>
        <p:sp>
          <p:nvSpPr>
            <p:cNvPr id="32" name="Chevron 31"/>
            <p:cNvSpPr/>
            <p:nvPr/>
          </p:nvSpPr>
          <p:spPr>
            <a:xfrm>
              <a:off x="8609076" y="1554480"/>
              <a:ext cx="2912364" cy="868680"/>
            </a:xfrm>
            <a:prstGeom prst="chevron">
              <a:avLst/>
            </a:prstGeom>
            <a:solidFill>
              <a:srgbClr val="2A4A7F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4단계  상세설계</a:t>
              </a:r>
            </a:p>
          </p:txBody>
        </p:sp>
        <p:sp>
          <p:nvSpPr>
            <p:cNvPr id="33" name="Rounded Rectangle 32"/>
            <p:cNvSpPr/>
            <p:nvPr/>
          </p:nvSpPr>
          <p:spPr>
            <a:xfrm>
              <a:off x="8865107" y="2788920"/>
              <a:ext cx="2656332" cy="2880360"/>
            </a:xfrm>
            <a:prstGeom prst="roundRect">
              <a:avLst/>
            </a:prstGeom>
            <a:solidFill>
              <a:srgbClr val="F7F9FC"/>
            </a:solidFill>
            <a:ln w="15875">
              <a:solidFill>
                <a:srgbClr val="2A4A7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8938259" y="2880360"/>
              <a:ext cx="2510028" cy="31089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000" b="1">
                  <a:solidFill>
                    <a:srgbClr val="2A4A7F"/>
                  </a:solidFill>
                  <a:latin typeface="Pretendard"/>
                  <a:ea typeface="Pretendard"/>
                  <a:cs typeface="Pretendard"/>
                </a:rPr>
                <a:t>주요 산출물</a:t>
              </a:r>
            </a:p>
          </p:txBody>
        </p:sp>
        <p:sp>
          <p:nvSpPr>
            <p:cNvPr id="35" name="Oval 34"/>
            <p:cNvSpPr/>
            <p:nvPr/>
          </p:nvSpPr>
          <p:spPr>
            <a:xfrm>
              <a:off x="9029699" y="3374136"/>
              <a:ext cx="91440" cy="91440"/>
            </a:xfrm>
            <a:prstGeom prst="ellipse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9212580" y="3246120"/>
              <a:ext cx="2199132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개발산출물</a:t>
              </a:r>
            </a:p>
          </p:txBody>
        </p:sp>
        <p:sp>
          <p:nvSpPr>
            <p:cNvPr id="37" name="Oval 36"/>
            <p:cNvSpPr/>
            <p:nvPr/>
          </p:nvSpPr>
          <p:spPr>
            <a:xfrm>
              <a:off x="9029699" y="3941063"/>
              <a:ext cx="91440" cy="91440"/>
            </a:xfrm>
            <a:prstGeom prst="ellipse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9212580" y="3813048"/>
              <a:ext cx="2199132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시험결과서</a:t>
              </a:r>
            </a:p>
          </p:txBody>
        </p:sp>
        <p:sp>
          <p:nvSpPr>
            <p:cNvPr id="39" name="Oval 38"/>
            <p:cNvSpPr/>
            <p:nvPr/>
          </p:nvSpPr>
          <p:spPr>
            <a:xfrm>
              <a:off x="9029699" y="4507992"/>
              <a:ext cx="91440" cy="91440"/>
            </a:xfrm>
            <a:prstGeom prst="ellipse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9212580" y="4379976"/>
              <a:ext cx="2199132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완료보고서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TML-044</a:t>
            </a:r>
          </a:p>
        </p:txBody>
      </p:sp>
      <p:grpSp>
        <p:nvGrpSpPr>
          <p:cNvPr id="50" name="asset:TML-044"/>
          <p:cNvGrpSpPr/>
          <p:nvPr/>
        </p:nvGrpSpPr>
        <p:grpSpPr>
          <a:xfrm>
            <a:off x="502920" y="475488"/>
            <a:ext cx="11155680" cy="5193792"/>
            <a:chOff x="502920" y="475488"/>
            <a:chExt cx="11155680" cy="5193792"/>
          </a:xfrm>
        </p:grpSpPr>
        <p:sp>
          <p:nvSpPr>
            <p:cNvPr id="3" name="TextBox 2"/>
            <p:cNvSpPr txBox="1"/>
            <p:nvPr/>
          </p:nvSpPr>
          <p:spPr>
            <a:xfrm>
              <a:off x="502920" y="475488"/>
              <a:ext cx="111556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8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단계 로드맵 (5 셰브론 + 산출물)</a:t>
              </a: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502920" y="932688"/>
              <a:ext cx="1115568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셰브론으로 단계 흐름을 잇고 각 단계 아래 산출물 배치</a:t>
              </a:r>
            </a:p>
          </p:txBody>
        </p:sp>
        <p:sp>
          <p:nvSpPr>
            <p:cNvPr id="5" name="Chevron 4"/>
            <p:cNvSpPr/>
            <p:nvPr/>
          </p:nvSpPr>
          <p:spPr>
            <a:xfrm>
              <a:off x="640080" y="1554480"/>
              <a:ext cx="2381097" cy="868680"/>
            </a:xfrm>
            <a:prstGeom prst="chevron">
              <a:avLst/>
            </a:prstGeom>
            <a:solidFill>
              <a:srgbClr val="2E75D6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1단계  착수·분석</a:t>
              </a:r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640080" y="2788920"/>
              <a:ext cx="2381097" cy="2880360"/>
            </a:xfrm>
            <a:prstGeom prst="roundRect">
              <a:avLst/>
            </a:prstGeom>
            <a:solidFill>
              <a:srgbClr val="F7F9FC"/>
            </a:solidFill>
            <a:ln w="15875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713231" y="2880360"/>
              <a:ext cx="2234793" cy="31089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000" b="1">
                  <a:solidFill>
                    <a:srgbClr val="2E75D6"/>
                  </a:solidFill>
                  <a:latin typeface="Pretendard"/>
                  <a:ea typeface="Pretendard"/>
                  <a:cs typeface="Pretendard"/>
                </a:rPr>
                <a:t>주요 산출물</a:t>
              </a:r>
            </a:p>
          </p:txBody>
        </p:sp>
        <p:sp>
          <p:nvSpPr>
            <p:cNvPr id="8" name="Oval 7"/>
            <p:cNvSpPr/>
            <p:nvPr/>
          </p:nvSpPr>
          <p:spPr>
            <a:xfrm>
              <a:off x="804671" y="3374136"/>
              <a:ext cx="91440" cy="91440"/>
            </a:xfrm>
            <a:prstGeom prst="ellipse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987552" y="3246120"/>
              <a:ext cx="1923897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착수보고서</a:t>
              </a:r>
            </a:p>
          </p:txBody>
        </p:sp>
        <p:sp>
          <p:nvSpPr>
            <p:cNvPr id="10" name="Oval 9"/>
            <p:cNvSpPr/>
            <p:nvPr/>
          </p:nvSpPr>
          <p:spPr>
            <a:xfrm>
              <a:off x="804671" y="3941063"/>
              <a:ext cx="91440" cy="91440"/>
            </a:xfrm>
            <a:prstGeom prst="ellipse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987552" y="3813048"/>
              <a:ext cx="1923897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요구정의서</a:t>
              </a:r>
            </a:p>
          </p:txBody>
        </p:sp>
        <p:sp>
          <p:nvSpPr>
            <p:cNvPr id="12" name="Oval 11"/>
            <p:cNvSpPr/>
            <p:nvPr/>
          </p:nvSpPr>
          <p:spPr>
            <a:xfrm>
              <a:off x="804671" y="4507992"/>
              <a:ext cx="91440" cy="91440"/>
            </a:xfrm>
            <a:prstGeom prst="ellipse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987552" y="4379976"/>
              <a:ext cx="1923897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설계서</a:t>
              </a:r>
            </a:p>
          </p:txBody>
        </p:sp>
        <p:sp>
          <p:nvSpPr>
            <p:cNvPr id="14" name="Chevron 13"/>
            <p:cNvSpPr/>
            <p:nvPr/>
          </p:nvSpPr>
          <p:spPr>
            <a:xfrm>
              <a:off x="2765145" y="1554480"/>
              <a:ext cx="2381097" cy="868680"/>
            </a:xfrm>
            <a:prstGeom prst="chevron">
              <a:avLst/>
            </a:prstGeom>
            <a:solidFill>
              <a:srgbClr val="1F9E8F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2단계  요구정의</a:t>
              </a:r>
            </a:p>
          </p:txBody>
        </p:sp>
        <p:sp>
          <p:nvSpPr>
            <p:cNvPr id="15" name="Rounded Rectangle 14"/>
            <p:cNvSpPr/>
            <p:nvPr/>
          </p:nvSpPr>
          <p:spPr>
            <a:xfrm>
              <a:off x="3021177" y="2788920"/>
              <a:ext cx="2125065" cy="2880360"/>
            </a:xfrm>
            <a:prstGeom prst="roundRect">
              <a:avLst/>
            </a:prstGeom>
            <a:solidFill>
              <a:srgbClr val="F7F9FC"/>
            </a:solidFill>
            <a:ln w="15875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3094329" y="2880360"/>
              <a:ext cx="1978761" cy="31089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000" b="1">
                  <a:solidFill>
                    <a:srgbClr val="1F9E8F"/>
                  </a:solidFill>
                  <a:latin typeface="Pretendard"/>
                  <a:ea typeface="Pretendard"/>
                  <a:cs typeface="Pretendard"/>
                </a:rPr>
                <a:t>주요 산출물</a:t>
              </a:r>
            </a:p>
          </p:txBody>
        </p:sp>
        <p:sp>
          <p:nvSpPr>
            <p:cNvPr id="17" name="Oval 16"/>
            <p:cNvSpPr/>
            <p:nvPr/>
          </p:nvSpPr>
          <p:spPr>
            <a:xfrm>
              <a:off x="3185769" y="3374136"/>
              <a:ext cx="91440" cy="91440"/>
            </a:xfrm>
            <a:prstGeom prst="ellipse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3368649" y="3246120"/>
              <a:ext cx="1667865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요구정의서</a:t>
              </a:r>
            </a:p>
          </p:txBody>
        </p:sp>
        <p:sp>
          <p:nvSpPr>
            <p:cNvPr id="19" name="Oval 18"/>
            <p:cNvSpPr/>
            <p:nvPr/>
          </p:nvSpPr>
          <p:spPr>
            <a:xfrm>
              <a:off x="3185769" y="3941063"/>
              <a:ext cx="91440" cy="91440"/>
            </a:xfrm>
            <a:prstGeom prst="ellipse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3368649" y="3813048"/>
              <a:ext cx="1667865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설계서</a:t>
              </a:r>
            </a:p>
          </p:txBody>
        </p:sp>
        <p:sp>
          <p:nvSpPr>
            <p:cNvPr id="21" name="Oval 20"/>
            <p:cNvSpPr/>
            <p:nvPr/>
          </p:nvSpPr>
          <p:spPr>
            <a:xfrm>
              <a:off x="3185769" y="4507992"/>
              <a:ext cx="91440" cy="91440"/>
            </a:xfrm>
            <a:prstGeom prst="ellipse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3368649" y="4379976"/>
              <a:ext cx="1667865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개발산출물</a:t>
              </a:r>
            </a:p>
          </p:txBody>
        </p:sp>
        <p:sp>
          <p:nvSpPr>
            <p:cNvPr id="23" name="Chevron 22"/>
            <p:cNvSpPr/>
            <p:nvPr/>
          </p:nvSpPr>
          <p:spPr>
            <a:xfrm>
              <a:off x="4890211" y="1554480"/>
              <a:ext cx="2381097" cy="868680"/>
            </a:xfrm>
            <a:prstGeom prst="chevron">
              <a:avLst/>
            </a:prstGeom>
            <a:solidFill>
              <a:srgbClr val="29ABE2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3단계  기본설계</a:t>
              </a:r>
            </a:p>
          </p:txBody>
        </p:sp>
        <p:sp>
          <p:nvSpPr>
            <p:cNvPr id="24" name="Rounded Rectangle 23"/>
            <p:cNvSpPr/>
            <p:nvPr/>
          </p:nvSpPr>
          <p:spPr>
            <a:xfrm>
              <a:off x="5146243" y="2788920"/>
              <a:ext cx="2125065" cy="2880360"/>
            </a:xfrm>
            <a:prstGeom prst="roundRect">
              <a:avLst/>
            </a:prstGeom>
            <a:solidFill>
              <a:srgbClr val="F7F9FC"/>
            </a:solidFill>
            <a:ln w="15875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5219395" y="2880360"/>
              <a:ext cx="1978761" cy="31089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000" b="1">
                  <a:solidFill>
                    <a:srgbClr val="29ABE2"/>
                  </a:solidFill>
                  <a:latin typeface="Pretendard"/>
                  <a:ea typeface="Pretendard"/>
                  <a:cs typeface="Pretendard"/>
                </a:rPr>
                <a:t>주요 산출물</a:t>
              </a:r>
            </a:p>
          </p:txBody>
        </p:sp>
        <p:sp>
          <p:nvSpPr>
            <p:cNvPr id="26" name="Oval 25"/>
            <p:cNvSpPr/>
            <p:nvPr/>
          </p:nvSpPr>
          <p:spPr>
            <a:xfrm>
              <a:off x="5310835" y="3374136"/>
              <a:ext cx="91440" cy="91440"/>
            </a:xfrm>
            <a:prstGeom prst="ellipse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5493715" y="3246120"/>
              <a:ext cx="1667865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설계서</a:t>
              </a:r>
            </a:p>
          </p:txBody>
        </p:sp>
        <p:sp>
          <p:nvSpPr>
            <p:cNvPr id="28" name="Oval 27"/>
            <p:cNvSpPr/>
            <p:nvPr/>
          </p:nvSpPr>
          <p:spPr>
            <a:xfrm>
              <a:off x="5310835" y="3941063"/>
              <a:ext cx="91440" cy="91440"/>
            </a:xfrm>
            <a:prstGeom prst="ellipse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5493715" y="3813048"/>
              <a:ext cx="1667865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개발산출물</a:t>
              </a:r>
            </a:p>
          </p:txBody>
        </p:sp>
        <p:sp>
          <p:nvSpPr>
            <p:cNvPr id="30" name="Oval 29"/>
            <p:cNvSpPr/>
            <p:nvPr/>
          </p:nvSpPr>
          <p:spPr>
            <a:xfrm>
              <a:off x="5310835" y="4507992"/>
              <a:ext cx="91440" cy="91440"/>
            </a:xfrm>
            <a:prstGeom prst="ellipse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5493715" y="4379976"/>
              <a:ext cx="1667865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시험결과서</a:t>
              </a:r>
            </a:p>
          </p:txBody>
        </p:sp>
        <p:sp>
          <p:nvSpPr>
            <p:cNvPr id="32" name="Chevron 31"/>
            <p:cNvSpPr/>
            <p:nvPr/>
          </p:nvSpPr>
          <p:spPr>
            <a:xfrm>
              <a:off x="7015276" y="1554480"/>
              <a:ext cx="2381097" cy="868680"/>
            </a:xfrm>
            <a:prstGeom prst="chevron">
              <a:avLst/>
            </a:prstGeom>
            <a:solidFill>
              <a:srgbClr val="2A4A7F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4단계  상세설계</a:t>
              </a:r>
            </a:p>
          </p:txBody>
        </p:sp>
        <p:sp>
          <p:nvSpPr>
            <p:cNvPr id="33" name="Rounded Rectangle 32"/>
            <p:cNvSpPr/>
            <p:nvPr/>
          </p:nvSpPr>
          <p:spPr>
            <a:xfrm>
              <a:off x="7271308" y="2788920"/>
              <a:ext cx="2125065" cy="2880360"/>
            </a:xfrm>
            <a:prstGeom prst="roundRect">
              <a:avLst/>
            </a:prstGeom>
            <a:solidFill>
              <a:srgbClr val="F7F9FC"/>
            </a:solidFill>
            <a:ln w="15875">
              <a:solidFill>
                <a:srgbClr val="2A4A7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7344460" y="2880360"/>
              <a:ext cx="1978761" cy="31089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000" b="1">
                  <a:solidFill>
                    <a:srgbClr val="2A4A7F"/>
                  </a:solidFill>
                  <a:latin typeface="Pretendard"/>
                  <a:ea typeface="Pretendard"/>
                  <a:cs typeface="Pretendard"/>
                </a:rPr>
                <a:t>주요 산출물</a:t>
              </a:r>
            </a:p>
          </p:txBody>
        </p:sp>
        <p:sp>
          <p:nvSpPr>
            <p:cNvPr id="35" name="Oval 34"/>
            <p:cNvSpPr/>
            <p:nvPr/>
          </p:nvSpPr>
          <p:spPr>
            <a:xfrm>
              <a:off x="7435900" y="3374136"/>
              <a:ext cx="91440" cy="91440"/>
            </a:xfrm>
            <a:prstGeom prst="ellipse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7618780" y="3246120"/>
              <a:ext cx="1667865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개발산출물</a:t>
              </a:r>
            </a:p>
          </p:txBody>
        </p:sp>
        <p:sp>
          <p:nvSpPr>
            <p:cNvPr id="37" name="Oval 36"/>
            <p:cNvSpPr/>
            <p:nvPr/>
          </p:nvSpPr>
          <p:spPr>
            <a:xfrm>
              <a:off x="7435900" y="3941063"/>
              <a:ext cx="91440" cy="91440"/>
            </a:xfrm>
            <a:prstGeom prst="ellipse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7618780" y="3813048"/>
              <a:ext cx="1667865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시험결과서</a:t>
              </a:r>
            </a:p>
          </p:txBody>
        </p:sp>
        <p:sp>
          <p:nvSpPr>
            <p:cNvPr id="39" name="Oval 38"/>
            <p:cNvSpPr/>
            <p:nvPr/>
          </p:nvSpPr>
          <p:spPr>
            <a:xfrm>
              <a:off x="7435900" y="4507992"/>
              <a:ext cx="91440" cy="91440"/>
            </a:xfrm>
            <a:prstGeom prst="ellipse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7618780" y="4379976"/>
              <a:ext cx="1667865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완료보고서</a:t>
              </a:r>
            </a:p>
          </p:txBody>
        </p:sp>
        <p:sp>
          <p:nvSpPr>
            <p:cNvPr id="41" name="Chevron 40"/>
            <p:cNvSpPr/>
            <p:nvPr/>
          </p:nvSpPr>
          <p:spPr>
            <a:xfrm>
              <a:off x="9140342" y="1554480"/>
              <a:ext cx="2381097" cy="868680"/>
            </a:xfrm>
            <a:prstGeom prst="chevron">
              <a:avLst/>
            </a:prstGeom>
            <a:solidFill>
              <a:srgbClr val="7B2D8E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5단계  시스템개발</a:t>
              </a:r>
            </a:p>
          </p:txBody>
        </p:sp>
        <p:sp>
          <p:nvSpPr>
            <p:cNvPr id="42" name="Rounded Rectangle 41"/>
            <p:cNvSpPr/>
            <p:nvPr/>
          </p:nvSpPr>
          <p:spPr>
            <a:xfrm>
              <a:off x="9396374" y="2788920"/>
              <a:ext cx="2125065" cy="2880360"/>
            </a:xfrm>
            <a:prstGeom prst="roundRect">
              <a:avLst/>
            </a:prstGeom>
            <a:solidFill>
              <a:srgbClr val="F7F9FC"/>
            </a:solidFill>
            <a:ln w="15875">
              <a:solidFill>
                <a:srgbClr val="7B2D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9469526" y="2880360"/>
              <a:ext cx="1978761" cy="31089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000" b="1">
                  <a:solidFill>
                    <a:srgbClr val="7B2D8E"/>
                  </a:solidFill>
                  <a:latin typeface="Pretendard"/>
                  <a:ea typeface="Pretendard"/>
                  <a:cs typeface="Pretendard"/>
                </a:rPr>
                <a:t>주요 산출물</a:t>
              </a:r>
            </a:p>
          </p:txBody>
        </p:sp>
        <p:sp>
          <p:nvSpPr>
            <p:cNvPr id="44" name="Oval 43"/>
            <p:cNvSpPr/>
            <p:nvPr/>
          </p:nvSpPr>
          <p:spPr>
            <a:xfrm>
              <a:off x="9560966" y="3374136"/>
              <a:ext cx="91440" cy="91440"/>
            </a:xfrm>
            <a:prstGeom prst="ellipse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9743846" y="3246120"/>
              <a:ext cx="1667865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시험결과서</a:t>
              </a:r>
            </a:p>
          </p:txBody>
        </p:sp>
        <p:sp>
          <p:nvSpPr>
            <p:cNvPr id="46" name="Oval 45"/>
            <p:cNvSpPr/>
            <p:nvPr/>
          </p:nvSpPr>
          <p:spPr>
            <a:xfrm>
              <a:off x="9560966" y="3941063"/>
              <a:ext cx="91440" cy="91440"/>
            </a:xfrm>
            <a:prstGeom prst="ellipse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9743846" y="3813048"/>
              <a:ext cx="1667865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완료보고서</a:t>
              </a:r>
            </a:p>
          </p:txBody>
        </p:sp>
        <p:sp>
          <p:nvSpPr>
            <p:cNvPr id="48" name="Oval 47"/>
            <p:cNvSpPr/>
            <p:nvPr/>
          </p:nvSpPr>
          <p:spPr>
            <a:xfrm>
              <a:off x="9560966" y="4507992"/>
              <a:ext cx="91440" cy="91440"/>
            </a:xfrm>
            <a:prstGeom prst="ellipse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9743846" y="4379976"/>
              <a:ext cx="1667865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착수보고서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TML-056</a:t>
            </a:r>
          </a:p>
        </p:txBody>
      </p:sp>
      <p:grpSp>
        <p:nvGrpSpPr>
          <p:cNvPr id="59" name="asset:TML-056"/>
          <p:cNvGrpSpPr/>
          <p:nvPr/>
        </p:nvGrpSpPr>
        <p:grpSpPr>
          <a:xfrm>
            <a:off x="502920" y="475488"/>
            <a:ext cx="11155680" cy="5193792"/>
            <a:chOff x="502920" y="475488"/>
            <a:chExt cx="11155680" cy="5193792"/>
          </a:xfrm>
        </p:grpSpPr>
        <p:sp>
          <p:nvSpPr>
            <p:cNvPr id="3" name="TextBox 2"/>
            <p:cNvSpPr txBox="1"/>
            <p:nvPr/>
          </p:nvSpPr>
          <p:spPr>
            <a:xfrm>
              <a:off x="502920" y="475488"/>
              <a:ext cx="111556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8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단계 로드맵 (6 셰브론 + 산출물)</a:t>
              </a: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502920" y="932688"/>
              <a:ext cx="1115568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셰브론으로 단계 흐름을 잇고 각 단계 아래 산출물 배치</a:t>
              </a:r>
            </a:p>
          </p:txBody>
        </p:sp>
        <p:sp>
          <p:nvSpPr>
            <p:cNvPr id="5" name="Chevron 4"/>
            <p:cNvSpPr/>
            <p:nvPr/>
          </p:nvSpPr>
          <p:spPr>
            <a:xfrm>
              <a:off x="640080" y="1554480"/>
              <a:ext cx="2026920" cy="868680"/>
            </a:xfrm>
            <a:prstGeom prst="chevron">
              <a:avLst/>
            </a:prstGeom>
            <a:solidFill>
              <a:srgbClr val="2E75D6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1단계  착수·분석</a:t>
              </a:r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640080" y="2788920"/>
              <a:ext cx="2026920" cy="2880360"/>
            </a:xfrm>
            <a:prstGeom prst="roundRect">
              <a:avLst/>
            </a:prstGeom>
            <a:solidFill>
              <a:srgbClr val="F7F9FC"/>
            </a:solidFill>
            <a:ln w="15875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713231" y="2880360"/>
              <a:ext cx="1880616" cy="31089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000" b="1">
                  <a:solidFill>
                    <a:srgbClr val="2E75D6"/>
                  </a:solidFill>
                  <a:latin typeface="Pretendard"/>
                  <a:ea typeface="Pretendard"/>
                  <a:cs typeface="Pretendard"/>
                </a:rPr>
                <a:t>주요 산출물</a:t>
              </a:r>
            </a:p>
          </p:txBody>
        </p:sp>
        <p:sp>
          <p:nvSpPr>
            <p:cNvPr id="8" name="Oval 7"/>
            <p:cNvSpPr/>
            <p:nvPr/>
          </p:nvSpPr>
          <p:spPr>
            <a:xfrm>
              <a:off x="804671" y="3374136"/>
              <a:ext cx="91440" cy="91440"/>
            </a:xfrm>
            <a:prstGeom prst="ellipse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987552" y="3246120"/>
              <a:ext cx="156972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착수보고서</a:t>
              </a:r>
            </a:p>
          </p:txBody>
        </p:sp>
        <p:sp>
          <p:nvSpPr>
            <p:cNvPr id="10" name="Oval 9"/>
            <p:cNvSpPr/>
            <p:nvPr/>
          </p:nvSpPr>
          <p:spPr>
            <a:xfrm>
              <a:off x="804671" y="3941063"/>
              <a:ext cx="91440" cy="91440"/>
            </a:xfrm>
            <a:prstGeom prst="ellipse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987552" y="3813048"/>
              <a:ext cx="156972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요구정의서</a:t>
              </a:r>
            </a:p>
          </p:txBody>
        </p:sp>
        <p:sp>
          <p:nvSpPr>
            <p:cNvPr id="12" name="Oval 11"/>
            <p:cNvSpPr/>
            <p:nvPr/>
          </p:nvSpPr>
          <p:spPr>
            <a:xfrm>
              <a:off x="804671" y="4507992"/>
              <a:ext cx="91440" cy="91440"/>
            </a:xfrm>
            <a:prstGeom prst="ellipse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987552" y="4379976"/>
              <a:ext cx="156972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설계서</a:t>
              </a:r>
            </a:p>
          </p:txBody>
        </p:sp>
        <p:sp>
          <p:nvSpPr>
            <p:cNvPr id="14" name="Chevron 13"/>
            <p:cNvSpPr/>
            <p:nvPr/>
          </p:nvSpPr>
          <p:spPr>
            <a:xfrm>
              <a:off x="2410968" y="1554480"/>
              <a:ext cx="2026920" cy="868680"/>
            </a:xfrm>
            <a:prstGeom prst="chevron">
              <a:avLst/>
            </a:prstGeom>
            <a:solidFill>
              <a:srgbClr val="1F9E8F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2단계  요구정의</a:t>
              </a:r>
            </a:p>
          </p:txBody>
        </p:sp>
        <p:sp>
          <p:nvSpPr>
            <p:cNvPr id="15" name="Rounded Rectangle 14"/>
            <p:cNvSpPr/>
            <p:nvPr/>
          </p:nvSpPr>
          <p:spPr>
            <a:xfrm>
              <a:off x="2667000" y="2788920"/>
              <a:ext cx="1770888" cy="2880360"/>
            </a:xfrm>
            <a:prstGeom prst="roundRect">
              <a:avLst/>
            </a:prstGeom>
            <a:solidFill>
              <a:srgbClr val="F7F9FC"/>
            </a:solidFill>
            <a:ln w="15875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2740152" y="2880360"/>
              <a:ext cx="1624584" cy="31089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000" b="1">
                  <a:solidFill>
                    <a:srgbClr val="1F9E8F"/>
                  </a:solidFill>
                  <a:latin typeface="Pretendard"/>
                  <a:ea typeface="Pretendard"/>
                  <a:cs typeface="Pretendard"/>
                </a:rPr>
                <a:t>주요 산출물</a:t>
              </a:r>
            </a:p>
          </p:txBody>
        </p:sp>
        <p:sp>
          <p:nvSpPr>
            <p:cNvPr id="17" name="Oval 16"/>
            <p:cNvSpPr/>
            <p:nvPr/>
          </p:nvSpPr>
          <p:spPr>
            <a:xfrm>
              <a:off x="2831592" y="3374136"/>
              <a:ext cx="91440" cy="91440"/>
            </a:xfrm>
            <a:prstGeom prst="ellipse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3014472" y="3246120"/>
              <a:ext cx="1313688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요구정의서</a:t>
              </a:r>
            </a:p>
          </p:txBody>
        </p:sp>
        <p:sp>
          <p:nvSpPr>
            <p:cNvPr id="19" name="Oval 18"/>
            <p:cNvSpPr/>
            <p:nvPr/>
          </p:nvSpPr>
          <p:spPr>
            <a:xfrm>
              <a:off x="2831592" y="3941063"/>
              <a:ext cx="91440" cy="91440"/>
            </a:xfrm>
            <a:prstGeom prst="ellipse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3014472" y="3813048"/>
              <a:ext cx="1313688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설계서</a:t>
              </a:r>
            </a:p>
          </p:txBody>
        </p:sp>
        <p:sp>
          <p:nvSpPr>
            <p:cNvPr id="21" name="Oval 20"/>
            <p:cNvSpPr/>
            <p:nvPr/>
          </p:nvSpPr>
          <p:spPr>
            <a:xfrm>
              <a:off x="2831592" y="4507992"/>
              <a:ext cx="91440" cy="91440"/>
            </a:xfrm>
            <a:prstGeom prst="ellipse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3014472" y="4379976"/>
              <a:ext cx="1313688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개발산출물</a:t>
              </a:r>
            </a:p>
          </p:txBody>
        </p:sp>
        <p:sp>
          <p:nvSpPr>
            <p:cNvPr id="23" name="Chevron 22"/>
            <p:cNvSpPr/>
            <p:nvPr/>
          </p:nvSpPr>
          <p:spPr>
            <a:xfrm>
              <a:off x="4181856" y="1554480"/>
              <a:ext cx="2026920" cy="868680"/>
            </a:xfrm>
            <a:prstGeom prst="chevron">
              <a:avLst/>
            </a:prstGeom>
            <a:solidFill>
              <a:srgbClr val="29ABE2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3단계  기본설계</a:t>
              </a:r>
            </a:p>
          </p:txBody>
        </p:sp>
        <p:sp>
          <p:nvSpPr>
            <p:cNvPr id="24" name="Rounded Rectangle 23"/>
            <p:cNvSpPr/>
            <p:nvPr/>
          </p:nvSpPr>
          <p:spPr>
            <a:xfrm>
              <a:off x="4437888" y="2788920"/>
              <a:ext cx="1770888" cy="2880360"/>
            </a:xfrm>
            <a:prstGeom prst="roundRect">
              <a:avLst/>
            </a:prstGeom>
            <a:solidFill>
              <a:srgbClr val="F7F9FC"/>
            </a:solidFill>
            <a:ln w="15875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4511040" y="2880360"/>
              <a:ext cx="1624584" cy="31089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000" b="1">
                  <a:solidFill>
                    <a:srgbClr val="29ABE2"/>
                  </a:solidFill>
                  <a:latin typeface="Pretendard"/>
                  <a:ea typeface="Pretendard"/>
                  <a:cs typeface="Pretendard"/>
                </a:rPr>
                <a:t>주요 산출물</a:t>
              </a:r>
            </a:p>
          </p:txBody>
        </p:sp>
        <p:sp>
          <p:nvSpPr>
            <p:cNvPr id="26" name="Oval 25"/>
            <p:cNvSpPr/>
            <p:nvPr/>
          </p:nvSpPr>
          <p:spPr>
            <a:xfrm>
              <a:off x="4602480" y="3374136"/>
              <a:ext cx="91440" cy="91440"/>
            </a:xfrm>
            <a:prstGeom prst="ellipse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4785360" y="3246120"/>
              <a:ext cx="1313688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설계서</a:t>
              </a:r>
            </a:p>
          </p:txBody>
        </p:sp>
        <p:sp>
          <p:nvSpPr>
            <p:cNvPr id="28" name="Oval 27"/>
            <p:cNvSpPr/>
            <p:nvPr/>
          </p:nvSpPr>
          <p:spPr>
            <a:xfrm>
              <a:off x="4602480" y="3941063"/>
              <a:ext cx="91440" cy="91440"/>
            </a:xfrm>
            <a:prstGeom prst="ellipse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4785360" y="3813048"/>
              <a:ext cx="1313688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개발산출물</a:t>
              </a:r>
            </a:p>
          </p:txBody>
        </p:sp>
        <p:sp>
          <p:nvSpPr>
            <p:cNvPr id="30" name="Oval 29"/>
            <p:cNvSpPr/>
            <p:nvPr/>
          </p:nvSpPr>
          <p:spPr>
            <a:xfrm>
              <a:off x="4602480" y="4507992"/>
              <a:ext cx="91440" cy="91440"/>
            </a:xfrm>
            <a:prstGeom prst="ellipse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4785360" y="4379976"/>
              <a:ext cx="1313688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시험결과서</a:t>
              </a:r>
            </a:p>
          </p:txBody>
        </p:sp>
        <p:sp>
          <p:nvSpPr>
            <p:cNvPr id="32" name="Chevron 31"/>
            <p:cNvSpPr/>
            <p:nvPr/>
          </p:nvSpPr>
          <p:spPr>
            <a:xfrm>
              <a:off x="5952744" y="1554480"/>
              <a:ext cx="2026920" cy="868680"/>
            </a:xfrm>
            <a:prstGeom prst="chevron">
              <a:avLst/>
            </a:prstGeom>
            <a:solidFill>
              <a:srgbClr val="2A4A7F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4단계  상세설계</a:t>
              </a:r>
            </a:p>
          </p:txBody>
        </p:sp>
        <p:sp>
          <p:nvSpPr>
            <p:cNvPr id="33" name="Rounded Rectangle 32"/>
            <p:cNvSpPr/>
            <p:nvPr/>
          </p:nvSpPr>
          <p:spPr>
            <a:xfrm>
              <a:off x="6208776" y="2788920"/>
              <a:ext cx="1770888" cy="2880360"/>
            </a:xfrm>
            <a:prstGeom prst="roundRect">
              <a:avLst/>
            </a:prstGeom>
            <a:solidFill>
              <a:srgbClr val="F7F9FC"/>
            </a:solidFill>
            <a:ln w="15875">
              <a:solidFill>
                <a:srgbClr val="2A4A7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6281928" y="2880360"/>
              <a:ext cx="1624584" cy="31089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000" b="1">
                  <a:solidFill>
                    <a:srgbClr val="2A4A7F"/>
                  </a:solidFill>
                  <a:latin typeface="Pretendard"/>
                  <a:ea typeface="Pretendard"/>
                  <a:cs typeface="Pretendard"/>
                </a:rPr>
                <a:t>주요 산출물</a:t>
              </a:r>
            </a:p>
          </p:txBody>
        </p:sp>
        <p:sp>
          <p:nvSpPr>
            <p:cNvPr id="35" name="Oval 34"/>
            <p:cNvSpPr/>
            <p:nvPr/>
          </p:nvSpPr>
          <p:spPr>
            <a:xfrm>
              <a:off x="6373368" y="3374136"/>
              <a:ext cx="91440" cy="91440"/>
            </a:xfrm>
            <a:prstGeom prst="ellipse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6556248" y="3246120"/>
              <a:ext cx="1313688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개발산출물</a:t>
              </a:r>
            </a:p>
          </p:txBody>
        </p:sp>
        <p:sp>
          <p:nvSpPr>
            <p:cNvPr id="37" name="Oval 36"/>
            <p:cNvSpPr/>
            <p:nvPr/>
          </p:nvSpPr>
          <p:spPr>
            <a:xfrm>
              <a:off x="6373368" y="3941063"/>
              <a:ext cx="91440" cy="91440"/>
            </a:xfrm>
            <a:prstGeom prst="ellipse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6556248" y="3813048"/>
              <a:ext cx="1313688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시험결과서</a:t>
              </a:r>
            </a:p>
          </p:txBody>
        </p:sp>
        <p:sp>
          <p:nvSpPr>
            <p:cNvPr id="39" name="Oval 38"/>
            <p:cNvSpPr/>
            <p:nvPr/>
          </p:nvSpPr>
          <p:spPr>
            <a:xfrm>
              <a:off x="6373368" y="4507992"/>
              <a:ext cx="91440" cy="91440"/>
            </a:xfrm>
            <a:prstGeom prst="ellipse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6556248" y="4379976"/>
              <a:ext cx="1313688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완료보고서</a:t>
              </a:r>
            </a:p>
          </p:txBody>
        </p:sp>
        <p:sp>
          <p:nvSpPr>
            <p:cNvPr id="41" name="Chevron 40"/>
            <p:cNvSpPr/>
            <p:nvPr/>
          </p:nvSpPr>
          <p:spPr>
            <a:xfrm>
              <a:off x="7723632" y="1554480"/>
              <a:ext cx="2026920" cy="868680"/>
            </a:xfrm>
            <a:prstGeom prst="chevron">
              <a:avLst/>
            </a:prstGeom>
            <a:solidFill>
              <a:srgbClr val="7B2D8E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5단계  시스템개발</a:t>
              </a:r>
            </a:p>
          </p:txBody>
        </p:sp>
        <p:sp>
          <p:nvSpPr>
            <p:cNvPr id="42" name="Rounded Rectangle 41"/>
            <p:cNvSpPr/>
            <p:nvPr/>
          </p:nvSpPr>
          <p:spPr>
            <a:xfrm>
              <a:off x="7979664" y="2788920"/>
              <a:ext cx="1770888" cy="2880360"/>
            </a:xfrm>
            <a:prstGeom prst="roundRect">
              <a:avLst/>
            </a:prstGeom>
            <a:solidFill>
              <a:srgbClr val="F7F9FC"/>
            </a:solidFill>
            <a:ln w="15875">
              <a:solidFill>
                <a:srgbClr val="7B2D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8052816" y="2880360"/>
              <a:ext cx="1624584" cy="31089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000" b="1">
                  <a:solidFill>
                    <a:srgbClr val="7B2D8E"/>
                  </a:solidFill>
                  <a:latin typeface="Pretendard"/>
                  <a:ea typeface="Pretendard"/>
                  <a:cs typeface="Pretendard"/>
                </a:rPr>
                <a:t>주요 산출물</a:t>
              </a:r>
            </a:p>
          </p:txBody>
        </p:sp>
        <p:sp>
          <p:nvSpPr>
            <p:cNvPr id="44" name="Oval 43"/>
            <p:cNvSpPr/>
            <p:nvPr/>
          </p:nvSpPr>
          <p:spPr>
            <a:xfrm>
              <a:off x="8144256" y="3374136"/>
              <a:ext cx="91440" cy="91440"/>
            </a:xfrm>
            <a:prstGeom prst="ellipse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8327136" y="3246120"/>
              <a:ext cx="1313688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시험결과서</a:t>
              </a:r>
            </a:p>
          </p:txBody>
        </p:sp>
        <p:sp>
          <p:nvSpPr>
            <p:cNvPr id="46" name="Oval 45"/>
            <p:cNvSpPr/>
            <p:nvPr/>
          </p:nvSpPr>
          <p:spPr>
            <a:xfrm>
              <a:off x="8144256" y="3941063"/>
              <a:ext cx="91440" cy="91440"/>
            </a:xfrm>
            <a:prstGeom prst="ellipse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8327136" y="3813048"/>
              <a:ext cx="1313688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완료보고서</a:t>
              </a:r>
            </a:p>
          </p:txBody>
        </p:sp>
        <p:sp>
          <p:nvSpPr>
            <p:cNvPr id="48" name="Oval 47"/>
            <p:cNvSpPr/>
            <p:nvPr/>
          </p:nvSpPr>
          <p:spPr>
            <a:xfrm>
              <a:off x="8144256" y="4507992"/>
              <a:ext cx="91440" cy="91440"/>
            </a:xfrm>
            <a:prstGeom prst="ellipse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8327136" y="4379976"/>
              <a:ext cx="1313688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착수보고서</a:t>
              </a:r>
            </a:p>
          </p:txBody>
        </p:sp>
        <p:sp>
          <p:nvSpPr>
            <p:cNvPr id="50" name="Chevron 49"/>
            <p:cNvSpPr/>
            <p:nvPr/>
          </p:nvSpPr>
          <p:spPr>
            <a:xfrm>
              <a:off x="9494520" y="1554480"/>
              <a:ext cx="2026920" cy="868680"/>
            </a:xfrm>
            <a:prstGeom prst="chevron">
              <a:avLst/>
            </a:prstGeom>
            <a:solidFill>
              <a:srgbClr val="2E75D6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6단계  통합시험</a:t>
              </a:r>
            </a:p>
          </p:txBody>
        </p:sp>
        <p:sp>
          <p:nvSpPr>
            <p:cNvPr id="51" name="Rounded Rectangle 50"/>
            <p:cNvSpPr/>
            <p:nvPr/>
          </p:nvSpPr>
          <p:spPr>
            <a:xfrm>
              <a:off x="9750551" y="2788920"/>
              <a:ext cx="1770888" cy="2880360"/>
            </a:xfrm>
            <a:prstGeom prst="roundRect">
              <a:avLst/>
            </a:prstGeom>
            <a:solidFill>
              <a:srgbClr val="F7F9FC"/>
            </a:solidFill>
            <a:ln w="15875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2" name="TextBox 51"/>
            <p:cNvSpPr txBox="1"/>
            <p:nvPr/>
          </p:nvSpPr>
          <p:spPr>
            <a:xfrm>
              <a:off x="9823703" y="2880360"/>
              <a:ext cx="1624584" cy="31089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000" b="1">
                  <a:solidFill>
                    <a:srgbClr val="2E75D6"/>
                  </a:solidFill>
                  <a:latin typeface="Pretendard"/>
                  <a:ea typeface="Pretendard"/>
                  <a:cs typeface="Pretendard"/>
                </a:rPr>
                <a:t>주요 산출물</a:t>
              </a:r>
            </a:p>
          </p:txBody>
        </p:sp>
        <p:sp>
          <p:nvSpPr>
            <p:cNvPr id="53" name="Oval 52"/>
            <p:cNvSpPr/>
            <p:nvPr/>
          </p:nvSpPr>
          <p:spPr>
            <a:xfrm>
              <a:off x="9915143" y="3374136"/>
              <a:ext cx="91440" cy="91440"/>
            </a:xfrm>
            <a:prstGeom prst="ellipse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4" name="TextBox 53"/>
            <p:cNvSpPr txBox="1"/>
            <p:nvPr/>
          </p:nvSpPr>
          <p:spPr>
            <a:xfrm>
              <a:off x="10098024" y="3246120"/>
              <a:ext cx="1313688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완료보고서</a:t>
              </a:r>
            </a:p>
          </p:txBody>
        </p:sp>
        <p:sp>
          <p:nvSpPr>
            <p:cNvPr id="55" name="Oval 54"/>
            <p:cNvSpPr/>
            <p:nvPr/>
          </p:nvSpPr>
          <p:spPr>
            <a:xfrm>
              <a:off x="9915143" y="3941063"/>
              <a:ext cx="91440" cy="91440"/>
            </a:xfrm>
            <a:prstGeom prst="ellipse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6" name="TextBox 55"/>
            <p:cNvSpPr txBox="1"/>
            <p:nvPr/>
          </p:nvSpPr>
          <p:spPr>
            <a:xfrm>
              <a:off x="10098024" y="3813048"/>
              <a:ext cx="1313688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착수보고서</a:t>
              </a:r>
            </a:p>
          </p:txBody>
        </p:sp>
        <p:sp>
          <p:nvSpPr>
            <p:cNvPr id="57" name="Oval 56"/>
            <p:cNvSpPr/>
            <p:nvPr/>
          </p:nvSpPr>
          <p:spPr>
            <a:xfrm>
              <a:off x="9915143" y="4507992"/>
              <a:ext cx="91440" cy="91440"/>
            </a:xfrm>
            <a:prstGeom prst="ellipse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8" name="TextBox 57"/>
            <p:cNvSpPr txBox="1"/>
            <p:nvPr/>
          </p:nvSpPr>
          <p:spPr>
            <a:xfrm>
              <a:off x="10098024" y="4379976"/>
              <a:ext cx="1313688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요구정의서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TML-068</a:t>
            </a:r>
          </a:p>
        </p:txBody>
      </p:sp>
      <p:grpSp>
        <p:nvGrpSpPr>
          <p:cNvPr id="32" name="asset:TML-068"/>
          <p:cNvGrpSpPr/>
          <p:nvPr/>
        </p:nvGrpSpPr>
        <p:grpSpPr>
          <a:xfrm>
            <a:off x="502920" y="475488"/>
            <a:ext cx="11155680" cy="5193792"/>
            <a:chOff x="502920" y="475488"/>
            <a:chExt cx="11155680" cy="5193792"/>
          </a:xfrm>
        </p:grpSpPr>
        <p:sp>
          <p:nvSpPr>
            <p:cNvPr id="3" name="TextBox 2"/>
            <p:cNvSpPr txBox="1"/>
            <p:nvPr/>
          </p:nvSpPr>
          <p:spPr>
            <a:xfrm>
              <a:off x="502920" y="475488"/>
              <a:ext cx="111556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8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단계 로드맵 (3 셰브론 + 산출물)</a:t>
              </a: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502920" y="932688"/>
              <a:ext cx="1115568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셰브론으로 단계 흐름을 잇고 각 단계 아래 산출물 배치</a:t>
              </a:r>
            </a:p>
          </p:txBody>
        </p:sp>
        <p:sp>
          <p:nvSpPr>
            <p:cNvPr id="5" name="Chevron 4"/>
            <p:cNvSpPr/>
            <p:nvPr/>
          </p:nvSpPr>
          <p:spPr>
            <a:xfrm>
              <a:off x="640080" y="1554480"/>
              <a:ext cx="3797808" cy="868680"/>
            </a:xfrm>
            <a:prstGeom prst="chevron">
              <a:avLst/>
            </a:prstGeom>
            <a:solidFill>
              <a:srgbClr val="1F9E8F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1단계  착수·분석</a:t>
              </a:r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640080" y="2788920"/>
              <a:ext cx="3797808" cy="2880360"/>
            </a:xfrm>
            <a:prstGeom prst="roundRect">
              <a:avLst/>
            </a:prstGeom>
            <a:solidFill>
              <a:srgbClr val="F7F9FC"/>
            </a:solidFill>
            <a:ln w="15875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713231" y="2880360"/>
              <a:ext cx="3651504" cy="31089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000" b="1">
                  <a:solidFill>
                    <a:srgbClr val="1F9E8F"/>
                  </a:solidFill>
                  <a:latin typeface="Pretendard"/>
                  <a:ea typeface="Pretendard"/>
                  <a:cs typeface="Pretendard"/>
                </a:rPr>
                <a:t>주요 산출물</a:t>
              </a:r>
            </a:p>
          </p:txBody>
        </p:sp>
        <p:sp>
          <p:nvSpPr>
            <p:cNvPr id="8" name="Oval 7"/>
            <p:cNvSpPr/>
            <p:nvPr/>
          </p:nvSpPr>
          <p:spPr>
            <a:xfrm>
              <a:off x="804671" y="3374136"/>
              <a:ext cx="91440" cy="91440"/>
            </a:xfrm>
            <a:prstGeom prst="ellipse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987552" y="3246120"/>
              <a:ext cx="3340608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착수보고서</a:t>
              </a:r>
            </a:p>
          </p:txBody>
        </p:sp>
        <p:sp>
          <p:nvSpPr>
            <p:cNvPr id="10" name="Oval 9"/>
            <p:cNvSpPr/>
            <p:nvPr/>
          </p:nvSpPr>
          <p:spPr>
            <a:xfrm>
              <a:off x="804671" y="3941063"/>
              <a:ext cx="91440" cy="91440"/>
            </a:xfrm>
            <a:prstGeom prst="ellipse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987552" y="3813048"/>
              <a:ext cx="3340608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요구정의서</a:t>
              </a:r>
            </a:p>
          </p:txBody>
        </p:sp>
        <p:sp>
          <p:nvSpPr>
            <p:cNvPr id="12" name="Oval 11"/>
            <p:cNvSpPr/>
            <p:nvPr/>
          </p:nvSpPr>
          <p:spPr>
            <a:xfrm>
              <a:off x="804671" y="4507992"/>
              <a:ext cx="91440" cy="91440"/>
            </a:xfrm>
            <a:prstGeom prst="ellipse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987552" y="4379976"/>
              <a:ext cx="3340608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설계서</a:t>
              </a:r>
            </a:p>
          </p:txBody>
        </p:sp>
        <p:sp>
          <p:nvSpPr>
            <p:cNvPr id="14" name="Chevron 13"/>
            <p:cNvSpPr/>
            <p:nvPr/>
          </p:nvSpPr>
          <p:spPr>
            <a:xfrm>
              <a:off x="4181856" y="1554480"/>
              <a:ext cx="3797808" cy="868680"/>
            </a:xfrm>
            <a:prstGeom prst="chevron">
              <a:avLst/>
            </a:prstGeom>
            <a:solidFill>
              <a:srgbClr val="29ABE2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2단계  요구정의</a:t>
              </a:r>
            </a:p>
          </p:txBody>
        </p:sp>
        <p:sp>
          <p:nvSpPr>
            <p:cNvPr id="15" name="Rounded Rectangle 14"/>
            <p:cNvSpPr/>
            <p:nvPr/>
          </p:nvSpPr>
          <p:spPr>
            <a:xfrm>
              <a:off x="4437888" y="2788920"/>
              <a:ext cx="3541775" cy="2880360"/>
            </a:xfrm>
            <a:prstGeom prst="roundRect">
              <a:avLst/>
            </a:prstGeom>
            <a:solidFill>
              <a:srgbClr val="F7F9FC"/>
            </a:solidFill>
            <a:ln w="15875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4511040" y="2880360"/>
              <a:ext cx="3395471" cy="31089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000" b="1">
                  <a:solidFill>
                    <a:srgbClr val="29ABE2"/>
                  </a:solidFill>
                  <a:latin typeface="Pretendard"/>
                  <a:ea typeface="Pretendard"/>
                  <a:cs typeface="Pretendard"/>
                </a:rPr>
                <a:t>주요 산출물</a:t>
              </a:r>
            </a:p>
          </p:txBody>
        </p:sp>
        <p:sp>
          <p:nvSpPr>
            <p:cNvPr id="17" name="Oval 16"/>
            <p:cNvSpPr/>
            <p:nvPr/>
          </p:nvSpPr>
          <p:spPr>
            <a:xfrm>
              <a:off x="4602480" y="3374136"/>
              <a:ext cx="91440" cy="91440"/>
            </a:xfrm>
            <a:prstGeom prst="ellipse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4785360" y="3246120"/>
              <a:ext cx="3084575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요구정의서</a:t>
              </a:r>
            </a:p>
          </p:txBody>
        </p:sp>
        <p:sp>
          <p:nvSpPr>
            <p:cNvPr id="19" name="Oval 18"/>
            <p:cNvSpPr/>
            <p:nvPr/>
          </p:nvSpPr>
          <p:spPr>
            <a:xfrm>
              <a:off x="4602480" y="3941063"/>
              <a:ext cx="91440" cy="91440"/>
            </a:xfrm>
            <a:prstGeom prst="ellipse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4785360" y="3813048"/>
              <a:ext cx="3084575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설계서</a:t>
              </a:r>
            </a:p>
          </p:txBody>
        </p:sp>
        <p:sp>
          <p:nvSpPr>
            <p:cNvPr id="21" name="Oval 20"/>
            <p:cNvSpPr/>
            <p:nvPr/>
          </p:nvSpPr>
          <p:spPr>
            <a:xfrm>
              <a:off x="4602480" y="4507992"/>
              <a:ext cx="91440" cy="91440"/>
            </a:xfrm>
            <a:prstGeom prst="ellipse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4785360" y="4379976"/>
              <a:ext cx="3084575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개발산출물</a:t>
              </a:r>
            </a:p>
          </p:txBody>
        </p:sp>
        <p:sp>
          <p:nvSpPr>
            <p:cNvPr id="23" name="Chevron 22"/>
            <p:cNvSpPr/>
            <p:nvPr/>
          </p:nvSpPr>
          <p:spPr>
            <a:xfrm>
              <a:off x="7723631" y="1554480"/>
              <a:ext cx="3797808" cy="868680"/>
            </a:xfrm>
            <a:prstGeom prst="chevron">
              <a:avLst/>
            </a:prstGeom>
            <a:solidFill>
              <a:srgbClr val="2A4A7F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3단계  기본설계</a:t>
              </a:r>
            </a:p>
          </p:txBody>
        </p:sp>
        <p:sp>
          <p:nvSpPr>
            <p:cNvPr id="24" name="Rounded Rectangle 23"/>
            <p:cNvSpPr/>
            <p:nvPr/>
          </p:nvSpPr>
          <p:spPr>
            <a:xfrm>
              <a:off x="7979663" y="2788920"/>
              <a:ext cx="3541775" cy="2880360"/>
            </a:xfrm>
            <a:prstGeom prst="roundRect">
              <a:avLst/>
            </a:prstGeom>
            <a:solidFill>
              <a:srgbClr val="F7F9FC"/>
            </a:solidFill>
            <a:ln w="15875">
              <a:solidFill>
                <a:srgbClr val="2A4A7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8052815" y="2880360"/>
              <a:ext cx="3395471" cy="31089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000" b="1">
                  <a:solidFill>
                    <a:srgbClr val="2A4A7F"/>
                  </a:solidFill>
                  <a:latin typeface="Pretendard"/>
                  <a:ea typeface="Pretendard"/>
                  <a:cs typeface="Pretendard"/>
                </a:rPr>
                <a:t>주요 산출물</a:t>
              </a:r>
            </a:p>
          </p:txBody>
        </p:sp>
        <p:sp>
          <p:nvSpPr>
            <p:cNvPr id="26" name="Oval 25"/>
            <p:cNvSpPr/>
            <p:nvPr/>
          </p:nvSpPr>
          <p:spPr>
            <a:xfrm>
              <a:off x="8144255" y="3374136"/>
              <a:ext cx="91440" cy="91440"/>
            </a:xfrm>
            <a:prstGeom prst="ellipse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8327135" y="3246120"/>
              <a:ext cx="3084575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설계서</a:t>
              </a:r>
            </a:p>
          </p:txBody>
        </p:sp>
        <p:sp>
          <p:nvSpPr>
            <p:cNvPr id="28" name="Oval 27"/>
            <p:cNvSpPr/>
            <p:nvPr/>
          </p:nvSpPr>
          <p:spPr>
            <a:xfrm>
              <a:off x="8144255" y="3941063"/>
              <a:ext cx="91440" cy="91440"/>
            </a:xfrm>
            <a:prstGeom prst="ellipse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8327135" y="3813048"/>
              <a:ext cx="3084575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개발산출물</a:t>
              </a:r>
            </a:p>
          </p:txBody>
        </p:sp>
        <p:sp>
          <p:nvSpPr>
            <p:cNvPr id="30" name="Oval 29"/>
            <p:cNvSpPr/>
            <p:nvPr/>
          </p:nvSpPr>
          <p:spPr>
            <a:xfrm>
              <a:off x="8144255" y="4507992"/>
              <a:ext cx="91440" cy="91440"/>
            </a:xfrm>
            <a:prstGeom prst="ellipse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8327135" y="4379976"/>
              <a:ext cx="3084575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시험결과서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TML-080</a:t>
            </a:r>
          </a:p>
        </p:txBody>
      </p:sp>
      <p:grpSp>
        <p:nvGrpSpPr>
          <p:cNvPr id="41" name="asset:TML-080"/>
          <p:cNvGrpSpPr/>
          <p:nvPr/>
        </p:nvGrpSpPr>
        <p:grpSpPr>
          <a:xfrm>
            <a:off x="502920" y="475488"/>
            <a:ext cx="11155680" cy="5193792"/>
            <a:chOff x="502920" y="475488"/>
            <a:chExt cx="11155680" cy="5193792"/>
          </a:xfrm>
        </p:grpSpPr>
        <p:sp>
          <p:nvSpPr>
            <p:cNvPr id="3" name="TextBox 2"/>
            <p:cNvSpPr txBox="1"/>
            <p:nvPr/>
          </p:nvSpPr>
          <p:spPr>
            <a:xfrm>
              <a:off x="502920" y="475488"/>
              <a:ext cx="111556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8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단계 로드맵 (4 셰브론 + 산출물)</a:t>
              </a: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502920" y="932688"/>
              <a:ext cx="1115568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셰브론으로 단계 흐름을 잇고 각 단계 아래 산출물 배치</a:t>
              </a:r>
            </a:p>
          </p:txBody>
        </p:sp>
        <p:sp>
          <p:nvSpPr>
            <p:cNvPr id="5" name="Chevron 4"/>
            <p:cNvSpPr/>
            <p:nvPr/>
          </p:nvSpPr>
          <p:spPr>
            <a:xfrm>
              <a:off x="640080" y="1554480"/>
              <a:ext cx="2912364" cy="868680"/>
            </a:xfrm>
            <a:prstGeom prst="chevron">
              <a:avLst/>
            </a:prstGeom>
            <a:solidFill>
              <a:srgbClr val="1F9E8F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1단계  착수·분석</a:t>
              </a:r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640080" y="2788920"/>
              <a:ext cx="2912364" cy="2880360"/>
            </a:xfrm>
            <a:prstGeom prst="roundRect">
              <a:avLst/>
            </a:prstGeom>
            <a:solidFill>
              <a:srgbClr val="F7F9FC"/>
            </a:solidFill>
            <a:ln w="15875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713231" y="2880360"/>
              <a:ext cx="2766060" cy="31089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000" b="1">
                  <a:solidFill>
                    <a:srgbClr val="1F9E8F"/>
                  </a:solidFill>
                  <a:latin typeface="Pretendard"/>
                  <a:ea typeface="Pretendard"/>
                  <a:cs typeface="Pretendard"/>
                </a:rPr>
                <a:t>주요 산출물</a:t>
              </a:r>
            </a:p>
          </p:txBody>
        </p:sp>
        <p:sp>
          <p:nvSpPr>
            <p:cNvPr id="8" name="Oval 7"/>
            <p:cNvSpPr/>
            <p:nvPr/>
          </p:nvSpPr>
          <p:spPr>
            <a:xfrm>
              <a:off x="804671" y="3374136"/>
              <a:ext cx="91440" cy="91440"/>
            </a:xfrm>
            <a:prstGeom prst="ellipse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987552" y="3246120"/>
              <a:ext cx="2455164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착수보고서</a:t>
              </a:r>
            </a:p>
          </p:txBody>
        </p:sp>
        <p:sp>
          <p:nvSpPr>
            <p:cNvPr id="10" name="Oval 9"/>
            <p:cNvSpPr/>
            <p:nvPr/>
          </p:nvSpPr>
          <p:spPr>
            <a:xfrm>
              <a:off x="804671" y="3941063"/>
              <a:ext cx="91440" cy="91440"/>
            </a:xfrm>
            <a:prstGeom prst="ellipse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987552" y="3813048"/>
              <a:ext cx="2455164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요구정의서</a:t>
              </a:r>
            </a:p>
          </p:txBody>
        </p:sp>
        <p:sp>
          <p:nvSpPr>
            <p:cNvPr id="12" name="Oval 11"/>
            <p:cNvSpPr/>
            <p:nvPr/>
          </p:nvSpPr>
          <p:spPr>
            <a:xfrm>
              <a:off x="804671" y="4507992"/>
              <a:ext cx="91440" cy="91440"/>
            </a:xfrm>
            <a:prstGeom prst="ellipse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987552" y="4379976"/>
              <a:ext cx="2455164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설계서</a:t>
              </a:r>
            </a:p>
          </p:txBody>
        </p:sp>
        <p:sp>
          <p:nvSpPr>
            <p:cNvPr id="14" name="Chevron 13"/>
            <p:cNvSpPr/>
            <p:nvPr/>
          </p:nvSpPr>
          <p:spPr>
            <a:xfrm>
              <a:off x="3296412" y="1554480"/>
              <a:ext cx="2912364" cy="868680"/>
            </a:xfrm>
            <a:prstGeom prst="chevron">
              <a:avLst/>
            </a:prstGeom>
            <a:solidFill>
              <a:srgbClr val="29ABE2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2단계  요구정의</a:t>
              </a:r>
            </a:p>
          </p:txBody>
        </p:sp>
        <p:sp>
          <p:nvSpPr>
            <p:cNvPr id="15" name="Rounded Rectangle 14"/>
            <p:cNvSpPr/>
            <p:nvPr/>
          </p:nvSpPr>
          <p:spPr>
            <a:xfrm>
              <a:off x="3552444" y="2788920"/>
              <a:ext cx="2656332" cy="2880360"/>
            </a:xfrm>
            <a:prstGeom prst="roundRect">
              <a:avLst/>
            </a:prstGeom>
            <a:solidFill>
              <a:srgbClr val="F7F9FC"/>
            </a:solidFill>
            <a:ln w="15875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3625596" y="2880360"/>
              <a:ext cx="2510028" cy="31089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000" b="1">
                  <a:solidFill>
                    <a:srgbClr val="29ABE2"/>
                  </a:solidFill>
                  <a:latin typeface="Pretendard"/>
                  <a:ea typeface="Pretendard"/>
                  <a:cs typeface="Pretendard"/>
                </a:rPr>
                <a:t>주요 산출물</a:t>
              </a:r>
            </a:p>
          </p:txBody>
        </p:sp>
        <p:sp>
          <p:nvSpPr>
            <p:cNvPr id="17" name="Oval 16"/>
            <p:cNvSpPr/>
            <p:nvPr/>
          </p:nvSpPr>
          <p:spPr>
            <a:xfrm>
              <a:off x="3717036" y="3374136"/>
              <a:ext cx="91440" cy="91440"/>
            </a:xfrm>
            <a:prstGeom prst="ellipse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3899916" y="3246120"/>
              <a:ext cx="2199132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요구정의서</a:t>
              </a:r>
            </a:p>
          </p:txBody>
        </p:sp>
        <p:sp>
          <p:nvSpPr>
            <p:cNvPr id="19" name="Oval 18"/>
            <p:cNvSpPr/>
            <p:nvPr/>
          </p:nvSpPr>
          <p:spPr>
            <a:xfrm>
              <a:off x="3717036" y="3941063"/>
              <a:ext cx="91440" cy="91440"/>
            </a:xfrm>
            <a:prstGeom prst="ellipse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3899916" y="3813048"/>
              <a:ext cx="2199132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설계서</a:t>
              </a:r>
            </a:p>
          </p:txBody>
        </p:sp>
        <p:sp>
          <p:nvSpPr>
            <p:cNvPr id="21" name="Oval 20"/>
            <p:cNvSpPr/>
            <p:nvPr/>
          </p:nvSpPr>
          <p:spPr>
            <a:xfrm>
              <a:off x="3717036" y="4507992"/>
              <a:ext cx="91440" cy="91440"/>
            </a:xfrm>
            <a:prstGeom prst="ellipse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3899916" y="4379976"/>
              <a:ext cx="2199132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개발산출물</a:t>
              </a:r>
            </a:p>
          </p:txBody>
        </p:sp>
        <p:sp>
          <p:nvSpPr>
            <p:cNvPr id="23" name="Chevron 22"/>
            <p:cNvSpPr/>
            <p:nvPr/>
          </p:nvSpPr>
          <p:spPr>
            <a:xfrm>
              <a:off x="5952744" y="1554480"/>
              <a:ext cx="2912364" cy="868680"/>
            </a:xfrm>
            <a:prstGeom prst="chevron">
              <a:avLst/>
            </a:prstGeom>
            <a:solidFill>
              <a:srgbClr val="2A4A7F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3단계  기본설계</a:t>
              </a:r>
            </a:p>
          </p:txBody>
        </p:sp>
        <p:sp>
          <p:nvSpPr>
            <p:cNvPr id="24" name="Rounded Rectangle 23"/>
            <p:cNvSpPr/>
            <p:nvPr/>
          </p:nvSpPr>
          <p:spPr>
            <a:xfrm>
              <a:off x="6208776" y="2788920"/>
              <a:ext cx="2656332" cy="2880360"/>
            </a:xfrm>
            <a:prstGeom prst="roundRect">
              <a:avLst/>
            </a:prstGeom>
            <a:solidFill>
              <a:srgbClr val="F7F9FC"/>
            </a:solidFill>
            <a:ln w="15875">
              <a:solidFill>
                <a:srgbClr val="2A4A7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6281928" y="2880360"/>
              <a:ext cx="2510028" cy="31089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000" b="1">
                  <a:solidFill>
                    <a:srgbClr val="2A4A7F"/>
                  </a:solidFill>
                  <a:latin typeface="Pretendard"/>
                  <a:ea typeface="Pretendard"/>
                  <a:cs typeface="Pretendard"/>
                </a:rPr>
                <a:t>주요 산출물</a:t>
              </a:r>
            </a:p>
          </p:txBody>
        </p:sp>
        <p:sp>
          <p:nvSpPr>
            <p:cNvPr id="26" name="Oval 25"/>
            <p:cNvSpPr/>
            <p:nvPr/>
          </p:nvSpPr>
          <p:spPr>
            <a:xfrm>
              <a:off x="6373368" y="3374136"/>
              <a:ext cx="91440" cy="91440"/>
            </a:xfrm>
            <a:prstGeom prst="ellipse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6556248" y="3246120"/>
              <a:ext cx="2199132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설계서</a:t>
              </a:r>
            </a:p>
          </p:txBody>
        </p:sp>
        <p:sp>
          <p:nvSpPr>
            <p:cNvPr id="28" name="Oval 27"/>
            <p:cNvSpPr/>
            <p:nvPr/>
          </p:nvSpPr>
          <p:spPr>
            <a:xfrm>
              <a:off x="6373368" y="3941063"/>
              <a:ext cx="91440" cy="91440"/>
            </a:xfrm>
            <a:prstGeom prst="ellipse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6556248" y="3813048"/>
              <a:ext cx="2199132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개발산출물</a:t>
              </a:r>
            </a:p>
          </p:txBody>
        </p:sp>
        <p:sp>
          <p:nvSpPr>
            <p:cNvPr id="30" name="Oval 29"/>
            <p:cNvSpPr/>
            <p:nvPr/>
          </p:nvSpPr>
          <p:spPr>
            <a:xfrm>
              <a:off x="6373368" y="4507992"/>
              <a:ext cx="91440" cy="91440"/>
            </a:xfrm>
            <a:prstGeom prst="ellipse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6556248" y="4379976"/>
              <a:ext cx="2199132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시험결과서</a:t>
              </a:r>
            </a:p>
          </p:txBody>
        </p:sp>
        <p:sp>
          <p:nvSpPr>
            <p:cNvPr id="32" name="Chevron 31"/>
            <p:cNvSpPr/>
            <p:nvPr/>
          </p:nvSpPr>
          <p:spPr>
            <a:xfrm>
              <a:off x="8609076" y="1554480"/>
              <a:ext cx="2912364" cy="868680"/>
            </a:xfrm>
            <a:prstGeom prst="chevron">
              <a:avLst/>
            </a:prstGeom>
            <a:solidFill>
              <a:srgbClr val="7B2D8E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4단계  상세설계</a:t>
              </a:r>
            </a:p>
          </p:txBody>
        </p:sp>
        <p:sp>
          <p:nvSpPr>
            <p:cNvPr id="33" name="Rounded Rectangle 32"/>
            <p:cNvSpPr/>
            <p:nvPr/>
          </p:nvSpPr>
          <p:spPr>
            <a:xfrm>
              <a:off x="8865107" y="2788920"/>
              <a:ext cx="2656332" cy="2880360"/>
            </a:xfrm>
            <a:prstGeom prst="roundRect">
              <a:avLst/>
            </a:prstGeom>
            <a:solidFill>
              <a:srgbClr val="F7F9FC"/>
            </a:solidFill>
            <a:ln w="15875">
              <a:solidFill>
                <a:srgbClr val="7B2D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8938259" y="2880360"/>
              <a:ext cx="2510028" cy="31089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000" b="1">
                  <a:solidFill>
                    <a:srgbClr val="7B2D8E"/>
                  </a:solidFill>
                  <a:latin typeface="Pretendard"/>
                  <a:ea typeface="Pretendard"/>
                  <a:cs typeface="Pretendard"/>
                </a:rPr>
                <a:t>주요 산출물</a:t>
              </a:r>
            </a:p>
          </p:txBody>
        </p:sp>
        <p:sp>
          <p:nvSpPr>
            <p:cNvPr id="35" name="Oval 34"/>
            <p:cNvSpPr/>
            <p:nvPr/>
          </p:nvSpPr>
          <p:spPr>
            <a:xfrm>
              <a:off x="9029699" y="3374136"/>
              <a:ext cx="91440" cy="91440"/>
            </a:xfrm>
            <a:prstGeom prst="ellipse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9212580" y="3246120"/>
              <a:ext cx="2199132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개발산출물</a:t>
              </a:r>
            </a:p>
          </p:txBody>
        </p:sp>
        <p:sp>
          <p:nvSpPr>
            <p:cNvPr id="37" name="Oval 36"/>
            <p:cNvSpPr/>
            <p:nvPr/>
          </p:nvSpPr>
          <p:spPr>
            <a:xfrm>
              <a:off x="9029699" y="3941063"/>
              <a:ext cx="91440" cy="91440"/>
            </a:xfrm>
            <a:prstGeom prst="ellipse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9212580" y="3813048"/>
              <a:ext cx="2199132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시험결과서</a:t>
              </a:r>
            </a:p>
          </p:txBody>
        </p:sp>
        <p:sp>
          <p:nvSpPr>
            <p:cNvPr id="39" name="Oval 38"/>
            <p:cNvSpPr/>
            <p:nvPr/>
          </p:nvSpPr>
          <p:spPr>
            <a:xfrm>
              <a:off x="9029699" y="4507992"/>
              <a:ext cx="91440" cy="91440"/>
            </a:xfrm>
            <a:prstGeom prst="ellipse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9212580" y="4379976"/>
              <a:ext cx="2199132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완료보고서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TML-092</a:t>
            </a:r>
          </a:p>
        </p:txBody>
      </p:sp>
      <p:grpSp>
        <p:nvGrpSpPr>
          <p:cNvPr id="50" name="asset:TML-092"/>
          <p:cNvGrpSpPr/>
          <p:nvPr/>
        </p:nvGrpSpPr>
        <p:grpSpPr>
          <a:xfrm>
            <a:off x="502920" y="475488"/>
            <a:ext cx="11155680" cy="5193792"/>
            <a:chOff x="502920" y="475488"/>
            <a:chExt cx="11155680" cy="5193792"/>
          </a:xfrm>
        </p:grpSpPr>
        <p:sp>
          <p:nvSpPr>
            <p:cNvPr id="3" name="TextBox 2"/>
            <p:cNvSpPr txBox="1"/>
            <p:nvPr/>
          </p:nvSpPr>
          <p:spPr>
            <a:xfrm>
              <a:off x="502920" y="475488"/>
              <a:ext cx="111556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8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단계 로드맵 (5 셰브론 + 산출물)</a:t>
              </a: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502920" y="932688"/>
              <a:ext cx="1115568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셰브론으로 단계 흐름을 잇고 각 단계 아래 산출물 배치</a:t>
              </a:r>
            </a:p>
          </p:txBody>
        </p:sp>
        <p:sp>
          <p:nvSpPr>
            <p:cNvPr id="5" name="Chevron 4"/>
            <p:cNvSpPr/>
            <p:nvPr/>
          </p:nvSpPr>
          <p:spPr>
            <a:xfrm>
              <a:off x="640080" y="1554480"/>
              <a:ext cx="2381097" cy="868680"/>
            </a:xfrm>
            <a:prstGeom prst="chevron">
              <a:avLst/>
            </a:prstGeom>
            <a:solidFill>
              <a:srgbClr val="1F9E8F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1단계  착수·분석</a:t>
              </a:r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640080" y="2788920"/>
              <a:ext cx="2381097" cy="2880360"/>
            </a:xfrm>
            <a:prstGeom prst="roundRect">
              <a:avLst/>
            </a:prstGeom>
            <a:solidFill>
              <a:srgbClr val="F7F9FC"/>
            </a:solidFill>
            <a:ln w="15875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713231" y="2880360"/>
              <a:ext cx="2234793" cy="31089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000" b="1">
                  <a:solidFill>
                    <a:srgbClr val="1F9E8F"/>
                  </a:solidFill>
                  <a:latin typeface="Pretendard"/>
                  <a:ea typeface="Pretendard"/>
                  <a:cs typeface="Pretendard"/>
                </a:rPr>
                <a:t>주요 산출물</a:t>
              </a:r>
            </a:p>
          </p:txBody>
        </p:sp>
        <p:sp>
          <p:nvSpPr>
            <p:cNvPr id="8" name="Oval 7"/>
            <p:cNvSpPr/>
            <p:nvPr/>
          </p:nvSpPr>
          <p:spPr>
            <a:xfrm>
              <a:off x="804671" y="3374136"/>
              <a:ext cx="91440" cy="91440"/>
            </a:xfrm>
            <a:prstGeom prst="ellipse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987552" y="3246120"/>
              <a:ext cx="1923897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착수보고서</a:t>
              </a:r>
            </a:p>
          </p:txBody>
        </p:sp>
        <p:sp>
          <p:nvSpPr>
            <p:cNvPr id="10" name="Oval 9"/>
            <p:cNvSpPr/>
            <p:nvPr/>
          </p:nvSpPr>
          <p:spPr>
            <a:xfrm>
              <a:off x="804671" y="3941063"/>
              <a:ext cx="91440" cy="91440"/>
            </a:xfrm>
            <a:prstGeom prst="ellipse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987552" y="3813048"/>
              <a:ext cx="1923897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요구정의서</a:t>
              </a:r>
            </a:p>
          </p:txBody>
        </p:sp>
        <p:sp>
          <p:nvSpPr>
            <p:cNvPr id="12" name="Oval 11"/>
            <p:cNvSpPr/>
            <p:nvPr/>
          </p:nvSpPr>
          <p:spPr>
            <a:xfrm>
              <a:off x="804671" y="4507992"/>
              <a:ext cx="91440" cy="91440"/>
            </a:xfrm>
            <a:prstGeom prst="ellipse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987552" y="4379976"/>
              <a:ext cx="1923897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설계서</a:t>
              </a:r>
            </a:p>
          </p:txBody>
        </p:sp>
        <p:sp>
          <p:nvSpPr>
            <p:cNvPr id="14" name="Chevron 13"/>
            <p:cNvSpPr/>
            <p:nvPr/>
          </p:nvSpPr>
          <p:spPr>
            <a:xfrm>
              <a:off x="2765145" y="1554480"/>
              <a:ext cx="2381097" cy="868680"/>
            </a:xfrm>
            <a:prstGeom prst="chevron">
              <a:avLst/>
            </a:prstGeom>
            <a:solidFill>
              <a:srgbClr val="29ABE2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2단계  요구정의</a:t>
              </a:r>
            </a:p>
          </p:txBody>
        </p:sp>
        <p:sp>
          <p:nvSpPr>
            <p:cNvPr id="15" name="Rounded Rectangle 14"/>
            <p:cNvSpPr/>
            <p:nvPr/>
          </p:nvSpPr>
          <p:spPr>
            <a:xfrm>
              <a:off x="3021177" y="2788920"/>
              <a:ext cx="2125065" cy="2880360"/>
            </a:xfrm>
            <a:prstGeom prst="roundRect">
              <a:avLst/>
            </a:prstGeom>
            <a:solidFill>
              <a:srgbClr val="F7F9FC"/>
            </a:solidFill>
            <a:ln w="15875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3094329" y="2880360"/>
              <a:ext cx="1978761" cy="31089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000" b="1">
                  <a:solidFill>
                    <a:srgbClr val="29ABE2"/>
                  </a:solidFill>
                  <a:latin typeface="Pretendard"/>
                  <a:ea typeface="Pretendard"/>
                  <a:cs typeface="Pretendard"/>
                </a:rPr>
                <a:t>주요 산출물</a:t>
              </a:r>
            </a:p>
          </p:txBody>
        </p:sp>
        <p:sp>
          <p:nvSpPr>
            <p:cNvPr id="17" name="Oval 16"/>
            <p:cNvSpPr/>
            <p:nvPr/>
          </p:nvSpPr>
          <p:spPr>
            <a:xfrm>
              <a:off x="3185769" y="3374136"/>
              <a:ext cx="91440" cy="91440"/>
            </a:xfrm>
            <a:prstGeom prst="ellipse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3368649" y="3246120"/>
              <a:ext cx="1667865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요구정의서</a:t>
              </a:r>
            </a:p>
          </p:txBody>
        </p:sp>
        <p:sp>
          <p:nvSpPr>
            <p:cNvPr id="19" name="Oval 18"/>
            <p:cNvSpPr/>
            <p:nvPr/>
          </p:nvSpPr>
          <p:spPr>
            <a:xfrm>
              <a:off x="3185769" y="3941063"/>
              <a:ext cx="91440" cy="91440"/>
            </a:xfrm>
            <a:prstGeom prst="ellipse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3368649" y="3813048"/>
              <a:ext cx="1667865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설계서</a:t>
              </a:r>
            </a:p>
          </p:txBody>
        </p:sp>
        <p:sp>
          <p:nvSpPr>
            <p:cNvPr id="21" name="Oval 20"/>
            <p:cNvSpPr/>
            <p:nvPr/>
          </p:nvSpPr>
          <p:spPr>
            <a:xfrm>
              <a:off x="3185769" y="4507992"/>
              <a:ext cx="91440" cy="91440"/>
            </a:xfrm>
            <a:prstGeom prst="ellipse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3368649" y="4379976"/>
              <a:ext cx="1667865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개발산출물</a:t>
              </a:r>
            </a:p>
          </p:txBody>
        </p:sp>
        <p:sp>
          <p:nvSpPr>
            <p:cNvPr id="23" name="Chevron 22"/>
            <p:cNvSpPr/>
            <p:nvPr/>
          </p:nvSpPr>
          <p:spPr>
            <a:xfrm>
              <a:off x="4890211" y="1554480"/>
              <a:ext cx="2381097" cy="868680"/>
            </a:xfrm>
            <a:prstGeom prst="chevron">
              <a:avLst/>
            </a:prstGeom>
            <a:solidFill>
              <a:srgbClr val="2A4A7F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3단계  기본설계</a:t>
              </a:r>
            </a:p>
          </p:txBody>
        </p:sp>
        <p:sp>
          <p:nvSpPr>
            <p:cNvPr id="24" name="Rounded Rectangle 23"/>
            <p:cNvSpPr/>
            <p:nvPr/>
          </p:nvSpPr>
          <p:spPr>
            <a:xfrm>
              <a:off x="5146243" y="2788920"/>
              <a:ext cx="2125065" cy="2880360"/>
            </a:xfrm>
            <a:prstGeom prst="roundRect">
              <a:avLst/>
            </a:prstGeom>
            <a:solidFill>
              <a:srgbClr val="F7F9FC"/>
            </a:solidFill>
            <a:ln w="15875">
              <a:solidFill>
                <a:srgbClr val="2A4A7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5219395" y="2880360"/>
              <a:ext cx="1978761" cy="31089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000" b="1">
                  <a:solidFill>
                    <a:srgbClr val="2A4A7F"/>
                  </a:solidFill>
                  <a:latin typeface="Pretendard"/>
                  <a:ea typeface="Pretendard"/>
                  <a:cs typeface="Pretendard"/>
                </a:rPr>
                <a:t>주요 산출물</a:t>
              </a:r>
            </a:p>
          </p:txBody>
        </p:sp>
        <p:sp>
          <p:nvSpPr>
            <p:cNvPr id="26" name="Oval 25"/>
            <p:cNvSpPr/>
            <p:nvPr/>
          </p:nvSpPr>
          <p:spPr>
            <a:xfrm>
              <a:off x="5310835" y="3374136"/>
              <a:ext cx="91440" cy="91440"/>
            </a:xfrm>
            <a:prstGeom prst="ellipse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5493715" y="3246120"/>
              <a:ext cx="1667865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설계서</a:t>
              </a:r>
            </a:p>
          </p:txBody>
        </p:sp>
        <p:sp>
          <p:nvSpPr>
            <p:cNvPr id="28" name="Oval 27"/>
            <p:cNvSpPr/>
            <p:nvPr/>
          </p:nvSpPr>
          <p:spPr>
            <a:xfrm>
              <a:off x="5310835" y="3941063"/>
              <a:ext cx="91440" cy="91440"/>
            </a:xfrm>
            <a:prstGeom prst="ellipse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5493715" y="3813048"/>
              <a:ext cx="1667865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개발산출물</a:t>
              </a:r>
            </a:p>
          </p:txBody>
        </p:sp>
        <p:sp>
          <p:nvSpPr>
            <p:cNvPr id="30" name="Oval 29"/>
            <p:cNvSpPr/>
            <p:nvPr/>
          </p:nvSpPr>
          <p:spPr>
            <a:xfrm>
              <a:off x="5310835" y="4507992"/>
              <a:ext cx="91440" cy="91440"/>
            </a:xfrm>
            <a:prstGeom prst="ellipse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5493715" y="4379976"/>
              <a:ext cx="1667865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시험결과서</a:t>
              </a:r>
            </a:p>
          </p:txBody>
        </p:sp>
        <p:sp>
          <p:nvSpPr>
            <p:cNvPr id="32" name="Chevron 31"/>
            <p:cNvSpPr/>
            <p:nvPr/>
          </p:nvSpPr>
          <p:spPr>
            <a:xfrm>
              <a:off x="7015276" y="1554480"/>
              <a:ext cx="2381097" cy="868680"/>
            </a:xfrm>
            <a:prstGeom prst="chevron">
              <a:avLst/>
            </a:prstGeom>
            <a:solidFill>
              <a:srgbClr val="7B2D8E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4단계  상세설계</a:t>
              </a:r>
            </a:p>
          </p:txBody>
        </p:sp>
        <p:sp>
          <p:nvSpPr>
            <p:cNvPr id="33" name="Rounded Rectangle 32"/>
            <p:cNvSpPr/>
            <p:nvPr/>
          </p:nvSpPr>
          <p:spPr>
            <a:xfrm>
              <a:off x="7271308" y="2788920"/>
              <a:ext cx="2125065" cy="2880360"/>
            </a:xfrm>
            <a:prstGeom prst="roundRect">
              <a:avLst/>
            </a:prstGeom>
            <a:solidFill>
              <a:srgbClr val="F7F9FC"/>
            </a:solidFill>
            <a:ln w="15875">
              <a:solidFill>
                <a:srgbClr val="7B2D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7344460" y="2880360"/>
              <a:ext cx="1978761" cy="31089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000" b="1">
                  <a:solidFill>
                    <a:srgbClr val="7B2D8E"/>
                  </a:solidFill>
                  <a:latin typeface="Pretendard"/>
                  <a:ea typeface="Pretendard"/>
                  <a:cs typeface="Pretendard"/>
                </a:rPr>
                <a:t>주요 산출물</a:t>
              </a:r>
            </a:p>
          </p:txBody>
        </p:sp>
        <p:sp>
          <p:nvSpPr>
            <p:cNvPr id="35" name="Oval 34"/>
            <p:cNvSpPr/>
            <p:nvPr/>
          </p:nvSpPr>
          <p:spPr>
            <a:xfrm>
              <a:off x="7435900" y="3374136"/>
              <a:ext cx="91440" cy="91440"/>
            </a:xfrm>
            <a:prstGeom prst="ellipse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7618780" y="3246120"/>
              <a:ext cx="1667865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개발산출물</a:t>
              </a:r>
            </a:p>
          </p:txBody>
        </p:sp>
        <p:sp>
          <p:nvSpPr>
            <p:cNvPr id="37" name="Oval 36"/>
            <p:cNvSpPr/>
            <p:nvPr/>
          </p:nvSpPr>
          <p:spPr>
            <a:xfrm>
              <a:off x="7435900" y="3941063"/>
              <a:ext cx="91440" cy="91440"/>
            </a:xfrm>
            <a:prstGeom prst="ellipse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7618780" y="3813048"/>
              <a:ext cx="1667865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시험결과서</a:t>
              </a:r>
            </a:p>
          </p:txBody>
        </p:sp>
        <p:sp>
          <p:nvSpPr>
            <p:cNvPr id="39" name="Oval 38"/>
            <p:cNvSpPr/>
            <p:nvPr/>
          </p:nvSpPr>
          <p:spPr>
            <a:xfrm>
              <a:off x="7435900" y="4507992"/>
              <a:ext cx="91440" cy="91440"/>
            </a:xfrm>
            <a:prstGeom prst="ellipse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7618780" y="4379976"/>
              <a:ext cx="1667865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완료보고서</a:t>
              </a:r>
            </a:p>
          </p:txBody>
        </p:sp>
        <p:sp>
          <p:nvSpPr>
            <p:cNvPr id="41" name="Chevron 40"/>
            <p:cNvSpPr/>
            <p:nvPr/>
          </p:nvSpPr>
          <p:spPr>
            <a:xfrm>
              <a:off x="9140342" y="1554480"/>
              <a:ext cx="2381097" cy="868680"/>
            </a:xfrm>
            <a:prstGeom prst="chevron">
              <a:avLst/>
            </a:prstGeom>
            <a:solidFill>
              <a:srgbClr val="2E75D6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5단계  시스템개발</a:t>
              </a:r>
            </a:p>
          </p:txBody>
        </p:sp>
        <p:sp>
          <p:nvSpPr>
            <p:cNvPr id="42" name="Rounded Rectangle 41"/>
            <p:cNvSpPr/>
            <p:nvPr/>
          </p:nvSpPr>
          <p:spPr>
            <a:xfrm>
              <a:off x="9396374" y="2788920"/>
              <a:ext cx="2125065" cy="2880360"/>
            </a:xfrm>
            <a:prstGeom prst="roundRect">
              <a:avLst/>
            </a:prstGeom>
            <a:solidFill>
              <a:srgbClr val="F7F9FC"/>
            </a:solidFill>
            <a:ln w="15875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9469526" y="2880360"/>
              <a:ext cx="1978761" cy="31089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000" b="1">
                  <a:solidFill>
                    <a:srgbClr val="2E75D6"/>
                  </a:solidFill>
                  <a:latin typeface="Pretendard"/>
                  <a:ea typeface="Pretendard"/>
                  <a:cs typeface="Pretendard"/>
                </a:rPr>
                <a:t>주요 산출물</a:t>
              </a:r>
            </a:p>
          </p:txBody>
        </p:sp>
        <p:sp>
          <p:nvSpPr>
            <p:cNvPr id="44" name="Oval 43"/>
            <p:cNvSpPr/>
            <p:nvPr/>
          </p:nvSpPr>
          <p:spPr>
            <a:xfrm>
              <a:off x="9560966" y="3374136"/>
              <a:ext cx="91440" cy="91440"/>
            </a:xfrm>
            <a:prstGeom prst="ellipse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9743846" y="3246120"/>
              <a:ext cx="1667865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시험결과서</a:t>
              </a:r>
            </a:p>
          </p:txBody>
        </p:sp>
        <p:sp>
          <p:nvSpPr>
            <p:cNvPr id="46" name="Oval 45"/>
            <p:cNvSpPr/>
            <p:nvPr/>
          </p:nvSpPr>
          <p:spPr>
            <a:xfrm>
              <a:off x="9560966" y="3941063"/>
              <a:ext cx="91440" cy="91440"/>
            </a:xfrm>
            <a:prstGeom prst="ellipse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9743846" y="3813048"/>
              <a:ext cx="1667865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완료보고서</a:t>
              </a:r>
            </a:p>
          </p:txBody>
        </p:sp>
        <p:sp>
          <p:nvSpPr>
            <p:cNvPr id="48" name="Oval 47"/>
            <p:cNvSpPr/>
            <p:nvPr/>
          </p:nvSpPr>
          <p:spPr>
            <a:xfrm>
              <a:off x="9560966" y="4507992"/>
              <a:ext cx="91440" cy="91440"/>
            </a:xfrm>
            <a:prstGeom prst="ellipse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9743846" y="4379976"/>
              <a:ext cx="1667865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착수보고서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TML-104</a:t>
            </a:r>
          </a:p>
        </p:txBody>
      </p:sp>
      <p:grpSp>
        <p:nvGrpSpPr>
          <p:cNvPr id="59" name="asset:TML-104"/>
          <p:cNvGrpSpPr/>
          <p:nvPr/>
        </p:nvGrpSpPr>
        <p:grpSpPr>
          <a:xfrm>
            <a:off x="502920" y="475488"/>
            <a:ext cx="11155680" cy="5193792"/>
            <a:chOff x="502920" y="475488"/>
            <a:chExt cx="11155680" cy="5193792"/>
          </a:xfrm>
        </p:grpSpPr>
        <p:sp>
          <p:nvSpPr>
            <p:cNvPr id="3" name="TextBox 2"/>
            <p:cNvSpPr txBox="1"/>
            <p:nvPr/>
          </p:nvSpPr>
          <p:spPr>
            <a:xfrm>
              <a:off x="502920" y="475488"/>
              <a:ext cx="111556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8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단계 로드맵 (6 셰브론 + 산출물)</a:t>
              </a: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502920" y="932688"/>
              <a:ext cx="1115568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셰브론으로 단계 흐름을 잇고 각 단계 아래 산출물 배치</a:t>
              </a:r>
            </a:p>
          </p:txBody>
        </p:sp>
        <p:sp>
          <p:nvSpPr>
            <p:cNvPr id="5" name="Chevron 4"/>
            <p:cNvSpPr/>
            <p:nvPr/>
          </p:nvSpPr>
          <p:spPr>
            <a:xfrm>
              <a:off x="640080" y="1554480"/>
              <a:ext cx="2026920" cy="868680"/>
            </a:xfrm>
            <a:prstGeom prst="chevron">
              <a:avLst/>
            </a:prstGeom>
            <a:solidFill>
              <a:srgbClr val="1F9E8F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1단계  착수·분석</a:t>
              </a:r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640080" y="2788920"/>
              <a:ext cx="2026920" cy="2880360"/>
            </a:xfrm>
            <a:prstGeom prst="roundRect">
              <a:avLst/>
            </a:prstGeom>
            <a:solidFill>
              <a:srgbClr val="F7F9FC"/>
            </a:solidFill>
            <a:ln w="15875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713231" y="2880360"/>
              <a:ext cx="1880616" cy="31089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000" b="1">
                  <a:solidFill>
                    <a:srgbClr val="1F9E8F"/>
                  </a:solidFill>
                  <a:latin typeface="Pretendard"/>
                  <a:ea typeface="Pretendard"/>
                  <a:cs typeface="Pretendard"/>
                </a:rPr>
                <a:t>주요 산출물</a:t>
              </a:r>
            </a:p>
          </p:txBody>
        </p:sp>
        <p:sp>
          <p:nvSpPr>
            <p:cNvPr id="8" name="Oval 7"/>
            <p:cNvSpPr/>
            <p:nvPr/>
          </p:nvSpPr>
          <p:spPr>
            <a:xfrm>
              <a:off x="804671" y="3374136"/>
              <a:ext cx="91440" cy="91440"/>
            </a:xfrm>
            <a:prstGeom prst="ellipse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987552" y="3246120"/>
              <a:ext cx="156972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착수보고서</a:t>
              </a:r>
            </a:p>
          </p:txBody>
        </p:sp>
        <p:sp>
          <p:nvSpPr>
            <p:cNvPr id="10" name="Oval 9"/>
            <p:cNvSpPr/>
            <p:nvPr/>
          </p:nvSpPr>
          <p:spPr>
            <a:xfrm>
              <a:off x="804671" y="3941063"/>
              <a:ext cx="91440" cy="91440"/>
            </a:xfrm>
            <a:prstGeom prst="ellipse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987552" y="3813048"/>
              <a:ext cx="156972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요구정의서</a:t>
              </a:r>
            </a:p>
          </p:txBody>
        </p:sp>
        <p:sp>
          <p:nvSpPr>
            <p:cNvPr id="12" name="Oval 11"/>
            <p:cNvSpPr/>
            <p:nvPr/>
          </p:nvSpPr>
          <p:spPr>
            <a:xfrm>
              <a:off x="804671" y="4507992"/>
              <a:ext cx="91440" cy="91440"/>
            </a:xfrm>
            <a:prstGeom prst="ellipse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987552" y="4379976"/>
              <a:ext cx="156972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설계서</a:t>
              </a:r>
            </a:p>
          </p:txBody>
        </p:sp>
        <p:sp>
          <p:nvSpPr>
            <p:cNvPr id="14" name="Chevron 13"/>
            <p:cNvSpPr/>
            <p:nvPr/>
          </p:nvSpPr>
          <p:spPr>
            <a:xfrm>
              <a:off x="2410968" y="1554480"/>
              <a:ext cx="2026920" cy="868680"/>
            </a:xfrm>
            <a:prstGeom prst="chevron">
              <a:avLst/>
            </a:prstGeom>
            <a:solidFill>
              <a:srgbClr val="29ABE2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2단계  요구정의</a:t>
              </a:r>
            </a:p>
          </p:txBody>
        </p:sp>
        <p:sp>
          <p:nvSpPr>
            <p:cNvPr id="15" name="Rounded Rectangle 14"/>
            <p:cNvSpPr/>
            <p:nvPr/>
          </p:nvSpPr>
          <p:spPr>
            <a:xfrm>
              <a:off x="2667000" y="2788920"/>
              <a:ext cx="1770888" cy="2880360"/>
            </a:xfrm>
            <a:prstGeom prst="roundRect">
              <a:avLst/>
            </a:prstGeom>
            <a:solidFill>
              <a:srgbClr val="F7F9FC"/>
            </a:solidFill>
            <a:ln w="15875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2740152" y="2880360"/>
              <a:ext cx="1624584" cy="31089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000" b="1">
                  <a:solidFill>
                    <a:srgbClr val="29ABE2"/>
                  </a:solidFill>
                  <a:latin typeface="Pretendard"/>
                  <a:ea typeface="Pretendard"/>
                  <a:cs typeface="Pretendard"/>
                </a:rPr>
                <a:t>주요 산출물</a:t>
              </a:r>
            </a:p>
          </p:txBody>
        </p:sp>
        <p:sp>
          <p:nvSpPr>
            <p:cNvPr id="17" name="Oval 16"/>
            <p:cNvSpPr/>
            <p:nvPr/>
          </p:nvSpPr>
          <p:spPr>
            <a:xfrm>
              <a:off x="2831592" y="3374136"/>
              <a:ext cx="91440" cy="91440"/>
            </a:xfrm>
            <a:prstGeom prst="ellipse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3014472" y="3246120"/>
              <a:ext cx="1313688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요구정의서</a:t>
              </a:r>
            </a:p>
          </p:txBody>
        </p:sp>
        <p:sp>
          <p:nvSpPr>
            <p:cNvPr id="19" name="Oval 18"/>
            <p:cNvSpPr/>
            <p:nvPr/>
          </p:nvSpPr>
          <p:spPr>
            <a:xfrm>
              <a:off x="2831592" y="3941063"/>
              <a:ext cx="91440" cy="91440"/>
            </a:xfrm>
            <a:prstGeom prst="ellipse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3014472" y="3813048"/>
              <a:ext cx="1313688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설계서</a:t>
              </a:r>
            </a:p>
          </p:txBody>
        </p:sp>
        <p:sp>
          <p:nvSpPr>
            <p:cNvPr id="21" name="Oval 20"/>
            <p:cNvSpPr/>
            <p:nvPr/>
          </p:nvSpPr>
          <p:spPr>
            <a:xfrm>
              <a:off x="2831592" y="4507992"/>
              <a:ext cx="91440" cy="91440"/>
            </a:xfrm>
            <a:prstGeom prst="ellipse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3014472" y="4379976"/>
              <a:ext cx="1313688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개발산출물</a:t>
              </a:r>
            </a:p>
          </p:txBody>
        </p:sp>
        <p:sp>
          <p:nvSpPr>
            <p:cNvPr id="23" name="Chevron 22"/>
            <p:cNvSpPr/>
            <p:nvPr/>
          </p:nvSpPr>
          <p:spPr>
            <a:xfrm>
              <a:off x="4181856" y="1554480"/>
              <a:ext cx="2026920" cy="868680"/>
            </a:xfrm>
            <a:prstGeom prst="chevron">
              <a:avLst/>
            </a:prstGeom>
            <a:solidFill>
              <a:srgbClr val="2A4A7F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3단계  기본설계</a:t>
              </a:r>
            </a:p>
          </p:txBody>
        </p:sp>
        <p:sp>
          <p:nvSpPr>
            <p:cNvPr id="24" name="Rounded Rectangle 23"/>
            <p:cNvSpPr/>
            <p:nvPr/>
          </p:nvSpPr>
          <p:spPr>
            <a:xfrm>
              <a:off x="4437888" y="2788920"/>
              <a:ext cx="1770888" cy="2880360"/>
            </a:xfrm>
            <a:prstGeom prst="roundRect">
              <a:avLst/>
            </a:prstGeom>
            <a:solidFill>
              <a:srgbClr val="F7F9FC"/>
            </a:solidFill>
            <a:ln w="15875">
              <a:solidFill>
                <a:srgbClr val="2A4A7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4511040" y="2880360"/>
              <a:ext cx="1624584" cy="31089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000" b="1">
                  <a:solidFill>
                    <a:srgbClr val="2A4A7F"/>
                  </a:solidFill>
                  <a:latin typeface="Pretendard"/>
                  <a:ea typeface="Pretendard"/>
                  <a:cs typeface="Pretendard"/>
                </a:rPr>
                <a:t>주요 산출물</a:t>
              </a:r>
            </a:p>
          </p:txBody>
        </p:sp>
        <p:sp>
          <p:nvSpPr>
            <p:cNvPr id="26" name="Oval 25"/>
            <p:cNvSpPr/>
            <p:nvPr/>
          </p:nvSpPr>
          <p:spPr>
            <a:xfrm>
              <a:off x="4602480" y="3374136"/>
              <a:ext cx="91440" cy="91440"/>
            </a:xfrm>
            <a:prstGeom prst="ellipse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4785360" y="3246120"/>
              <a:ext cx="1313688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설계서</a:t>
              </a:r>
            </a:p>
          </p:txBody>
        </p:sp>
        <p:sp>
          <p:nvSpPr>
            <p:cNvPr id="28" name="Oval 27"/>
            <p:cNvSpPr/>
            <p:nvPr/>
          </p:nvSpPr>
          <p:spPr>
            <a:xfrm>
              <a:off x="4602480" y="3941063"/>
              <a:ext cx="91440" cy="91440"/>
            </a:xfrm>
            <a:prstGeom prst="ellipse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4785360" y="3813048"/>
              <a:ext cx="1313688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개발산출물</a:t>
              </a:r>
            </a:p>
          </p:txBody>
        </p:sp>
        <p:sp>
          <p:nvSpPr>
            <p:cNvPr id="30" name="Oval 29"/>
            <p:cNvSpPr/>
            <p:nvPr/>
          </p:nvSpPr>
          <p:spPr>
            <a:xfrm>
              <a:off x="4602480" y="4507992"/>
              <a:ext cx="91440" cy="91440"/>
            </a:xfrm>
            <a:prstGeom prst="ellipse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4785360" y="4379976"/>
              <a:ext cx="1313688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시험결과서</a:t>
              </a:r>
            </a:p>
          </p:txBody>
        </p:sp>
        <p:sp>
          <p:nvSpPr>
            <p:cNvPr id="32" name="Chevron 31"/>
            <p:cNvSpPr/>
            <p:nvPr/>
          </p:nvSpPr>
          <p:spPr>
            <a:xfrm>
              <a:off x="5952744" y="1554480"/>
              <a:ext cx="2026920" cy="868680"/>
            </a:xfrm>
            <a:prstGeom prst="chevron">
              <a:avLst/>
            </a:prstGeom>
            <a:solidFill>
              <a:srgbClr val="7B2D8E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4단계  상세설계</a:t>
              </a:r>
            </a:p>
          </p:txBody>
        </p:sp>
        <p:sp>
          <p:nvSpPr>
            <p:cNvPr id="33" name="Rounded Rectangle 32"/>
            <p:cNvSpPr/>
            <p:nvPr/>
          </p:nvSpPr>
          <p:spPr>
            <a:xfrm>
              <a:off x="6208776" y="2788920"/>
              <a:ext cx="1770888" cy="2880360"/>
            </a:xfrm>
            <a:prstGeom prst="roundRect">
              <a:avLst/>
            </a:prstGeom>
            <a:solidFill>
              <a:srgbClr val="F7F9FC"/>
            </a:solidFill>
            <a:ln w="15875">
              <a:solidFill>
                <a:srgbClr val="7B2D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6281928" y="2880360"/>
              <a:ext cx="1624584" cy="31089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000" b="1">
                  <a:solidFill>
                    <a:srgbClr val="7B2D8E"/>
                  </a:solidFill>
                  <a:latin typeface="Pretendard"/>
                  <a:ea typeface="Pretendard"/>
                  <a:cs typeface="Pretendard"/>
                </a:rPr>
                <a:t>주요 산출물</a:t>
              </a:r>
            </a:p>
          </p:txBody>
        </p:sp>
        <p:sp>
          <p:nvSpPr>
            <p:cNvPr id="35" name="Oval 34"/>
            <p:cNvSpPr/>
            <p:nvPr/>
          </p:nvSpPr>
          <p:spPr>
            <a:xfrm>
              <a:off x="6373368" y="3374136"/>
              <a:ext cx="91440" cy="91440"/>
            </a:xfrm>
            <a:prstGeom prst="ellipse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6556248" y="3246120"/>
              <a:ext cx="1313688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개발산출물</a:t>
              </a:r>
            </a:p>
          </p:txBody>
        </p:sp>
        <p:sp>
          <p:nvSpPr>
            <p:cNvPr id="37" name="Oval 36"/>
            <p:cNvSpPr/>
            <p:nvPr/>
          </p:nvSpPr>
          <p:spPr>
            <a:xfrm>
              <a:off x="6373368" y="3941063"/>
              <a:ext cx="91440" cy="91440"/>
            </a:xfrm>
            <a:prstGeom prst="ellipse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6556248" y="3813048"/>
              <a:ext cx="1313688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시험결과서</a:t>
              </a:r>
            </a:p>
          </p:txBody>
        </p:sp>
        <p:sp>
          <p:nvSpPr>
            <p:cNvPr id="39" name="Oval 38"/>
            <p:cNvSpPr/>
            <p:nvPr/>
          </p:nvSpPr>
          <p:spPr>
            <a:xfrm>
              <a:off x="6373368" y="4507992"/>
              <a:ext cx="91440" cy="91440"/>
            </a:xfrm>
            <a:prstGeom prst="ellipse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6556248" y="4379976"/>
              <a:ext cx="1313688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완료보고서</a:t>
              </a:r>
            </a:p>
          </p:txBody>
        </p:sp>
        <p:sp>
          <p:nvSpPr>
            <p:cNvPr id="41" name="Chevron 40"/>
            <p:cNvSpPr/>
            <p:nvPr/>
          </p:nvSpPr>
          <p:spPr>
            <a:xfrm>
              <a:off x="7723632" y="1554480"/>
              <a:ext cx="2026920" cy="868680"/>
            </a:xfrm>
            <a:prstGeom prst="chevron">
              <a:avLst/>
            </a:prstGeom>
            <a:solidFill>
              <a:srgbClr val="2E75D6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5단계  시스템개발</a:t>
              </a:r>
            </a:p>
          </p:txBody>
        </p:sp>
        <p:sp>
          <p:nvSpPr>
            <p:cNvPr id="42" name="Rounded Rectangle 41"/>
            <p:cNvSpPr/>
            <p:nvPr/>
          </p:nvSpPr>
          <p:spPr>
            <a:xfrm>
              <a:off x="7979664" y="2788920"/>
              <a:ext cx="1770888" cy="2880360"/>
            </a:xfrm>
            <a:prstGeom prst="roundRect">
              <a:avLst/>
            </a:prstGeom>
            <a:solidFill>
              <a:srgbClr val="F7F9FC"/>
            </a:solidFill>
            <a:ln w="15875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8052816" y="2880360"/>
              <a:ext cx="1624584" cy="31089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000" b="1">
                  <a:solidFill>
                    <a:srgbClr val="2E75D6"/>
                  </a:solidFill>
                  <a:latin typeface="Pretendard"/>
                  <a:ea typeface="Pretendard"/>
                  <a:cs typeface="Pretendard"/>
                </a:rPr>
                <a:t>주요 산출물</a:t>
              </a:r>
            </a:p>
          </p:txBody>
        </p:sp>
        <p:sp>
          <p:nvSpPr>
            <p:cNvPr id="44" name="Oval 43"/>
            <p:cNvSpPr/>
            <p:nvPr/>
          </p:nvSpPr>
          <p:spPr>
            <a:xfrm>
              <a:off x="8144256" y="3374136"/>
              <a:ext cx="91440" cy="91440"/>
            </a:xfrm>
            <a:prstGeom prst="ellipse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8327136" y="3246120"/>
              <a:ext cx="1313688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시험결과서</a:t>
              </a:r>
            </a:p>
          </p:txBody>
        </p:sp>
        <p:sp>
          <p:nvSpPr>
            <p:cNvPr id="46" name="Oval 45"/>
            <p:cNvSpPr/>
            <p:nvPr/>
          </p:nvSpPr>
          <p:spPr>
            <a:xfrm>
              <a:off x="8144256" y="3941063"/>
              <a:ext cx="91440" cy="91440"/>
            </a:xfrm>
            <a:prstGeom prst="ellipse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8327136" y="3813048"/>
              <a:ext cx="1313688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완료보고서</a:t>
              </a:r>
            </a:p>
          </p:txBody>
        </p:sp>
        <p:sp>
          <p:nvSpPr>
            <p:cNvPr id="48" name="Oval 47"/>
            <p:cNvSpPr/>
            <p:nvPr/>
          </p:nvSpPr>
          <p:spPr>
            <a:xfrm>
              <a:off x="8144256" y="4507992"/>
              <a:ext cx="91440" cy="91440"/>
            </a:xfrm>
            <a:prstGeom prst="ellipse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8327136" y="4379976"/>
              <a:ext cx="1313688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착수보고서</a:t>
              </a:r>
            </a:p>
          </p:txBody>
        </p:sp>
        <p:sp>
          <p:nvSpPr>
            <p:cNvPr id="50" name="Chevron 49"/>
            <p:cNvSpPr/>
            <p:nvPr/>
          </p:nvSpPr>
          <p:spPr>
            <a:xfrm>
              <a:off x="9494520" y="1554480"/>
              <a:ext cx="2026920" cy="868680"/>
            </a:xfrm>
            <a:prstGeom prst="chevron">
              <a:avLst/>
            </a:prstGeom>
            <a:solidFill>
              <a:srgbClr val="1F9E8F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6단계  통합시험</a:t>
              </a:r>
            </a:p>
          </p:txBody>
        </p:sp>
        <p:sp>
          <p:nvSpPr>
            <p:cNvPr id="51" name="Rounded Rectangle 50"/>
            <p:cNvSpPr/>
            <p:nvPr/>
          </p:nvSpPr>
          <p:spPr>
            <a:xfrm>
              <a:off x="9750551" y="2788920"/>
              <a:ext cx="1770888" cy="2880360"/>
            </a:xfrm>
            <a:prstGeom prst="roundRect">
              <a:avLst/>
            </a:prstGeom>
            <a:solidFill>
              <a:srgbClr val="F7F9FC"/>
            </a:solidFill>
            <a:ln w="15875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2" name="TextBox 51"/>
            <p:cNvSpPr txBox="1"/>
            <p:nvPr/>
          </p:nvSpPr>
          <p:spPr>
            <a:xfrm>
              <a:off x="9823703" y="2880360"/>
              <a:ext cx="1624584" cy="31089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000" b="1">
                  <a:solidFill>
                    <a:srgbClr val="1F9E8F"/>
                  </a:solidFill>
                  <a:latin typeface="Pretendard"/>
                  <a:ea typeface="Pretendard"/>
                  <a:cs typeface="Pretendard"/>
                </a:rPr>
                <a:t>주요 산출물</a:t>
              </a:r>
            </a:p>
          </p:txBody>
        </p:sp>
        <p:sp>
          <p:nvSpPr>
            <p:cNvPr id="53" name="Oval 52"/>
            <p:cNvSpPr/>
            <p:nvPr/>
          </p:nvSpPr>
          <p:spPr>
            <a:xfrm>
              <a:off x="9915143" y="3374136"/>
              <a:ext cx="91440" cy="91440"/>
            </a:xfrm>
            <a:prstGeom prst="ellipse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4" name="TextBox 53"/>
            <p:cNvSpPr txBox="1"/>
            <p:nvPr/>
          </p:nvSpPr>
          <p:spPr>
            <a:xfrm>
              <a:off x="10098024" y="3246120"/>
              <a:ext cx="1313688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완료보고서</a:t>
              </a:r>
            </a:p>
          </p:txBody>
        </p:sp>
        <p:sp>
          <p:nvSpPr>
            <p:cNvPr id="55" name="Oval 54"/>
            <p:cNvSpPr/>
            <p:nvPr/>
          </p:nvSpPr>
          <p:spPr>
            <a:xfrm>
              <a:off x="9915143" y="3941063"/>
              <a:ext cx="91440" cy="91440"/>
            </a:xfrm>
            <a:prstGeom prst="ellipse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6" name="TextBox 55"/>
            <p:cNvSpPr txBox="1"/>
            <p:nvPr/>
          </p:nvSpPr>
          <p:spPr>
            <a:xfrm>
              <a:off x="10098024" y="3813048"/>
              <a:ext cx="1313688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착수보고서</a:t>
              </a:r>
            </a:p>
          </p:txBody>
        </p:sp>
        <p:sp>
          <p:nvSpPr>
            <p:cNvPr id="57" name="Oval 56"/>
            <p:cNvSpPr/>
            <p:nvPr/>
          </p:nvSpPr>
          <p:spPr>
            <a:xfrm>
              <a:off x="9915143" y="4507992"/>
              <a:ext cx="91440" cy="91440"/>
            </a:xfrm>
            <a:prstGeom prst="ellipse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8" name="TextBox 57"/>
            <p:cNvSpPr txBox="1"/>
            <p:nvPr/>
          </p:nvSpPr>
          <p:spPr>
            <a:xfrm>
              <a:off x="10098024" y="4379976"/>
              <a:ext cx="1313688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요구정의서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TML-116</a:t>
            </a:r>
          </a:p>
        </p:txBody>
      </p:sp>
      <p:grpSp>
        <p:nvGrpSpPr>
          <p:cNvPr id="32" name="asset:TML-116"/>
          <p:cNvGrpSpPr/>
          <p:nvPr/>
        </p:nvGrpSpPr>
        <p:grpSpPr>
          <a:xfrm>
            <a:off x="502920" y="475488"/>
            <a:ext cx="11155680" cy="5193792"/>
            <a:chOff x="502920" y="475488"/>
            <a:chExt cx="11155680" cy="5193792"/>
          </a:xfrm>
        </p:grpSpPr>
        <p:sp>
          <p:nvSpPr>
            <p:cNvPr id="3" name="TextBox 2"/>
            <p:cNvSpPr txBox="1"/>
            <p:nvPr/>
          </p:nvSpPr>
          <p:spPr>
            <a:xfrm>
              <a:off x="502920" y="475488"/>
              <a:ext cx="111556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8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단계 로드맵 (3 셰브론 + 산출물)</a:t>
              </a: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502920" y="932688"/>
              <a:ext cx="1115568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셰브론으로 단계 흐름을 잇고 각 단계 아래 산출물 배치</a:t>
              </a:r>
            </a:p>
          </p:txBody>
        </p:sp>
        <p:sp>
          <p:nvSpPr>
            <p:cNvPr id="5" name="Chevron 4"/>
            <p:cNvSpPr/>
            <p:nvPr/>
          </p:nvSpPr>
          <p:spPr>
            <a:xfrm>
              <a:off x="640080" y="1554480"/>
              <a:ext cx="3797808" cy="868680"/>
            </a:xfrm>
            <a:prstGeom prst="chevron">
              <a:avLst/>
            </a:prstGeom>
            <a:solidFill>
              <a:srgbClr val="29ABE2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1단계  착수·분석</a:t>
              </a:r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640080" y="2788920"/>
              <a:ext cx="3797808" cy="2880360"/>
            </a:xfrm>
            <a:prstGeom prst="roundRect">
              <a:avLst/>
            </a:prstGeom>
            <a:solidFill>
              <a:srgbClr val="F7F9FC"/>
            </a:solidFill>
            <a:ln w="15875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713231" y="2880360"/>
              <a:ext cx="3651504" cy="31089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000" b="1">
                  <a:solidFill>
                    <a:srgbClr val="29ABE2"/>
                  </a:solidFill>
                  <a:latin typeface="Pretendard"/>
                  <a:ea typeface="Pretendard"/>
                  <a:cs typeface="Pretendard"/>
                </a:rPr>
                <a:t>주요 산출물</a:t>
              </a:r>
            </a:p>
          </p:txBody>
        </p:sp>
        <p:sp>
          <p:nvSpPr>
            <p:cNvPr id="8" name="Oval 7"/>
            <p:cNvSpPr/>
            <p:nvPr/>
          </p:nvSpPr>
          <p:spPr>
            <a:xfrm>
              <a:off x="804671" y="3374136"/>
              <a:ext cx="91440" cy="91440"/>
            </a:xfrm>
            <a:prstGeom prst="ellipse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987552" y="3246120"/>
              <a:ext cx="3340608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착수보고서</a:t>
              </a:r>
            </a:p>
          </p:txBody>
        </p:sp>
        <p:sp>
          <p:nvSpPr>
            <p:cNvPr id="10" name="Oval 9"/>
            <p:cNvSpPr/>
            <p:nvPr/>
          </p:nvSpPr>
          <p:spPr>
            <a:xfrm>
              <a:off x="804671" y="3941063"/>
              <a:ext cx="91440" cy="91440"/>
            </a:xfrm>
            <a:prstGeom prst="ellipse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987552" y="3813048"/>
              <a:ext cx="3340608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요구정의서</a:t>
              </a:r>
            </a:p>
          </p:txBody>
        </p:sp>
        <p:sp>
          <p:nvSpPr>
            <p:cNvPr id="12" name="Oval 11"/>
            <p:cNvSpPr/>
            <p:nvPr/>
          </p:nvSpPr>
          <p:spPr>
            <a:xfrm>
              <a:off x="804671" y="4507992"/>
              <a:ext cx="91440" cy="91440"/>
            </a:xfrm>
            <a:prstGeom prst="ellipse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987552" y="4379976"/>
              <a:ext cx="3340608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설계서</a:t>
              </a:r>
            </a:p>
          </p:txBody>
        </p:sp>
        <p:sp>
          <p:nvSpPr>
            <p:cNvPr id="14" name="Chevron 13"/>
            <p:cNvSpPr/>
            <p:nvPr/>
          </p:nvSpPr>
          <p:spPr>
            <a:xfrm>
              <a:off x="4181856" y="1554480"/>
              <a:ext cx="3797808" cy="868680"/>
            </a:xfrm>
            <a:prstGeom prst="chevron">
              <a:avLst/>
            </a:prstGeom>
            <a:solidFill>
              <a:srgbClr val="2A4A7F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2단계  요구정의</a:t>
              </a:r>
            </a:p>
          </p:txBody>
        </p:sp>
        <p:sp>
          <p:nvSpPr>
            <p:cNvPr id="15" name="Rounded Rectangle 14"/>
            <p:cNvSpPr/>
            <p:nvPr/>
          </p:nvSpPr>
          <p:spPr>
            <a:xfrm>
              <a:off x="4437888" y="2788920"/>
              <a:ext cx="3541775" cy="2880360"/>
            </a:xfrm>
            <a:prstGeom prst="roundRect">
              <a:avLst/>
            </a:prstGeom>
            <a:solidFill>
              <a:srgbClr val="F7F9FC"/>
            </a:solidFill>
            <a:ln w="15875">
              <a:solidFill>
                <a:srgbClr val="2A4A7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4511040" y="2880360"/>
              <a:ext cx="3395471" cy="31089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000" b="1">
                  <a:solidFill>
                    <a:srgbClr val="2A4A7F"/>
                  </a:solidFill>
                  <a:latin typeface="Pretendard"/>
                  <a:ea typeface="Pretendard"/>
                  <a:cs typeface="Pretendard"/>
                </a:rPr>
                <a:t>주요 산출물</a:t>
              </a:r>
            </a:p>
          </p:txBody>
        </p:sp>
        <p:sp>
          <p:nvSpPr>
            <p:cNvPr id="17" name="Oval 16"/>
            <p:cNvSpPr/>
            <p:nvPr/>
          </p:nvSpPr>
          <p:spPr>
            <a:xfrm>
              <a:off x="4602480" y="3374136"/>
              <a:ext cx="91440" cy="91440"/>
            </a:xfrm>
            <a:prstGeom prst="ellipse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4785360" y="3246120"/>
              <a:ext cx="3084575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요구정의서</a:t>
              </a:r>
            </a:p>
          </p:txBody>
        </p:sp>
        <p:sp>
          <p:nvSpPr>
            <p:cNvPr id="19" name="Oval 18"/>
            <p:cNvSpPr/>
            <p:nvPr/>
          </p:nvSpPr>
          <p:spPr>
            <a:xfrm>
              <a:off x="4602480" y="3941063"/>
              <a:ext cx="91440" cy="91440"/>
            </a:xfrm>
            <a:prstGeom prst="ellipse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4785360" y="3813048"/>
              <a:ext cx="3084575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설계서</a:t>
              </a:r>
            </a:p>
          </p:txBody>
        </p:sp>
        <p:sp>
          <p:nvSpPr>
            <p:cNvPr id="21" name="Oval 20"/>
            <p:cNvSpPr/>
            <p:nvPr/>
          </p:nvSpPr>
          <p:spPr>
            <a:xfrm>
              <a:off x="4602480" y="4507992"/>
              <a:ext cx="91440" cy="91440"/>
            </a:xfrm>
            <a:prstGeom prst="ellipse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4785360" y="4379976"/>
              <a:ext cx="3084575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개발산출물</a:t>
              </a:r>
            </a:p>
          </p:txBody>
        </p:sp>
        <p:sp>
          <p:nvSpPr>
            <p:cNvPr id="23" name="Chevron 22"/>
            <p:cNvSpPr/>
            <p:nvPr/>
          </p:nvSpPr>
          <p:spPr>
            <a:xfrm>
              <a:off x="7723631" y="1554480"/>
              <a:ext cx="3797808" cy="868680"/>
            </a:xfrm>
            <a:prstGeom prst="chevron">
              <a:avLst/>
            </a:prstGeom>
            <a:solidFill>
              <a:srgbClr val="7B2D8E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3단계  기본설계</a:t>
              </a:r>
            </a:p>
          </p:txBody>
        </p:sp>
        <p:sp>
          <p:nvSpPr>
            <p:cNvPr id="24" name="Rounded Rectangle 23"/>
            <p:cNvSpPr/>
            <p:nvPr/>
          </p:nvSpPr>
          <p:spPr>
            <a:xfrm>
              <a:off x="7979663" y="2788920"/>
              <a:ext cx="3541775" cy="2880360"/>
            </a:xfrm>
            <a:prstGeom prst="roundRect">
              <a:avLst/>
            </a:prstGeom>
            <a:solidFill>
              <a:srgbClr val="F7F9FC"/>
            </a:solidFill>
            <a:ln w="15875">
              <a:solidFill>
                <a:srgbClr val="7B2D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8052815" y="2880360"/>
              <a:ext cx="3395471" cy="31089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000" b="1">
                  <a:solidFill>
                    <a:srgbClr val="7B2D8E"/>
                  </a:solidFill>
                  <a:latin typeface="Pretendard"/>
                  <a:ea typeface="Pretendard"/>
                  <a:cs typeface="Pretendard"/>
                </a:rPr>
                <a:t>주요 산출물</a:t>
              </a:r>
            </a:p>
          </p:txBody>
        </p:sp>
        <p:sp>
          <p:nvSpPr>
            <p:cNvPr id="26" name="Oval 25"/>
            <p:cNvSpPr/>
            <p:nvPr/>
          </p:nvSpPr>
          <p:spPr>
            <a:xfrm>
              <a:off x="8144255" y="3374136"/>
              <a:ext cx="91440" cy="91440"/>
            </a:xfrm>
            <a:prstGeom prst="ellipse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8327135" y="3246120"/>
              <a:ext cx="3084575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설계서</a:t>
              </a:r>
            </a:p>
          </p:txBody>
        </p:sp>
        <p:sp>
          <p:nvSpPr>
            <p:cNvPr id="28" name="Oval 27"/>
            <p:cNvSpPr/>
            <p:nvPr/>
          </p:nvSpPr>
          <p:spPr>
            <a:xfrm>
              <a:off x="8144255" y="3941063"/>
              <a:ext cx="91440" cy="91440"/>
            </a:xfrm>
            <a:prstGeom prst="ellipse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8327135" y="3813048"/>
              <a:ext cx="3084575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개발산출물</a:t>
              </a:r>
            </a:p>
          </p:txBody>
        </p:sp>
        <p:sp>
          <p:nvSpPr>
            <p:cNvPr id="30" name="Oval 29"/>
            <p:cNvSpPr/>
            <p:nvPr/>
          </p:nvSpPr>
          <p:spPr>
            <a:xfrm>
              <a:off x="8144255" y="4507992"/>
              <a:ext cx="91440" cy="91440"/>
            </a:xfrm>
            <a:prstGeom prst="ellipse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8327135" y="4379976"/>
              <a:ext cx="3084575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시험결과서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TML-128</a:t>
            </a:r>
          </a:p>
        </p:txBody>
      </p:sp>
      <p:grpSp>
        <p:nvGrpSpPr>
          <p:cNvPr id="41" name="asset:TML-128"/>
          <p:cNvGrpSpPr/>
          <p:nvPr/>
        </p:nvGrpSpPr>
        <p:grpSpPr>
          <a:xfrm>
            <a:off x="502920" y="475488"/>
            <a:ext cx="11155680" cy="5193792"/>
            <a:chOff x="502920" y="475488"/>
            <a:chExt cx="11155680" cy="5193792"/>
          </a:xfrm>
        </p:grpSpPr>
        <p:sp>
          <p:nvSpPr>
            <p:cNvPr id="3" name="TextBox 2"/>
            <p:cNvSpPr txBox="1"/>
            <p:nvPr/>
          </p:nvSpPr>
          <p:spPr>
            <a:xfrm>
              <a:off x="502920" y="475488"/>
              <a:ext cx="111556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8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단계 로드맵 (4 셰브론 + 산출물)</a:t>
              </a: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502920" y="932688"/>
              <a:ext cx="1115568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셰브론으로 단계 흐름을 잇고 각 단계 아래 산출물 배치</a:t>
              </a:r>
            </a:p>
          </p:txBody>
        </p:sp>
        <p:sp>
          <p:nvSpPr>
            <p:cNvPr id="5" name="Chevron 4"/>
            <p:cNvSpPr/>
            <p:nvPr/>
          </p:nvSpPr>
          <p:spPr>
            <a:xfrm>
              <a:off x="640080" y="1554480"/>
              <a:ext cx="2912364" cy="868680"/>
            </a:xfrm>
            <a:prstGeom prst="chevron">
              <a:avLst/>
            </a:prstGeom>
            <a:solidFill>
              <a:srgbClr val="29ABE2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1단계  착수·분석</a:t>
              </a:r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640080" y="2788920"/>
              <a:ext cx="2912364" cy="2880360"/>
            </a:xfrm>
            <a:prstGeom prst="roundRect">
              <a:avLst/>
            </a:prstGeom>
            <a:solidFill>
              <a:srgbClr val="F7F9FC"/>
            </a:solidFill>
            <a:ln w="15875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713231" y="2880360"/>
              <a:ext cx="2766060" cy="31089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000" b="1">
                  <a:solidFill>
                    <a:srgbClr val="29ABE2"/>
                  </a:solidFill>
                  <a:latin typeface="Pretendard"/>
                  <a:ea typeface="Pretendard"/>
                  <a:cs typeface="Pretendard"/>
                </a:rPr>
                <a:t>주요 산출물</a:t>
              </a:r>
            </a:p>
          </p:txBody>
        </p:sp>
        <p:sp>
          <p:nvSpPr>
            <p:cNvPr id="8" name="Oval 7"/>
            <p:cNvSpPr/>
            <p:nvPr/>
          </p:nvSpPr>
          <p:spPr>
            <a:xfrm>
              <a:off x="804671" y="3374136"/>
              <a:ext cx="91440" cy="91440"/>
            </a:xfrm>
            <a:prstGeom prst="ellipse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987552" y="3246120"/>
              <a:ext cx="2455164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착수보고서</a:t>
              </a:r>
            </a:p>
          </p:txBody>
        </p:sp>
        <p:sp>
          <p:nvSpPr>
            <p:cNvPr id="10" name="Oval 9"/>
            <p:cNvSpPr/>
            <p:nvPr/>
          </p:nvSpPr>
          <p:spPr>
            <a:xfrm>
              <a:off x="804671" y="3941063"/>
              <a:ext cx="91440" cy="91440"/>
            </a:xfrm>
            <a:prstGeom prst="ellipse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987552" y="3813048"/>
              <a:ext cx="2455164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요구정의서</a:t>
              </a:r>
            </a:p>
          </p:txBody>
        </p:sp>
        <p:sp>
          <p:nvSpPr>
            <p:cNvPr id="12" name="Oval 11"/>
            <p:cNvSpPr/>
            <p:nvPr/>
          </p:nvSpPr>
          <p:spPr>
            <a:xfrm>
              <a:off x="804671" y="4507992"/>
              <a:ext cx="91440" cy="91440"/>
            </a:xfrm>
            <a:prstGeom prst="ellipse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987552" y="4379976"/>
              <a:ext cx="2455164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설계서</a:t>
              </a:r>
            </a:p>
          </p:txBody>
        </p:sp>
        <p:sp>
          <p:nvSpPr>
            <p:cNvPr id="14" name="Chevron 13"/>
            <p:cNvSpPr/>
            <p:nvPr/>
          </p:nvSpPr>
          <p:spPr>
            <a:xfrm>
              <a:off x="3296412" y="1554480"/>
              <a:ext cx="2912364" cy="868680"/>
            </a:xfrm>
            <a:prstGeom prst="chevron">
              <a:avLst/>
            </a:prstGeom>
            <a:solidFill>
              <a:srgbClr val="2A4A7F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2단계  요구정의</a:t>
              </a:r>
            </a:p>
          </p:txBody>
        </p:sp>
        <p:sp>
          <p:nvSpPr>
            <p:cNvPr id="15" name="Rounded Rectangle 14"/>
            <p:cNvSpPr/>
            <p:nvPr/>
          </p:nvSpPr>
          <p:spPr>
            <a:xfrm>
              <a:off x="3552444" y="2788920"/>
              <a:ext cx="2656332" cy="2880360"/>
            </a:xfrm>
            <a:prstGeom prst="roundRect">
              <a:avLst/>
            </a:prstGeom>
            <a:solidFill>
              <a:srgbClr val="F7F9FC"/>
            </a:solidFill>
            <a:ln w="15875">
              <a:solidFill>
                <a:srgbClr val="2A4A7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3625596" y="2880360"/>
              <a:ext cx="2510028" cy="31089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000" b="1">
                  <a:solidFill>
                    <a:srgbClr val="2A4A7F"/>
                  </a:solidFill>
                  <a:latin typeface="Pretendard"/>
                  <a:ea typeface="Pretendard"/>
                  <a:cs typeface="Pretendard"/>
                </a:rPr>
                <a:t>주요 산출물</a:t>
              </a:r>
            </a:p>
          </p:txBody>
        </p:sp>
        <p:sp>
          <p:nvSpPr>
            <p:cNvPr id="17" name="Oval 16"/>
            <p:cNvSpPr/>
            <p:nvPr/>
          </p:nvSpPr>
          <p:spPr>
            <a:xfrm>
              <a:off x="3717036" y="3374136"/>
              <a:ext cx="91440" cy="91440"/>
            </a:xfrm>
            <a:prstGeom prst="ellipse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3899916" y="3246120"/>
              <a:ext cx="2199132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요구정의서</a:t>
              </a:r>
            </a:p>
          </p:txBody>
        </p:sp>
        <p:sp>
          <p:nvSpPr>
            <p:cNvPr id="19" name="Oval 18"/>
            <p:cNvSpPr/>
            <p:nvPr/>
          </p:nvSpPr>
          <p:spPr>
            <a:xfrm>
              <a:off x="3717036" y="3941063"/>
              <a:ext cx="91440" cy="91440"/>
            </a:xfrm>
            <a:prstGeom prst="ellipse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3899916" y="3813048"/>
              <a:ext cx="2199132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설계서</a:t>
              </a:r>
            </a:p>
          </p:txBody>
        </p:sp>
        <p:sp>
          <p:nvSpPr>
            <p:cNvPr id="21" name="Oval 20"/>
            <p:cNvSpPr/>
            <p:nvPr/>
          </p:nvSpPr>
          <p:spPr>
            <a:xfrm>
              <a:off x="3717036" y="4507992"/>
              <a:ext cx="91440" cy="91440"/>
            </a:xfrm>
            <a:prstGeom prst="ellipse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3899916" y="4379976"/>
              <a:ext cx="2199132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개발산출물</a:t>
              </a:r>
            </a:p>
          </p:txBody>
        </p:sp>
        <p:sp>
          <p:nvSpPr>
            <p:cNvPr id="23" name="Chevron 22"/>
            <p:cNvSpPr/>
            <p:nvPr/>
          </p:nvSpPr>
          <p:spPr>
            <a:xfrm>
              <a:off x="5952744" y="1554480"/>
              <a:ext cx="2912364" cy="868680"/>
            </a:xfrm>
            <a:prstGeom prst="chevron">
              <a:avLst/>
            </a:prstGeom>
            <a:solidFill>
              <a:srgbClr val="7B2D8E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3단계  기본설계</a:t>
              </a:r>
            </a:p>
          </p:txBody>
        </p:sp>
        <p:sp>
          <p:nvSpPr>
            <p:cNvPr id="24" name="Rounded Rectangle 23"/>
            <p:cNvSpPr/>
            <p:nvPr/>
          </p:nvSpPr>
          <p:spPr>
            <a:xfrm>
              <a:off x="6208776" y="2788920"/>
              <a:ext cx="2656332" cy="2880360"/>
            </a:xfrm>
            <a:prstGeom prst="roundRect">
              <a:avLst/>
            </a:prstGeom>
            <a:solidFill>
              <a:srgbClr val="F7F9FC"/>
            </a:solidFill>
            <a:ln w="15875">
              <a:solidFill>
                <a:srgbClr val="7B2D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6281928" y="2880360"/>
              <a:ext cx="2510028" cy="31089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000" b="1">
                  <a:solidFill>
                    <a:srgbClr val="7B2D8E"/>
                  </a:solidFill>
                  <a:latin typeface="Pretendard"/>
                  <a:ea typeface="Pretendard"/>
                  <a:cs typeface="Pretendard"/>
                </a:rPr>
                <a:t>주요 산출물</a:t>
              </a:r>
            </a:p>
          </p:txBody>
        </p:sp>
        <p:sp>
          <p:nvSpPr>
            <p:cNvPr id="26" name="Oval 25"/>
            <p:cNvSpPr/>
            <p:nvPr/>
          </p:nvSpPr>
          <p:spPr>
            <a:xfrm>
              <a:off x="6373368" y="3374136"/>
              <a:ext cx="91440" cy="91440"/>
            </a:xfrm>
            <a:prstGeom prst="ellipse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6556248" y="3246120"/>
              <a:ext cx="2199132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설계서</a:t>
              </a:r>
            </a:p>
          </p:txBody>
        </p:sp>
        <p:sp>
          <p:nvSpPr>
            <p:cNvPr id="28" name="Oval 27"/>
            <p:cNvSpPr/>
            <p:nvPr/>
          </p:nvSpPr>
          <p:spPr>
            <a:xfrm>
              <a:off x="6373368" y="3941063"/>
              <a:ext cx="91440" cy="91440"/>
            </a:xfrm>
            <a:prstGeom prst="ellipse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6556248" y="3813048"/>
              <a:ext cx="2199132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개발산출물</a:t>
              </a:r>
            </a:p>
          </p:txBody>
        </p:sp>
        <p:sp>
          <p:nvSpPr>
            <p:cNvPr id="30" name="Oval 29"/>
            <p:cNvSpPr/>
            <p:nvPr/>
          </p:nvSpPr>
          <p:spPr>
            <a:xfrm>
              <a:off x="6373368" y="4507992"/>
              <a:ext cx="91440" cy="91440"/>
            </a:xfrm>
            <a:prstGeom prst="ellipse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6556248" y="4379976"/>
              <a:ext cx="2199132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시험결과서</a:t>
              </a:r>
            </a:p>
          </p:txBody>
        </p:sp>
        <p:sp>
          <p:nvSpPr>
            <p:cNvPr id="32" name="Chevron 31"/>
            <p:cNvSpPr/>
            <p:nvPr/>
          </p:nvSpPr>
          <p:spPr>
            <a:xfrm>
              <a:off x="8609076" y="1554480"/>
              <a:ext cx="2912364" cy="868680"/>
            </a:xfrm>
            <a:prstGeom prst="chevron">
              <a:avLst/>
            </a:prstGeom>
            <a:solidFill>
              <a:srgbClr val="2E75D6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4단계  상세설계</a:t>
              </a:r>
            </a:p>
          </p:txBody>
        </p:sp>
        <p:sp>
          <p:nvSpPr>
            <p:cNvPr id="33" name="Rounded Rectangle 32"/>
            <p:cNvSpPr/>
            <p:nvPr/>
          </p:nvSpPr>
          <p:spPr>
            <a:xfrm>
              <a:off x="8865107" y="2788920"/>
              <a:ext cx="2656332" cy="2880360"/>
            </a:xfrm>
            <a:prstGeom prst="roundRect">
              <a:avLst/>
            </a:prstGeom>
            <a:solidFill>
              <a:srgbClr val="F7F9FC"/>
            </a:solidFill>
            <a:ln w="15875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8938259" y="2880360"/>
              <a:ext cx="2510028" cy="31089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000" b="1">
                  <a:solidFill>
                    <a:srgbClr val="2E75D6"/>
                  </a:solidFill>
                  <a:latin typeface="Pretendard"/>
                  <a:ea typeface="Pretendard"/>
                  <a:cs typeface="Pretendard"/>
                </a:rPr>
                <a:t>주요 산출물</a:t>
              </a:r>
            </a:p>
          </p:txBody>
        </p:sp>
        <p:sp>
          <p:nvSpPr>
            <p:cNvPr id="35" name="Oval 34"/>
            <p:cNvSpPr/>
            <p:nvPr/>
          </p:nvSpPr>
          <p:spPr>
            <a:xfrm>
              <a:off x="9029699" y="3374136"/>
              <a:ext cx="91440" cy="91440"/>
            </a:xfrm>
            <a:prstGeom prst="ellipse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9212580" y="3246120"/>
              <a:ext cx="2199132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개발산출물</a:t>
              </a:r>
            </a:p>
          </p:txBody>
        </p:sp>
        <p:sp>
          <p:nvSpPr>
            <p:cNvPr id="37" name="Oval 36"/>
            <p:cNvSpPr/>
            <p:nvPr/>
          </p:nvSpPr>
          <p:spPr>
            <a:xfrm>
              <a:off x="9029699" y="3941063"/>
              <a:ext cx="91440" cy="91440"/>
            </a:xfrm>
            <a:prstGeom prst="ellipse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9212580" y="3813048"/>
              <a:ext cx="2199132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시험결과서</a:t>
              </a:r>
            </a:p>
          </p:txBody>
        </p:sp>
        <p:sp>
          <p:nvSpPr>
            <p:cNvPr id="39" name="Oval 38"/>
            <p:cNvSpPr/>
            <p:nvPr/>
          </p:nvSpPr>
          <p:spPr>
            <a:xfrm>
              <a:off x="9029699" y="4507992"/>
              <a:ext cx="91440" cy="91440"/>
            </a:xfrm>
            <a:prstGeom prst="ellipse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9212580" y="4379976"/>
              <a:ext cx="2199132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완료보고서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TML-140</a:t>
            </a:r>
          </a:p>
        </p:txBody>
      </p:sp>
      <p:grpSp>
        <p:nvGrpSpPr>
          <p:cNvPr id="50" name="asset:TML-140"/>
          <p:cNvGrpSpPr/>
          <p:nvPr/>
        </p:nvGrpSpPr>
        <p:grpSpPr>
          <a:xfrm>
            <a:off x="502920" y="475488"/>
            <a:ext cx="11155680" cy="5193792"/>
            <a:chOff x="502920" y="475488"/>
            <a:chExt cx="11155680" cy="5193792"/>
          </a:xfrm>
        </p:grpSpPr>
        <p:sp>
          <p:nvSpPr>
            <p:cNvPr id="3" name="TextBox 2"/>
            <p:cNvSpPr txBox="1"/>
            <p:nvPr/>
          </p:nvSpPr>
          <p:spPr>
            <a:xfrm>
              <a:off x="502920" y="475488"/>
              <a:ext cx="111556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8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단계 로드맵 (5 셰브론 + 산출물)</a:t>
              </a: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502920" y="932688"/>
              <a:ext cx="1115568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셰브론으로 단계 흐름을 잇고 각 단계 아래 산출물 배치</a:t>
              </a:r>
            </a:p>
          </p:txBody>
        </p:sp>
        <p:sp>
          <p:nvSpPr>
            <p:cNvPr id="5" name="Chevron 4"/>
            <p:cNvSpPr/>
            <p:nvPr/>
          </p:nvSpPr>
          <p:spPr>
            <a:xfrm>
              <a:off x="640080" y="1554480"/>
              <a:ext cx="2381097" cy="868680"/>
            </a:xfrm>
            <a:prstGeom prst="chevron">
              <a:avLst/>
            </a:prstGeom>
            <a:solidFill>
              <a:srgbClr val="29ABE2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1단계  착수·분석</a:t>
              </a:r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640080" y="2788920"/>
              <a:ext cx="2381097" cy="2880360"/>
            </a:xfrm>
            <a:prstGeom prst="roundRect">
              <a:avLst/>
            </a:prstGeom>
            <a:solidFill>
              <a:srgbClr val="F7F9FC"/>
            </a:solidFill>
            <a:ln w="15875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713231" y="2880360"/>
              <a:ext cx="2234793" cy="31089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000" b="1">
                  <a:solidFill>
                    <a:srgbClr val="29ABE2"/>
                  </a:solidFill>
                  <a:latin typeface="Pretendard"/>
                  <a:ea typeface="Pretendard"/>
                  <a:cs typeface="Pretendard"/>
                </a:rPr>
                <a:t>주요 산출물</a:t>
              </a:r>
            </a:p>
          </p:txBody>
        </p:sp>
        <p:sp>
          <p:nvSpPr>
            <p:cNvPr id="8" name="Oval 7"/>
            <p:cNvSpPr/>
            <p:nvPr/>
          </p:nvSpPr>
          <p:spPr>
            <a:xfrm>
              <a:off x="804671" y="3374136"/>
              <a:ext cx="91440" cy="91440"/>
            </a:xfrm>
            <a:prstGeom prst="ellipse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987552" y="3246120"/>
              <a:ext cx="1923897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착수보고서</a:t>
              </a:r>
            </a:p>
          </p:txBody>
        </p:sp>
        <p:sp>
          <p:nvSpPr>
            <p:cNvPr id="10" name="Oval 9"/>
            <p:cNvSpPr/>
            <p:nvPr/>
          </p:nvSpPr>
          <p:spPr>
            <a:xfrm>
              <a:off x="804671" y="3941063"/>
              <a:ext cx="91440" cy="91440"/>
            </a:xfrm>
            <a:prstGeom prst="ellipse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987552" y="3813048"/>
              <a:ext cx="1923897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요구정의서</a:t>
              </a:r>
            </a:p>
          </p:txBody>
        </p:sp>
        <p:sp>
          <p:nvSpPr>
            <p:cNvPr id="12" name="Oval 11"/>
            <p:cNvSpPr/>
            <p:nvPr/>
          </p:nvSpPr>
          <p:spPr>
            <a:xfrm>
              <a:off x="804671" y="4507992"/>
              <a:ext cx="91440" cy="91440"/>
            </a:xfrm>
            <a:prstGeom prst="ellipse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987552" y="4379976"/>
              <a:ext cx="1923897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설계서</a:t>
              </a:r>
            </a:p>
          </p:txBody>
        </p:sp>
        <p:sp>
          <p:nvSpPr>
            <p:cNvPr id="14" name="Chevron 13"/>
            <p:cNvSpPr/>
            <p:nvPr/>
          </p:nvSpPr>
          <p:spPr>
            <a:xfrm>
              <a:off x="2765145" y="1554480"/>
              <a:ext cx="2381097" cy="868680"/>
            </a:xfrm>
            <a:prstGeom prst="chevron">
              <a:avLst/>
            </a:prstGeom>
            <a:solidFill>
              <a:srgbClr val="2A4A7F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2단계  요구정의</a:t>
              </a:r>
            </a:p>
          </p:txBody>
        </p:sp>
        <p:sp>
          <p:nvSpPr>
            <p:cNvPr id="15" name="Rounded Rectangle 14"/>
            <p:cNvSpPr/>
            <p:nvPr/>
          </p:nvSpPr>
          <p:spPr>
            <a:xfrm>
              <a:off x="3021177" y="2788920"/>
              <a:ext cx="2125065" cy="2880360"/>
            </a:xfrm>
            <a:prstGeom prst="roundRect">
              <a:avLst/>
            </a:prstGeom>
            <a:solidFill>
              <a:srgbClr val="F7F9FC"/>
            </a:solidFill>
            <a:ln w="15875">
              <a:solidFill>
                <a:srgbClr val="2A4A7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3094329" y="2880360"/>
              <a:ext cx="1978761" cy="31089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000" b="1">
                  <a:solidFill>
                    <a:srgbClr val="2A4A7F"/>
                  </a:solidFill>
                  <a:latin typeface="Pretendard"/>
                  <a:ea typeface="Pretendard"/>
                  <a:cs typeface="Pretendard"/>
                </a:rPr>
                <a:t>주요 산출물</a:t>
              </a:r>
            </a:p>
          </p:txBody>
        </p:sp>
        <p:sp>
          <p:nvSpPr>
            <p:cNvPr id="17" name="Oval 16"/>
            <p:cNvSpPr/>
            <p:nvPr/>
          </p:nvSpPr>
          <p:spPr>
            <a:xfrm>
              <a:off x="3185769" y="3374136"/>
              <a:ext cx="91440" cy="91440"/>
            </a:xfrm>
            <a:prstGeom prst="ellipse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3368649" y="3246120"/>
              <a:ext cx="1667865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요구정의서</a:t>
              </a:r>
            </a:p>
          </p:txBody>
        </p:sp>
        <p:sp>
          <p:nvSpPr>
            <p:cNvPr id="19" name="Oval 18"/>
            <p:cNvSpPr/>
            <p:nvPr/>
          </p:nvSpPr>
          <p:spPr>
            <a:xfrm>
              <a:off x="3185769" y="3941063"/>
              <a:ext cx="91440" cy="91440"/>
            </a:xfrm>
            <a:prstGeom prst="ellipse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3368649" y="3813048"/>
              <a:ext cx="1667865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설계서</a:t>
              </a:r>
            </a:p>
          </p:txBody>
        </p:sp>
        <p:sp>
          <p:nvSpPr>
            <p:cNvPr id="21" name="Oval 20"/>
            <p:cNvSpPr/>
            <p:nvPr/>
          </p:nvSpPr>
          <p:spPr>
            <a:xfrm>
              <a:off x="3185769" y="4507992"/>
              <a:ext cx="91440" cy="91440"/>
            </a:xfrm>
            <a:prstGeom prst="ellipse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3368649" y="4379976"/>
              <a:ext cx="1667865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개발산출물</a:t>
              </a:r>
            </a:p>
          </p:txBody>
        </p:sp>
        <p:sp>
          <p:nvSpPr>
            <p:cNvPr id="23" name="Chevron 22"/>
            <p:cNvSpPr/>
            <p:nvPr/>
          </p:nvSpPr>
          <p:spPr>
            <a:xfrm>
              <a:off x="4890211" y="1554480"/>
              <a:ext cx="2381097" cy="868680"/>
            </a:xfrm>
            <a:prstGeom prst="chevron">
              <a:avLst/>
            </a:prstGeom>
            <a:solidFill>
              <a:srgbClr val="7B2D8E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3단계  기본설계</a:t>
              </a:r>
            </a:p>
          </p:txBody>
        </p:sp>
        <p:sp>
          <p:nvSpPr>
            <p:cNvPr id="24" name="Rounded Rectangle 23"/>
            <p:cNvSpPr/>
            <p:nvPr/>
          </p:nvSpPr>
          <p:spPr>
            <a:xfrm>
              <a:off x="5146243" y="2788920"/>
              <a:ext cx="2125065" cy="2880360"/>
            </a:xfrm>
            <a:prstGeom prst="roundRect">
              <a:avLst/>
            </a:prstGeom>
            <a:solidFill>
              <a:srgbClr val="F7F9FC"/>
            </a:solidFill>
            <a:ln w="15875">
              <a:solidFill>
                <a:srgbClr val="7B2D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5219395" y="2880360"/>
              <a:ext cx="1978761" cy="31089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000" b="1">
                  <a:solidFill>
                    <a:srgbClr val="7B2D8E"/>
                  </a:solidFill>
                  <a:latin typeface="Pretendard"/>
                  <a:ea typeface="Pretendard"/>
                  <a:cs typeface="Pretendard"/>
                </a:rPr>
                <a:t>주요 산출물</a:t>
              </a:r>
            </a:p>
          </p:txBody>
        </p:sp>
        <p:sp>
          <p:nvSpPr>
            <p:cNvPr id="26" name="Oval 25"/>
            <p:cNvSpPr/>
            <p:nvPr/>
          </p:nvSpPr>
          <p:spPr>
            <a:xfrm>
              <a:off x="5310835" y="3374136"/>
              <a:ext cx="91440" cy="91440"/>
            </a:xfrm>
            <a:prstGeom prst="ellipse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5493715" y="3246120"/>
              <a:ext cx="1667865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설계서</a:t>
              </a:r>
            </a:p>
          </p:txBody>
        </p:sp>
        <p:sp>
          <p:nvSpPr>
            <p:cNvPr id="28" name="Oval 27"/>
            <p:cNvSpPr/>
            <p:nvPr/>
          </p:nvSpPr>
          <p:spPr>
            <a:xfrm>
              <a:off x="5310835" y="3941063"/>
              <a:ext cx="91440" cy="91440"/>
            </a:xfrm>
            <a:prstGeom prst="ellipse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5493715" y="3813048"/>
              <a:ext cx="1667865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개발산출물</a:t>
              </a:r>
            </a:p>
          </p:txBody>
        </p:sp>
        <p:sp>
          <p:nvSpPr>
            <p:cNvPr id="30" name="Oval 29"/>
            <p:cNvSpPr/>
            <p:nvPr/>
          </p:nvSpPr>
          <p:spPr>
            <a:xfrm>
              <a:off x="5310835" y="4507992"/>
              <a:ext cx="91440" cy="91440"/>
            </a:xfrm>
            <a:prstGeom prst="ellipse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5493715" y="4379976"/>
              <a:ext cx="1667865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시험결과서</a:t>
              </a:r>
            </a:p>
          </p:txBody>
        </p:sp>
        <p:sp>
          <p:nvSpPr>
            <p:cNvPr id="32" name="Chevron 31"/>
            <p:cNvSpPr/>
            <p:nvPr/>
          </p:nvSpPr>
          <p:spPr>
            <a:xfrm>
              <a:off x="7015276" y="1554480"/>
              <a:ext cx="2381097" cy="868680"/>
            </a:xfrm>
            <a:prstGeom prst="chevron">
              <a:avLst/>
            </a:prstGeom>
            <a:solidFill>
              <a:srgbClr val="2E75D6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4단계  상세설계</a:t>
              </a:r>
            </a:p>
          </p:txBody>
        </p:sp>
        <p:sp>
          <p:nvSpPr>
            <p:cNvPr id="33" name="Rounded Rectangle 32"/>
            <p:cNvSpPr/>
            <p:nvPr/>
          </p:nvSpPr>
          <p:spPr>
            <a:xfrm>
              <a:off x="7271308" y="2788920"/>
              <a:ext cx="2125065" cy="2880360"/>
            </a:xfrm>
            <a:prstGeom prst="roundRect">
              <a:avLst/>
            </a:prstGeom>
            <a:solidFill>
              <a:srgbClr val="F7F9FC"/>
            </a:solidFill>
            <a:ln w="15875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7344460" y="2880360"/>
              <a:ext cx="1978761" cy="31089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000" b="1">
                  <a:solidFill>
                    <a:srgbClr val="2E75D6"/>
                  </a:solidFill>
                  <a:latin typeface="Pretendard"/>
                  <a:ea typeface="Pretendard"/>
                  <a:cs typeface="Pretendard"/>
                </a:rPr>
                <a:t>주요 산출물</a:t>
              </a:r>
            </a:p>
          </p:txBody>
        </p:sp>
        <p:sp>
          <p:nvSpPr>
            <p:cNvPr id="35" name="Oval 34"/>
            <p:cNvSpPr/>
            <p:nvPr/>
          </p:nvSpPr>
          <p:spPr>
            <a:xfrm>
              <a:off x="7435900" y="3374136"/>
              <a:ext cx="91440" cy="91440"/>
            </a:xfrm>
            <a:prstGeom prst="ellipse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7618780" y="3246120"/>
              <a:ext cx="1667865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개발산출물</a:t>
              </a:r>
            </a:p>
          </p:txBody>
        </p:sp>
        <p:sp>
          <p:nvSpPr>
            <p:cNvPr id="37" name="Oval 36"/>
            <p:cNvSpPr/>
            <p:nvPr/>
          </p:nvSpPr>
          <p:spPr>
            <a:xfrm>
              <a:off x="7435900" y="3941063"/>
              <a:ext cx="91440" cy="91440"/>
            </a:xfrm>
            <a:prstGeom prst="ellipse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7618780" y="3813048"/>
              <a:ext cx="1667865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시험결과서</a:t>
              </a:r>
            </a:p>
          </p:txBody>
        </p:sp>
        <p:sp>
          <p:nvSpPr>
            <p:cNvPr id="39" name="Oval 38"/>
            <p:cNvSpPr/>
            <p:nvPr/>
          </p:nvSpPr>
          <p:spPr>
            <a:xfrm>
              <a:off x="7435900" y="4507992"/>
              <a:ext cx="91440" cy="91440"/>
            </a:xfrm>
            <a:prstGeom prst="ellipse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7618780" y="4379976"/>
              <a:ext cx="1667865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완료보고서</a:t>
              </a:r>
            </a:p>
          </p:txBody>
        </p:sp>
        <p:sp>
          <p:nvSpPr>
            <p:cNvPr id="41" name="Chevron 40"/>
            <p:cNvSpPr/>
            <p:nvPr/>
          </p:nvSpPr>
          <p:spPr>
            <a:xfrm>
              <a:off x="9140342" y="1554480"/>
              <a:ext cx="2381097" cy="868680"/>
            </a:xfrm>
            <a:prstGeom prst="chevron">
              <a:avLst/>
            </a:prstGeom>
            <a:solidFill>
              <a:srgbClr val="1F9E8F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5단계  시스템개발</a:t>
              </a:r>
            </a:p>
          </p:txBody>
        </p:sp>
        <p:sp>
          <p:nvSpPr>
            <p:cNvPr id="42" name="Rounded Rectangle 41"/>
            <p:cNvSpPr/>
            <p:nvPr/>
          </p:nvSpPr>
          <p:spPr>
            <a:xfrm>
              <a:off x="9396374" y="2788920"/>
              <a:ext cx="2125065" cy="2880360"/>
            </a:xfrm>
            <a:prstGeom prst="roundRect">
              <a:avLst/>
            </a:prstGeom>
            <a:solidFill>
              <a:srgbClr val="F7F9FC"/>
            </a:solidFill>
            <a:ln w="15875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9469526" y="2880360"/>
              <a:ext cx="1978761" cy="31089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000" b="1">
                  <a:solidFill>
                    <a:srgbClr val="1F9E8F"/>
                  </a:solidFill>
                  <a:latin typeface="Pretendard"/>
                  <a:ea typeface="Pretendard"/>
                  <a:cs typeface="Pretendard"/>
                </a:rPr>
                <a:t>주요 산출물</a:t>
              </a:r>
            </a:p>
          </p:txBody>
        </p:sp>
        <p:sp>
          <p:nvSpPr>
            <p:cNvPr id="44" name="Oval 43"/>
            <p:cNvSpPr/>
            <p:nvPr/>
          </p:nvSpPr>
          <p:spPr>
            <a:xfrm>
              <a:off x="9560966" y="3374136"/>
              <a:ext cx="91440" cy="91440"/>
            </a:xfrm>
            <a:prstGeom prst="ellipse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9743846" y="3246120"/>
              <a:ext cx="1667865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시험결과서</a:t>
              </a:r>
            </a:p>
          </p:txBody>
        </p:sp>
        <p:sp>
          <p:nvSpPr>
            <p:cNvPr id="46" name="Oval 45"/>
            <p:cNvSpPr/>
            <p:nvPr/>
          </p:nvSpPr>
          <p:spPr>
            <a:xfrm>
              <a:off x="9560966" y="3941063"/>
              <a:ext cx="91440" cy="91440"/>
            </a:xfrm>
            <a:prstGeom prst="ellipse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9743846" y="3813048"/>
              <a:ext cx="1667865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완료보고서</a:t>
              </a:r>
            </a:p>
          </p:txBody>
        </p:sp>
        <p:sp>
          <p:nvSpPr>
            <p:cNvPr id="48" name="Oval 47"/>
            <p:cNvSpPr/>
            <p:nvPr/>
          </p:nvSpPr>
          <p:spPr>
            <a:xfrm>
              <a:off x="9560966" y="4507992"/>
              <a:ext cx="91440" cy="91440"/>
            </a:xfrm>
            <a:prstGeom prst="ellipse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9743846" y="4379976"/>
              <a:ext cx="1667865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착수보고서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TML-152</a:t>
            </a:r>
          </a:p>
        </p:txBody>
      </p:sp>
      <p:grpSp>
        <p:nvGrpSpPr>
          <p:cNvPr id="59" name="asset:TML-152"/>
          <p:cNvGrpSpPr/>
          <p:nvPr/>
        </p:nvGrpSpPr>
        <p:grpSpPr>
          <a:xfrm>
            <a:off x="502920" y="475488"/>
            <a:ext cx="11155680" cy="5193792"/>
            <a:chOff x="502920" y="475488"/>
            <a:chExt cx="11155680" cy="5193792"/>
          </a:xfrm>
        </p:grpSpPr>
        <p:sp>
          <p:nvSpPr>
            <p:cNvPr id="3" name="TextBox 2"/>
            <p:cNvSpPr txBox="1"/>
            <p:nvPr/>
          </p:nvSpPr>
          <p:spPr>
            <a:xfrm>
              <a:off x="502920" y="475488"/>
              <a:ext cx="111556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8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단계 로드맵 (6 셰브론 + 산출물)</a:t>
              </a: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502920" y="932688"/>
              <a:ext cx="1115568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셰브론으로 단계 흐름을 잇고 각 단계 아래 산출물 배치</a:t>
              </a:r>
            </a:p>
          </p:txBody>
        </p:sp>
        <p:sp>
          <p:nvSpPr>
            <p:cNvPr id="5" name="Chevron 4"/>
            <p:cNvSpPr/>
            <p:nvPr/>
          </p:nvSpPr>
          <p:spPr>
            <a:xfrm>
              <a:off x="640080" y="1554480"/>
              <a:ext cx="2026920" cy="868680"/>
            </a:xfrm>
            <a:prstGeom prst="chevron">
              <a:avLst/>
            </a:prstGeom>
            <a:solidFill>
              <a:srgbClr val="29ABE2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1단계  착수·분석</a:t>
              </a:r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640080" y="2788920"/>
              <a:ext cx="2026920" cy="2880360"/>
            </a:xfrm>
            <a:prstGeom prst="roundRect">
              <a:avLst/>
            </a:prstGeom>
            <a:solidFill>
              <a:srgbClr val="F7F9FC"/>
            </a:solidFill>
            <a:ln w="15875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713231" y="2880360"/>
              <a:ext cx="1880616" cy="31089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000" b="1">
                  <a:solidFill>
                    <a:srgbClr val="29ABE2"/>
                  </a:solidFill>
                  <a:latin typeface="Pretendard"/>
                  <a:ea typeface="Pretendard"/>
                  <a:cs typeface="Pretendard"/>
                </a:rPr>
                <a:t>주요 산출물</a:t>
              </a:r>
            </a:p>
          </p:txBody>
        </p:sp>
        <p:sp>
          <p:nvSpPr>
            <p:cNvPr id="8" name="Oval 7"/>
            <p:cNvSpPr/>
            <p:nvPr/>
          </p:nvSpPr>
          <p:spPr>
            <a:xfrm>
              <a:off x="804671" y="3374136"/>
              <a:ext cx="91440" cy="91440"/>
            </a:xfrm>
            <a:prstGeom prst="ellipse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987552" y="3246120"/>
              <a:ext cx="156972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착수보고서</a:t>
              </a:r>
            </a:p>
          </p:txBody>
        </p:sp>
        <p:sp>
          <p:nvSpPr>
            <p:cNvPr id="10" name="Oval 9"/>
            <p:cNvSpPr/>
            <p:nvPr/>
          </p:nvSpPr>
          <p:spPr>
            <a:xfrm>
              <a:off x="804671" y="3941063"/>
              <a:ext cx="91440" cy="91440"/>
            </a:xfrm>
            <a:prstGeom prst="ellipse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987552" y="3813048"/>
              <a:ext cx="156972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요구정의서</a:t>
              </a:r>
            </a:p>
          </p:txBody>
        </p:sp>
        <p:sp>
          <p:nvSpPr>
            <p:cNvPr id="12" name="Oval 11"/>
            <p:cNvSpPr/>
            <p:nvPr/>
          </p:nvSpPr>
          <p:spPr>
            <a:xfrm>
              <a:off x="804671" y="4507992"/>
              <a:ext cx="91440" cy="91440"/>
            </a:xfrm>
            <a:prstGeom prst="ellipse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987552" y="4379976"/>
              <a:ext cx="156972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설계서</a:t>
              </a:r>
            </a:p>
          </p:txBody>
        </p:sp>
        <p:sp>
          <p:nvSpPr>
            <p:cNvPr id="14" name="Chevron 13"/>
            <p:cNvSpPr/>
            <p:nvPr/>
          </p:nvSpPr>
          <p:spPr>
            <a:xfrm>
              <a:off x="2410968" y="1554480"/>
              <a:ext cx="2026920" cy="868680"/>
            </a:xfrm>
            <a:prstGeom prst="chevron">
              <a:avLst/>
            </a:prstGeom>
            <a:solidFill>
              <a:srgbClr val="2A4A7F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2단계  요구정의</a:t>
              </a:r>
            </a:p>
          </p:txBody>
        </p:sp>
        <p:sp>
          <p:nvSpPr>
            <p:cNvPr id="15" name="Rounded Rectangle 14"/>
            <p:cNvSpPr/>
            <p:nvPr/>
          </p:nvSpPr>
          <p:spPr>
            <a:xfrm>
              <a:off x="2667000" y="2788920"/>
              <a:ext cx="1770888" cy="2880360"/>
            </a:xfrm>
            <a:prstGeom prst="roundRect">
              <a:avLst/>
            </a:prstGeom>
            <a:solidFill>
              <a:srgbClr val="F7F9FC"/>
            </a:solidFill>
            <a:ln w="15875">
              <a:solidFill>
                <a:srgbClr val="2A4A7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2740152" y="2880360"/>
              <a:ext cx="1624584" cy="31089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000" b="1">
                  <a:solidFill>
                    <a:srgbClr val="2A4A7F"/>
                  </a:solidFill>
                  <a:latin typeface="Pretendard"/>
                  <a:ea typeface="Pretendard"/>
                  <a:cs typeface="Pretendard"/>
                </a:rPr>
                <a:t>주요 산출물</a:t>
              </a:r>
            </a:p>
          </p:txBody>
        </p:sp>
        <p:sp>
          <p:nvSpPr>
            <p:cNvPr id="17" name="Oval 16"/>
            <p:cNvSpPr/>
            <p:nvPr/>
          </p:nvSpPr>
          <p:spPr>
            <a:xfrm>
              <a:off x="2831592" y="3374136"/>
              <a:ext cx="91440" cy="91440"/>
            </a:xfrm>
            <a:prstGeom prst="ellipse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3014472" y="3246120"/>
              <a:ext cx="1313688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요구정의서</a:t>
              </a:r>
            </a:p>
          </p:txBody>
        </p:sp>
        <p:sp>
          <p:nvSpPr>
            <p:cNvPr id="19" name="Oval 18"/>
            <p:cNvSpPr/>
            <p:nvPr/>
          </p:nvSpPr>
          <p:spPr>
            <a:xfrm>
              <a:off x="2831592" y="3941063"/>
              <a:ext cx="91440" cy="91440"/>
            </a:xfrm>
            <a:prstGeom prst="ellipse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3014472" y="3813048"/>
              <a:ext cx="1313688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설계서</a:t>
              </a:r>
            </a:p>
          </p:txBody>
        </p:sp>
        <p:sp>
          <p:nvSpPr>
            <p:cNvPr id="21" name="Oval 20"/>
            <p:cNvSpPr/>
            <p:nvPr/>
          </p:nvSpPr>
          <p:spPr>
            <a:xfrm>
              <a:off x="2831592" y="4507992"/>
              <a:ext cx="91440" cy="91440"/>
            </a:xfrm>
            <a:prstGeom prst="ellipse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3014472" y="4379976"/>
              <a:ext cx="1313688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개발산출물</a:t>
              </a:r>
            </a:p>
          </p:txBody>
        </p:sp>
        <p:sp>
          <p:nvSpPr>
            <p:cNvPr id="23" name="Chevron 22"/>
            <p:cNvSpPr/>
            <p:nvPr/>
          </p:nvSpPr>
          <p:spPr>
            <a:xfrm>
              <a:off x="4181856" y="1554480"/>
              <a:ext cx="2026920" cy="868680"/>
            </a:xfrm>
            <a:prstGeom prst="chevron">
              <a:avLst/>
            </a:prstGeom>
            <a:solidFill>
              <a:srgbClr val="7B2D8E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3단계  기본설계</a:t>
              </a:r>
            </a:p>
          </p:txBody>
        </p:sp>
        <p:sp>
          <p:nvSpPr>
            <p:cNvPr id="24" name="Rounded Rectangle 23"/>
            <p:cNvSpPr/>
            <p:nvPr/>
          </p:nvSpPr>
          <p:spPr>
            <a:xfrm>
              <a:off x="4437888" y="2788920"/>
              <a:ext cx="1770888" cy="2880360"/>
            </a:xfrm>
            <a:prstGeom prst="roundRect">
              <a:avLst/>
            </a:prstGeom>
            <a:solidFill>
              <a:srgbClr val="F7F9FC"/>
            </a:solidFill>
            <a:ln w="15875">
              <a:solidFill>
                <a:srgbClr val="7B2D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4511040" y="2880360"/>
              <a:ext cx="1624584" cy="31089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000" b="1">
                  <a:solidFill>
                    <a:srgbClr val="7B2D8E"/>
                  </a:solidFill>
                  <a:latin typeface="Pretendard"/>
                  <a:ea typeface="Pretendard"/>
                  <a:cs typeface="Pretendard"/>
                </a:rPr>
                <a:t>주요 산출물</a:t>
              </a:r>
            </a:p>
          </p:txBody>
        </p:sp>
        <p:sp>
          <p:nvSpPr>
            <p:cNvPr id="26" name="Oval 25"/>
            <p:cNvSpPr/>
            <p:nvPr/>
          </p:nvSpPr>
          <p:spPr>
            <a:xfrm>
              <a:off x="4602480" y="3374136"/>
              <a:ext cx="91440" cy="91440"/>
            </a:xfrm>
            <a:prstGeom prst="ellipse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4785360" y="3246120"/>
              <a:ext cx="1313688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설계서</a:t>
              </a:r>
            </a:p>
          </p:txBody>
        </p:sp>
        <p:sp>
          <p:nvSpPr>
            <p:cNvPr id="28" name="Oval 27"/>
            <p:cNvSpPr/>
            <p:nvPr/>
          </p:nvSpPr>
          <p:spPr>
            <a:xfrm>
              <a:off x="4602480" y="3941063"/>
              <a:ext cx="91440" cy="91440"/>
            </a:xfrm>
            <a:prstGeom prst="ellipse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4785360" y="3813048"/>
              <a:ext cx="1313688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개발산출물</a:t>
              </a:r>
            </a:p>
          </p:txBody>
        </p:sp>
        <p:sp>
          <p:nvSpPr>
            <p:cNvPr id="30" name="Oval 29"/>
            <p:cNvSpPr/>
            <p:nvPr/>
          </p:nvSpPr>
          <p:spPr>
            <a:xfrm>
              <a:off x="4602480" y="4507992"/>
              <a:ext cx="91440" cy="91440"/>
            </a:xfrm>
            <a:prstGeom prst="ellipse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4785360" y="4379976"/>
              <a:ext cx="1313688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시험결과서</a:t>
              </a:r>
            </a:p>
          </p:txBody>
        </p:sp>
        <p:sp>
          <p:nvSpPr>
            <p:cNvPr id="32" name="Chevron 31"/>
            <p:cNvSpPr/>
            <p:nvPr/>
          </p:nvSpPr>
          <p:spPr>
            <a:xfrm>
              <a:off x="5952744" y="1554480"/>
              <a:ext cx="2026920" cy="868680"/>
            </a:xfrm>
            <a:prstGeom prst="chevron">
              <a:avLst/>
            </a:prstGeom>
            <a:solidFill>
              <a:srgbClr val="2E75D6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4단계  상세설계</a:t>
              </a:r>
            </a:p>
          </p:txBody>
        </p:sp>
        <p:sp>
          <p:nvSpPr>
            <p:cNvPr id="33" name="Rounded Rectangle 32"/>
            <p:cNvSpPr/>
            <p:nvPr/>
          </p:nvSpPr>
          <p:spPr>
            <a:xfrm>
              <a:off x="6208776" y="2788920"/>
              <a:ext cx="1770888" cy="2880360"/>
            </a:xfrm>
            <a:prstGeom prst="roundRect">
              <a:avLst/>
            </a:prstGeom>
            <a:solidFill>
              <a:srgbClr val="F7F9FC"/>
            </a:solidFill>
            <a:ln w="15875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6281928" y="2880360"/>
              <a:ext cx="1624584" cy="31089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000" b="1">
                  <a:solidFill>
                    <a:srgbClr val="2E75D6"/>
                  </a:solidFill>
                  <a:latin typeface="Pretendard"/>
                  <a:ea typeface="Pretendard"/>
                  <a:cs typeface="Pretendard"/>
                </a:rPr>
                <a:t>주요 산출물</a:t>
              </a:r>
            </a:p>
          </p:txBody>
        </p:sp>
        <p:sp>
          <p:nvSpPr>
            <p:cNvPr id="35" name="Oval 34"/>
            <p:cNvSpPr/>
            <p:nvPr/>
          </p:nvSpPr>
          <p:spPr>
            <a:xfrm>
              <a:off x="6373368" y="3374136"/>
              <a:ext cx="91440" cy="91440"/>
            </a:xfrm>
            <a:prstGeom prst="ellipse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6556248" y="3246120"/>
              <a:ext cx="1313688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개발산출물</a:t>
              </a:r>
            </a:p>
          </p:txBody>
        </p:sp>
        <p:sp>
          <p:nvSpPr>
            <p:cNvPr id="37" name="Oval 36"/>
            <p:cNvSpPr/>
            <p:nvPr/>
          </p:nvSpPr>
          <p:spPr>
            <a:xfrm>
              <a:off x="6373368" y="3941063"/>
              <a:ext cx="91440" cy="91440"/>
            </a:xfrm>
            <a:prstGeom prst="ellipse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6556248" y="3813048"/>
              <a:ext cx="1313688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시험결과서</a:t>
              </a:r>
            </a:p>
          </p:txBody>
        </p:sp>
        <p:sp>
          <p:nvSpPr>
            <p:cNvPr id="39" name="Oval 38"/>
            <p:cNvSpPr/>
            <p:nvPr/>
          </p:nvSpPr>
          <p:spPr>
            <a:xfrm>
              <a:off x="6373368" y="4507992"/>
              <a:ext cx="91440" cy="91440"/>
            </a:xfrm>
            <a:prstGeom prst="ellipse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6556248" y="4379976"/>
              <a:ext cx="1313688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완료보고서</a:t>
              </a:r>
            </a:p>
          </p:txBody>
        </p:sp>
        <p:sp>
          <p:nvSpPr>
            <p:cNvPr id="41" name="Chevron 40"/>
            <p:cNvSpPr/>
            <p:nvPr/>
          </p:nvSpPr>
          <p:spPr>
            <a:xfrm>
              <a:off x="7723632" y="1554480"/>
              <a:ext cx="2026920" cy="868680"/>
            </a:xfrm>
            <a:prstGeom prst="chevron">
              <a:avLst/>
            </a:prstGeom>
            <a:solidFill>
              <a:srgbClr val="1F9E8F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5단계  시스템개발</a:t>
              </a:r>
            </a:p>
          </p:txBody>
        </p:sp>
        <p:sp>
          <p:nvSpPr>
            <p:cNvPr id="42" name="Rounded Rectangle 41"/>
            <p:cNvSpPr/>
            <p:nvPr/>
          </p:nvSpPr>
          <p:spPr>
            <a:xfrm>
              <a:off x="7979664" y="2788920"/>
              <a:ext cx="1770888" cy="2880360"/>
            </a:xfrm>
            <a:prstGeom prst="roundRect">
              <a:avLst/>
            </a:prstGeom>
            <a:solidFill>
              <a:srgbClr val="F7F9FC"/>
            </a:solidFill>
            <a:ln w="15875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8052816" y="2880360"/>
              <a:ext cx="1624584" cy="31089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000" b="1">
                  <a:solidFill>
                    <a:srgbClr val="1F9E8F"/>
                  </a:solidFill>
                  <a:latin typeface="Pretendard"/>
                  <a:ea typeface="Pretendard"/>
                  <a:cs typeface="Pretendard"/>
                </a:rPr>
                <a:t>주요 산출물</a:t>
              </a:r>
            </a:p>
          </p:txBody>
        </p:sp>
        <p:sp>
          <p:nvSpPr>
            <p:cNvPr id="44" name="Oval 43"/>
            <p:cNvSpPr/>
            <p:nvPr/>
          </p:nvSpPr>
          <p:spPr>
            <a:xfrm>
              <a:off x="8144256" y="3374136"/>
              <a:ext cx="91440" cy="91440"/>
            </a:xfrm>
            <a:prstGeom prst="ellipse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8327136" y="3246120"/>
              <a:ext cx="1313688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시험결과서</a:t>
              </a:r>
            </a:p>
          </p:txBody>
        </p:sp>
        <p:sp>
          <p:nvSpPr>
            <p:cNvPr id="46" name="Oval 45"/>
            <p:cNvSpPr/>
            <p:nvPr/>
          </p:nvSpPr>
          <p:spPr>
            <a:xfrm>
              <a:off x="8144256" y="3941063"/>
              <a:ext cx="91440" cy="91440"/>
            </a:xfrm>
            <a:prstGeom prst="ellipse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8327136" y="3813048"/>
              <a:ext cx="1313688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완료보고서</a:t>
              </a:r>
            </a:p>
          </p:txBody>
        </p:sp>
        <p:sp>
          <p:nvSpPr>
            <p:cNvPr id="48" name="Oval 47"/>
            <p:cNvSpPr/>
            <p:nvPr/>
          </p:nvSpPr>
          <p:spPr>
            <a:xfrm>
              <a:off x="8144256" y="4507992"/>
              <a:ext cx="91440" cy="91440"/>
            </a:xfrm>
            <a:prstGeom prst="ellipse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8327136" y="4379976"/>
              <a:ext cx="1313688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착수보고서</a:t>
              </a:r>
            </a:p>
          </p:txBody>
        </p:sp>
        <p:sp>
          <p:nvSpPr>
            <p:cNvPr id="50" name="Chevron 49"/>
            <p:cNvSpPr/>
            <p:nvPr/>
          </p:nvSpPr>
          <p:spPr>
            <a:xfrm>
              <a:off x="9494520" y="1554480"/>
              <a:ext cx="2026920" cy="868680"/>
            </a:xfrm>
            <a:prstGeom prst="chevron">
              <a:avLst/>
            </a:prstGeom>
            <a:solidFill>
              <a:srgbClr val="29ABE2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6단계  통합시험</a:t>
              </a:r>
            </a:p>
          </p:txBody>
        </p:sp>
        <p:sp>
          <p:nvSpPr>
            <p:cNvPr id="51" name="Rounded Rectangle 50"/>
            <p:cNvSpPr/>
            <p:nvPr/>
          </p:nvSpPr>
          <p:spPr>
            <a:xfrm>
              <a:off x="9750551" y="2788920"/>
              <a:ext cx="1770888" cy="2880360"/>
            </a:xfrm>
            <a:prstGeom prst="roundRect">
              <a:avLst/>
            </a:prstGeom>
            <a:solidFill>
              <a:srgbClr val="F7F9FC"/>
            </a:solidFill>
            <a:ln w="15875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2" name="TextBox 51"/>
            <p:cNvSpPr txBox="1"/>
            <p:nvPr/>
          </p:nvSpPr>
          <p:spPr>
            <a:xfrm>
              <a:off x="9823703" y="2880360"/>
              <a:ext cx="1624584" cy="31089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000" b="1">
                  <a:solidFill>
                    <a:srgbClr val="29ABE2"/>
                  </a:solidFill>
                  <a:latin typeface="Pretendard"/>
                  <a:ea typeface="Pretendard"/>
                  <a:cs typeface="Pretendard"/>
                </a:rPr>
                <a:t>주요 산출물</a:t>
              </a:r>
            </a:p>
          </p:txBody>
        </p:sp>
        <p:sp>
          <p:nvSpPr>
            <p:cNvPr id="53" name="Oval 52"/>
            <p:cNvSpPr/>
            <p:nvPr/>
          </p:nvSpPr>
          <p:spPr>
            <a:xfrm>
              <a:off x="9915143" y="3374136"/>
              <a:ext cx="91440" cy="91440"/>
            </a:xfrm>
            <a:prstGeom prst="ellipse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4" name="TextBox 53"/>
            <p:cNvSpPr txBox="1"/>
            <p:nvPr/>
          </p:nvSpPr>
          <p:spPr>
            <a:xfrm>
              <a:off x="10098024" y="3246120"/>
              <a:ext cx="1313688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완료보고서</a:t>
              </a:r>
            </a:p>
          </p:txBody>
        </p:sp>
        <p:sp>
          <p:nvSpPr>
            <p:cNvPr id="55" name="Oval 54"/>
            <p:cNvSpPr/>
            <p:nvPr/>
          </p:nvSpPr>
          <p:spPr>
            <a:xfrm>
              <a:off x="9915143" y="3941063"/>
              <a:ext cx="91440" cy="91440"/>
            </a:xfrm>
            <a:prstGeom prst="ellipse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6" name="TextBox 55"/>
            <p:cNvSpPr txBox="1"/>
            <p:nvPr/>
          </p:nvSpPr>
          <p:spPr>
            <a:xfrm>
              <a:off x="10098024" y="3813048"/>
              <a:ext cx="1313688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착수보고서</a:t>
              </a:r>
            </a:p>
          </p:txBody>
        </p:sp>
        <p:sp>
          <p:nvSpPr>
            <p:cNvPr id="57" name="Oval 56"/>
            <p:cNvSpPr/>
            <p:nvPr/>
          </p:nvSpPr>
          <p:spPr>
            <a:xfrm>
              <a:off x="9915143" y="4507992"/>
              <a:ext cx="91440" cy="91440"/>
            </a:xfrm>
            <a:prstGeom prst="ellipse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8" name="TextBox 57"/>
            <p:cNvSpPr txBox="1"/>
            <p:nvPr/>
          </p:nvSpPr>
          <p:spPr>
            <a:xfrm>
              <a:off x="10098024" y="4379976"/>
              <a:ext cx="1313688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요구정의서</a:t>
              </a: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TML-164</a:t>
            </a:r>
          </a:p>
        </p:txBody>
      </p:sp>
      <p:grpSp>
        <p:nvGrpSpPr>
          <p:cNvPr id="32" name="asset:TML-164"/>
          <p:cNvGrpSpPr/>
          <p:nvPr/>
        </p:nvGrpSpPr>
        <p:grpSpPr>
          <a:xfrm>
            <a:off x="502920" y="475488"/>
            <a:ext cx="11155680" cy="5193792"/>
            <a:chOff x="502920" y="475488"/>
            <a:chExt cx="11155680" cy="5193792"/>
          </a:xfrm>
        </p:grpSpPr>
        <p:sp>
          <p:nvSpPr>
            <p:cNvPr id="3" name="TextBox 2"/>
            <p:cNvSpPr txBox="1"/>
            <p:nvPr/>
          </p:nvSpPr>
          <p:spPr>
            <a:xfrm>
              <a:off x="502920" y="475488"/>
              <a:ext cx="111556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8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단계 로드맵 (3 셰브론 + 산출물)</a:t>
              </a: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502920" y="932688"/>
              <a:ext cx="1115568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셰브론으로 단계 흐름을 잇고 각 단계 아래 산출물 배치</a:t>
              </a:r>
            </a:p>
          </p:txBody>
        </p:sp>
        <p:sp>
          <p:nvSpPr>
            <p:cNvPr id="5" name="Chevron 4"/>
            <p:cNvSpPr/>
            <p:nvPr/>
          </p:nvSpPr>
          <p:spPr>
            <a:xfrm>
              <a:off x="640080" y="1554480"/>
              <a:ext cx="3797808" cy="868680"/>
            </a:xfrm>
            <a:prstGeom prst="chevron">
              <a:avLst/>
            </a:prstGeom>
            <a:solidFill>
              <a:srgbClr val="2A4A7F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1단계  착수·분석</a:t>
              </a:r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640080" y="2788920"/>
              <a:ext cx="3797808" cy="2880360"/>
            </a:xfrm>
            <a:prstGeom prst="roundRect">
              <a:avLst/>
            </a:prstGeom>
            <a:solidFill>
              <a:srgbClr val="F7F9FC"/>
            </a:solidFill>
            <a:ln w="15875">
              <a:solidFill>
                <a:srgbClr val="2A4A7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713231" y="2880360"/>
              <a:ext cx="3651504" cy="31089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000" b="1">
                  <a:solidFill>
                    <a:srgbClr val="2A4A7F"/>
                  </a:solidFill>
                  <a:latin typeface="Pretendard"/>
                  <a:ea typeface="Pretendard"/>
                  <a:cs typeface="Pretendard"/>
                </a:rPr>
                <a:t>주요 산출물</a:t>
              </a:r>
            </a:p>
          </p:txBody>
        </p:sp>
        <p:sp>
          <p:nvSpPr>
            <p:cNvPr id="8" name="Oval 7"/>
            <p:cNvSpPr/>
            <p:nvPr/>
          </p:nvSpPr>
          <p:spPr>
            <a:xfrm>
              <a:off x="804671" y="3374136"/>
              <a:ext cx="91440" cy="91440"/>
            </a:xfrm>
            <a:prstGeom prst="ellipse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987552" y="3246120"/>
              <a:ext cx="3340608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착수보고서</a:t>
              </a:r>
            </a:p>
          </p:txBody>
        </p:sp>
        <p:sp>
          <p:nvSpPr>
            <p:cNvPr id="10" name="Oval 9"/>
            <p:cNvSpPr/>
            <p:nvPr/>
          </p:nvSpPr>
          <p:spPr>
            <a:xfrm>
              <a:off x="804671" y="3941063"/>
              <a:ext cx="91440" cy="91440"/>
            </a:xfrm>
            <a:prstGeom prst="ellipse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987552" y="3813048"/>
              <a:ext cx="3340608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요구정의서</a:t>
              </a:r>
            </a:p>
          </p:txBody>
        </p:sp>
        <p:sp>
          <p:nvSpPr>
            <p:cNvPr id="12" name="Oval 11"/>
            <p:cNvSpPr/>
            <p:nvPr/>
          </p:nvSpPr>
          <p:spPr>
            <a:xfrm>
              <a:off x="804671" y="4507992"/>
              <a:ext cx="91440" cy="91440"/>
            </a:xfrm>
            <a:prstGeom prst="ellipse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987552" y="4379976"/>
              <a:ext cx="3340608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설계서</a:t>
              </a:r>
            </a:p>
          </p:txBody>
        </p:sp>
        <p:sp>
          <p:nvSpPr>
            <p:cNvPr id="14" name="Chevron 13"/>
            <p:cNvSpPr/>
            <p:nvPr/>
          </p:nvSpPr>
          <p:spPr>
            <a:xfrm>
              <a:off x="4181856" y="1554480"/>
              <a:ext cx="3797808" cy="868680"/>
            </a:xfrm>
            <a:prstGeom prst="chevron">
              <a:avLst/>
            </a:prstGeom>
            <a:solidFill>
              <a:srgbClr val="7B2D8E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2단계  요구정의</a:t>
              </a:r>
            </a:p>
          </p:txBody>
        </p:sp>
        <p:sp>
          <p:nvSpPr>
            <p:cNvPr id="15" name="Rounded Rectangle 14"/>
            <p:cNvSpPr/>
            <p:nvPr/>
          </p:nvSpPr>
          <p:spPr>
            <a:xfrm>
              <a:off x="4437888" y="2788920"/>
              <a:ext cx="3541775" cy="2880360"/>
            </a:xfrm>
            <a:prstGeom prst="roundRect">
              <a:avLst/>
            </a:prstGeom>
            <a:solidFill>
              <a:srgbClr val="F7F9FC"/>
            </a:solidFill>
            <a:ln w="15875">
              <a:solidFill>
                <a:srgbClr val="7B2D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4511040" y="2880360"/>
              <a:ext cx="3395471" cy="31089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000" b="1">
                  <a:solidFill>
                    <a:srgbClr val="7B2D8E"/>
                  </a:solidFill>
                  <a:latin typeface="Pretendard"/>
                  <a:ea typeface="Pretendard"/>
                  <a:cs typeface="Pretendard"/>
                </a:rPr>
                <a:t>주요 산출물</a:t>
              </a:r>
            </a:p>
          </p:txBody>
        </p:sp>
        <p:sp>
          <p:nvSpPr>
            <p:cNvPr id="17" name="Oval 16"/>
            <p:cNvSpPr/>
            <p:nvPr/>
          </p:nvSpPr>
          <p:spPr>
            <a:xfrm>
              <a:off x="4602480" y="3374136"/>
              <a:ext cx="91440" cy="91440"/>
            </a:xfrm>
            <a:prstGeom prst="ellipse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4785360" y="3246120"/>
              <a:ext cx="3084575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요구정의서</a:t>
              </a:r>
            </a:p>
          </p:txBody>
        </p:sp>
        <p:sp>
          <p:nvSpPr>
            <p:cNvPr id="19" name="Oval 18"/>
            <p:cNvSpPr/>
            <p:nvPr/>
          </p:nvSpPr>
          <p:spPr>
            <a:xfrm>
              <a:off x="4602480" y="3941063"/>
              <a:ext cx="91440" cy="91440"/>
            </a:xfrm>
            <a:prstGeom prst="ellipse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4785360" y="3813048"/>
              <a:ext cx="3084575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설계서</a:t>
              </a:r>
            </a:p>
          </p:txBody>
        </p:sp>
        <p:sp>
          <p:nvSpPr>
            <p:cNvPr id="21" name="Oval 20"/>
            <p:cNvSpPr/>
            <p:nvPr/>
          </p:nvSpPr>
          <p:spPr>
            <a:xfrm>
              <a:off x="4602480" y="4507992"/>
              <a:ext cx="91440" cy="91440"/>
            </a:xfrm>
            <a:prstGeom prst="ellipse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4785360" y="4379976"/>
              <a:ext cx="3084575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개발산출물</a:t>
              </a:r>
            </a:p>
          </p:txBody>
        </p:sp>
        <p:sp>
          <p:nvSpPr>
            <p:cNvPr id="23" name="Chevron 22"/>
            <p:cNvSpPr/>
            <p:nvPr/>
          </p:nvSpPr>
          <p:spPr>
            <a:xfrm>
              <a:off x="7723631" y="1554480"/>
              <a:ext cx="3797808" cy="868680"/>
            </a:xfrm>
            <a:prstGeom prst="chevron">
              <a:avLst/>
            </a:prstGeom>
            <a:solidFill>
              <a:srgbClr val="2E75D6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3단계  기본설계</a:t>
              </a:r>
            </a:p>
          </p:txBody>
        </p:sp>
        <p:sp>
          <p:nvSpPr>
            <p:cNvPr id="24" name="Rounded Rectangle 23"/>
            <p:cNvSpPr/>
            <p:nvPr/>
          </p:nvSpPr>
          <p:spPr>
            <a:xfrm>
              <a:off x="7979663" y="2788920"/>
              <a:ext cx="3541775" cy="2880360"/>
            </a:xfrm>
            <a:prstGeom prst="roundRect">
              <a:avLst/>
            </a:prstGeom>
            <a:solidFill>
              <a:srgbClr val="F7F9FC"/>
            </a:solidFill>
            <a:ln w="15875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8052815" y="2880360"/>
              <a:ext cx="3395471" cy="31089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000" b="1">
                  <a:solidFill>
                    <a:srgbClr val="2E75D6"/>
                  </a:solidFill>
                  <a:latin typeface="Pretendard"/>
                  <a:ea typeface="Pretendard"/>
                  <a:cs typeface="Pretendard"/>
                </a:rPr>
                <a:t>주요 산출물</a:t>
              </a:r>
            </a:p>
          </p:txBody>
        </p:sp>
        <p:sp>
          <p:nvSpPr>
            <p:cNvPr id="26" name="Oval 25"/>
            <p:cNvSpPr/>
            <p:nvPr/>
          </p:nvSpPr>
          <p:spPr>
            <a:xfrm>
              <a:off x="8144255" y="3374136"/>
              <a:ext cx="91440" cy="91440"/>
            </a:xfrm>
            <a:prstGeom prst="ellipse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8327135" y="3246120"/>
              <a:ext cx="3084575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설계서</a:t>
              </a:r>
            </a:p>
          </p:txBody>
        </p:sp>
        <p:sp>
          <p:nvSpPr>
            <p:cNvPr id="28" name="Oval 27"/>
            <p:cNvSpPr/>
            <p:nvPr/>
          </p:nvSpPr>
          <p:spPr>
            <a:xfrm>
              <a:off x="8144255" y="3941063"/>
              <a:ext cx="91440" cy="91440"/>
            </a:xfrm>
            <a:prstGeom prst="ellipse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8327135" y="3813048"/>
              <a:ext cx="3084575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개발산출물</a:t>
              </a:r>
            </a:p>
          </p:txBody>
        </p:sp>
        <p:sp>
          <p:nvSpPr>
            <p:cNvPr id="30" name="Oval 29"/>
            <p:cNvSpPr/>
            <p:nvPr/>
          </p:nvSpPr>
          <p:spPr>
            <a:xfrm>
              <a:off x="8144255" y="4507992"/>
              <a:ext cx="91440" cy="91440"/>
            </a:xfrm>
            <a:prstGeom prst="ellipse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8327135" y="4379976"/>
              <a:ext cx="3084575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시험결과서</a:t>
              </a:r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TML-176</a:t>
            </a:r>
          </a:p>
        </p:txBody>
      </p:sp>
      <p:grpSp>
        <p:nvGrpSpPr>
          <p:cNvPr id="41" name="asset:TML-176"/>
          <p:cNvGrpSpPr/>
          <p:nvPr/>
        </p:nvGrpSpPr>
        <p:grpSpPr>
          <a:xfrm>
            <a:off x="502920" y="475488"/>
            <a:ext cx="11155680" cy="5193792"/>
            <a:chOff x="502920" y="475488"/>
            <a:chExt cx="11155680" cy="5193792"/>
          </a:xfrm>
        </p:grpSpPr>
        <p:sp>
          <p:nvSpPr>
            <p:cNvPr id="3" name="TextBox 2"/>
            <p:cNvSpPr txBox="1"/>
            <p:nvPr/>
          </p:nvSpPr>
          <p:spPr>
            <a:xfrm>
              <a:off x="502920" y="475488"/>
              <a:ext cx="111556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8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단계 로드맵 (4 셰브론 + 산출물)</a:t>
              </a: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502920" y="932688"/>
              <a:ext cx="1115568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셰브론으로 단계 흐름을 잇고 각 단계 아래 산출물 배치</a:t>
              </a:r>
            </a:p>
          </p:txBody>
        </p:sp>
        <p:sp>
          <p:nvSpPr>
            <p:cNvPr id="5" name="Chevron 4"/>
            <p:cNvSpPr/>
            <p:nvPr/>
          </p:nvSpPr>
          <p:spPr>
            <a:xfrm>
              <a:off x="640080" y="1554480"/>
              <a:ext cx="2912364" cy="868680"/>
            </a:xfrm>
            <a:prstGeom prst="chevron">
              <a:avLst/>
            </a:prstGeom>
            <a:solidFill>
              <a:srgbClr val="2A4A7F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1단계  착수·분석</a:t>
              </a:r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640080" y="2788920"/>
              <a:ext cx="2912364" cy="2880360"/>
            </a:xfrm>
            <a:prstGeom prst="roundRect">
              <a:avLst/>
            </a:prstGeom>
            <a:solidFill>
              <a:srgbClr val="F7F9FC"/>
            </a:solidFill>
            <a:ln w="15875">
              <a:solidFill>
                <a:srgbClr val="2A4A7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713231" y="2880360"/>
              <a:ext cx="2766060" cy="31089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000" b="1">
                  <a:solidFill>
                    <a:srgbClr val="2A4A7F"/>
                  </a:solidFill>
                  <a:latin typeface="Pretendard"/>
                  <a:ea typeface="Pretendard"/>
                  <a:cs typeface="Pretendard"/>
                </a:rPr>
                <a:t>주요 산출물</a:t>
              </a:r>
            </a:p>
          </p:txBody>
        </p:sp>
        <p:sp>
          <p:nvSpPr>
            <p:cNvPr id="8" name="Oval 7"/>
            <p:cNvSpPr/>
            <p:nvPr/>
          </p:nvSpPr>
          <p:spPr>
            <a:xfrm>
              <a:off x="804671" y="3374136"/>
              <a:ext cx="91440" cy="91440"/>
            </a:xfrm>
            <a:prstGeom prst="ellipse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987552" y="3246120"/>
              <a:ext cx="2455164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착수보고서</a:t>
              </a:r>
            </a:p>
          </p:txBody>
        </p:sp>
        <p:sp>
          <p:nvSpPr>
            <p:cNvPr id="10" name="Oval 9"/>
            <p:cNvSpPr/>
            <p:nvPr/>
          </p:nvSpPr>
          <p:spPr>
            <a:xfrm>
              <a:off x="804671" y="3941063"/>
              <a:ext cx="91440" cy="91440"/>
            </a:xfrm>
            <a:prstGeom prst="ellipse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987552" y="3813048"/>
              <a:ext cx="2455164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요구정의서</a:t>
              </a:r>
            </a:p>
          </p:txBody>
        </p:sp>
        <p:sp>
          <p:nvSpPr>
            <p:cNvPr id="12" name="Oval 11"/>
            <p:cNvSpPr/>
            <p:nvPr/>
          </p:nvSpPr>
          <p:spPr>
            <a:xfrm>
              <a:off x="804671" y="4507992"/>
              <a:ext cx="91440" cy="91440"/>
            </a:xfrm>
            <a:prstGeom prst="ellipse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987552" y="4379976"/>
              <a:ext cx="2455164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설계서</a:t>
              </a:r>
            </a:p>
          </p:txBody>
        </p:sp>
        <p:sp>
          <p:nvSpPr>
            <p:cNvPr id="14" name="Chevron 13"/>
            <p:cNvSpPr/>
            <p:nvPr/>
          </p:nvSpPr>
          <p:spPr>
            <a:xfrm>
              <a:off x="3296412" y="1554480"/>
              <a:ext cx="2912364" cy="868680"/>
            </a:xfrm>
            <a:prstGeom prst="chevron">
              <a:avLst/>
            </a:prstGeom>
            <a:solidFill>
              <a:srgbClr val="7B2D8E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2단계  요구정의</a:t>
              </a:r>
            </a:p>
          </p:txBody>
        </p:sp>
        <p:sp>
          <p:nvSpPr>
            <p:cNvPr id="15" name="Rounded Rectangle 14"/>
            <p:cNvSpPr/>
            <p:nvPr/>
          </p:nvSpPr>
          <p:spPr>
            <a:xfrm>
              <a:off x="3552444" y="2788920"/>
              <a:ext cx="2656332" cy="2880360"/>
            </a:xfrm>
            <a:prstGeom prst="roundRect">
              <a:avLst/>
            </a:prstGeom>
            <a:solidFill>
              <a:srgbClr val="F7F9FC"/>
            </a:solidFill>
            <a:ln w="15875">
              <a:solidFill>
                <a:srgbClr val="7B2D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3625596" y="2880360"/>
              <a:ext cx="2510028" cy="31089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000" b="1">
                  <a:solidFill>
                    <a:srgbClr val="7B2D8E"/>
                  </a:solidFill>
                  <a:latin typeface="Pretendard"/>
                  <a:ea typeface="Pretendard"/>
                  <a:cs typeface="Pretendard"/>
                </a:rPr>
                <a:t>주요 산출물</a:t>
              </a:r>
            </a:p>
          </p:txBody>
        </p:sp>
        <p:sp>
          <p:nvSpPr>
            <p:cNvPr id="17" name="Oval 16"/>
            <p:cNvSpPr/>
            <p:nvPr/>
          </p:nvSpPr>
          <p:spPr>
            <a:xfrm>
              <a:off x="3717036" y="3374136"/>
              <a:ext cx="91440" cy="91440"/>
            </a:xfrm>
            <a:prstGeom prst="ellipse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3899916" y="3246120"/>
              <a:ext cx="2199132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요구정의서</a:t>
              </a:r>
            </a:p>
          </p:txBody>
        </p:sp>
        <p:sp>
          <p:nvSpPr>
            <p:cNvPr id="19" name="Oval 18"/>
            <p:cNvSpPr/>
            <p:nvPr/>
          </p:nvSpPr>
          <p:spPr>
            <a:xfrm>
              <a:off x="3717036" y="3941063"/>
              <a:ext cx="91440" cy="91440"/>
            </a:xfrm>
            <a:prstGeom prst="ellipse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3899916" y="3813048"/>
              <a:ext cx="2199132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설계서</a:t>
              </a:r>
            </a:p>
          </p:txBody>
        </p:sp>
        <p:sp>
          <p:nvSpPr>
            <p:cNvPr id="21" name="Oval 20"/>
            <p:cNvSpPr/>
            <p:nvPr/>
          </p:nvSpPr>
          <p:spPr>
            <a:xfrm>
              <a:off x="3717036" y="4507992"/>
              <a:ext cx="91440" cy="91440"/>
            </a:xfrm>
            <a:prstGeom prst="ellipse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3899916" y="4379976"/>
              <a:ext cx="2199132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개발산출물</a:t>
              </a:r>
            </a:p>
          </p:txBody>
        </p:sp>
        <p:sp>
          <p:nvSpPr>
            <p:cNvPr id="23" name="Chevron 22"/>
            <p:cNvSpPr/>
            <p:nvPr/>
          </p:nvSpPr>
          <p:spPr>
            <a:xfrm>
              <a:off x="5952744" y="1554480"/>
              <a:ext cx="2912364" cy="868680"/>
            </a:xfrm>
            <a:prstGeom prst="chevron">
              <a:avLst/>
            </a:prstGeom>
            <a:solidFill>
              <a:srgbClr val="2E75D6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3단계  기본설계</a:t>
              </a:r>
            </a:p>
          </p:txBody>
        </p:sp>
        <p:sp>
          <p:nvSpPr>
            <p:cNvPr id="24" name="Rounded Rectangle 23"/>
            <p:cNvSpPr/>
            <p:nvPr/>
          </p:nvSpPr>
          <p:spPr>
            <a:xfrm>
              <a:off x="6208776" y="2788920"/>
              <a:ext cx="2656332" cy="2880360"/>
            </a:xfrm>
            <a:prstGeom prst="roundRect">
              <a:avLst/>
            </a:prstGeom>
            <a:solidFill>
              <a:srgbClr val="F7F9FC"/>
            </a:solidFill>
            <a:ln w="15875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6281928" y="2880360"/>
              <a:ext cx="2510028" cy="31089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000" b="1">
                  <a:solidFill>
                    <a:srgbClr val="2E75D6"/>
                  </a:solidFill>
                  <a:latin typeface="Pretendard"/>
                  <a:ea typeface="Pretendard"/>
                  <a:cs typeface="Pretendard"/>
                </a:rPr>
                <a:t>주요 산출물</a:t>
              </a:r>
            </a:p>
          </p:txBody>
        </p:sp>
        <p:sp>
          <p:nvSpPr>
            <p:cNvPr id="26" name="Oval 25"/>
            <p:cNvSpPr/>
            <p:nvPr/>
          </p:nvSpPr>
          <p:spPr>
            <a:xfrm>
              <a:off x="6373368" y="3374136"/>
              <a:ext cx="91440" cy="91440"/>
            </a:xfrm>
            <a:prstGeom prst="ellipse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6556248" y="3246120"/>
              <a:ext cx="2199132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설계서</a:t>
              </a:r>
            </a:p>
          </p:txBody>
        </p:sp>
        <p:sp>
          <p:nvSpPr>
            <p:cNvPr id="28" name="Oval 27"/>
            <p:cNvSpPr/>
            <p:nvPr/>
          </p:nvSpPr>
          <p:spPr>
            <a:xfrm>
              <a:off x="6373368" y="3941063"/>
              <a:ext cx="91440" cy="91440"/>
            </a:xfrm>
            <a:prstGeom prst="ellipse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6556248" y="3813048"/>
              <a:ext cx="2199132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개발산출물</a:t>
              </a:r>
            </a:p>
          </p:txBody>
        </p:sp>
        <p:sp>
          <p:nvSpPr>
            <p:cNvPr id="30" name="Oval 29"/>
            <p:cNvSpPr/>
            <p:nvPr/>
          </p:nvSpPr>
          <p:spPr>
            <a:xfrm>
              <a:off x="6373368" y="4507992"/>
              <a:ext cx="91440" cy="91440"/>
            </a:xfrm>
            <a:prstGeom prst="ellipse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6556248" y="4379976"/>
              <a:ext cx="2199132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시험결과서</a:t>
              </a:r>
            </a:p>
          </p:txBody>
        </p:sp>
        <p:sp>
          <p:nvSpPr>
            <p:cNvPr id="32" name="Chevron 31"/>
            <p:cNvSpPr/>
            <p:nvPr/>
          </p:nvSpPr>
          <p:spPr>
            <a:xfrm>
              <a:off x="8609076" y="1554480"/>
              <a:ext cx="2912364" cy="868680"/>
            </a:xfrm>
            <a:prstGeom prst="chevron">
              <a:avLst/>
            </a:prstGeom>
            <a:solidFill>
              <a:srgbClr val="1F9E8F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4단계  상세설계</a:t>
              </a:r>
            </a:p>
          </p:txBody>
        </p:sp>
        <p:sp>
          <p:nvSpPr>
            <p:cNvPr id="33" name="Rounded Rectangle 32"/>
            <p:cNvSpPr/>
            <p:nvPr/>
          </p:nvSpPr>
          <p:spPr>
            <a:xfrm>
              <a:off x="8865107" y="2788920"/>
              <a:ext cx="2656332" cy="2880360"/>
            </a:xfrm>
            <a:prstGeom prst="roundRect">
              <a:avLst/>
            </a:prstGeom>
            <a:solidFill>
              <a:srgbClr val="F7F9FC"/>
            </a:solidFill>
            <a:ln w="15875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8938259" y="2880360"/>
              <a:ext cx="2510028" cy="31089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000" b="1">
                  <a:solidFill>
                    <a:srgbClr val="1F9E8F"/>
                  </a:solidFill>
                  <a:latin typeface="Pretendard"/>
                  <a:ea typeface="Pretendard"/>
                  <a:cs typeface="Pretendard"/>
                </a:rPr>
                <a:t>주요 산출물</a:t>
              </a:r>
            </a:p>
          </p:txBody>
        </p:sp>
        <p:sp>
          <p:nvSpPr>
            <p:cNvPr id="35" name="Oval 34"/>
            <p:cNvSpPr/>
            <p:nvPr/>
          </p:nvSpPr>
          <p:spPr>
            <a:xfrm>
              <a:off x="9029699" y="3374136"/>
              <a:ext cx="91440" cy="91440"/>
            </a:xfrm>
            <a:prstGeom prst="ellipse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9212580" y="3246120"/>
              <a:ext cx="2199132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개발산출물</a:t>
              </a:r>
            </a:p>
          </p:txBody>
        </p:sp>
        <p:sp>
          <p:nvSpPr>
            <p:cNvPr id="37" name="Oval 36"/>
            <p:cNvSpPr/>
            <p:nvPr/>
          </p:nvSpPr>
          <p:spPr>
            <a:xfrm>
              <a:off x="9029699" y="3941063"/>
              <a:ext cx="91440" cy="91440"/>
            </a:xfrm>
            <a:prstGeom prst="ellipse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9212580" y="3813048"/>
              <a:ext cx="2199132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시험결과서</a:t>
              </a:r>
            </a:p>
          </p:txBody>
        </p:sp>
        <p:sp>
          <p:nvSpPr>
            <p:cNvPr id="39" name="Oval 38"/>
            <p:cNvSpPr/>
            <p:nvPr/>
          </p:nvSpPr>
          <p:spPr>
            <a:xfrm>
              <a:off x="9029699" y="4507992"/>
              <a:ext cx="91440" cy="91440"/>
            </a:xfrm>
            <a:prstGeom prst="ellipse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9212580" y="4379976"/>
              <a:ext cx="2199132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완료보고서</a:t>
              </a:r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TML-188</a:t>
            </a:r>
          </a:p>
        </p:txBody>
      </p:sp>
      <p:grpSp>
        <p:nvGrpSpPr>
          <p:cNvPr id="50" name="asset:TML-188"/>
          <p:cNvGrpSpPr/>
          <p:nvPr/>
        </p:nvGrpSpPr>
        <p:grpSpPr>
          <a:xfrm>
            <a:off x="502920" y="475488"/>
            <a:ext cx="11155680" cy="5193792"/>
            <a:chOff x="502920" y="475488"/>
            <a:chExt cx="11155680" cy="5193792"/>
          </a:xfrm>
        </p:grpSpPr>
        <p:sp>
          <p:nvSpPr>
            <p:cNvPr id="3" name="TextBox 2"/>
            <p:cNvSpPr txBox="1"/>
            <p:nvPr/>
          </p:nvSpPr>
          <p:spPr>
            <a:xfrm>
              <a:off x="502920" y="475488"/>
              <a:ext cx="111556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8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단계 로드맵 (5 셰브론 + 산출물)</a:t>
              </a: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502920" y="932688"/>
              <a:ext cx="1115568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셰브론으로 단계 흐름을 잇고 각 단계 아래 산출물 배치</a:t>
              </a:r>
            </a:p>
          </p:txBody>
        </p:sp>
        <p:sp>
          <p:nvSpPr>
            <p:cNvPr id="5" name="Chevron 4"/>
            <p:cNvSpPr/>
            <p:nvPr/>
          </p:nvSpPr>
          <p:spPr>
            <a:xfrm>
              <a:off x="640080" y="1554480"/>
              <a:ext cx="2381097" cy="868680"/>
            </a:xfrm>
            <a:prstGeom prst="chevron">
              <a:avLst/>
            </a:prstGeom>
            <a:solidFill>
              <a:srgbClr val="2A4A7F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1단계  착수·분석</a:t>
              </a:r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640080" y="2788920"/>
              <a:ext cx="2381097" cy="2880360"/>
            </a:xfrm>
            <a:prstGeom prst="roundRect">
              <a:avLst/>
            </a:prstGeom>
            <a:solidFill>
              <a:srgbClr val="F7F9FC"/>
            </a:solidFill>
            <a:ln w="15875">
              <a:solidFill>
                <a:srgbClr val="2A4A7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713231" y="2880360"/>
              <a:ext cx="2234793" cy="31089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000" b="1">
                  <a:solidFill>
                    <a:srgbClr val="2A4A7F"/>
                  </a:solidFill>
                  <a:latin typeface="Pretendard"/>
                  <a:ea typeface="Pretendard"/>
                  <a:cs typeface="Pretendard"/>
                </a:rPr>
                <a:t>주요 산출물</a:t>
              </a:r>
            </a:p>
          </p:txBody>
        </p:sp>
        <p:sp>
          <p:nvSpPr>
            <p:cNvPr id="8" name="Oval 7"/>
            <p:cNvSpPr/>
            <p:nvPr/>
          </p:nvSpPr>
          <p:spPr>
            <a:xfrm>
              <a:off x="804671" y="3374136"/>
              <a:ext cx="91440" cy="91440"/>
            </a:xfrm>
            <a:prstGeom prst="ellipse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987552" y="3246120"/>
              <a:ext cx="1923897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착수보고서</a:t>
              </a:r>
            </a:p>
          </p:txBody>
        </p:sp>
        <p:sp>
          <p:nvSpPr>
            <p:cNvPr id="10" name="Oval 9"/>
            <p:cNvSpPr/>
            <p:nvPr/>
          </p:nvSpPr>
          <p:spPr>
            <a:xfrm>
              <a:off x="804671" y="3941063"/>
              <a:ext cx="91440" cy="91440"/>
            </a:xfrm>
            <a:prstGeom prst="ellipse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987552" y="3813048"/>
              <a:ext cx="1923897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요구정의서</a:t>
              </a:r>
            </a:p>
          </p:txBody>
        </p:sp>
        <p:sp>
          <p:nvSpPr>
            <p:cNvPr id="12" name="Oval 11"/>
            <p:cNvSpPr/>
            <p:nvPr/>
          </p:nvSpPr>
          <p:spPr>
            <a:xfrm>
              <a:off x="804671" y="4507992"/>
              <a:ext cx="91440" cy="91440"/>
            </a:xfrm>
            <a:prstGeom prst="ellipse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987552" y="4379976"/>
              <a:ext cx="1923897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설계서</a:t>
              </a:r>
            </a:p>
          </p:txBody>
        </p:sp>
        <p:sp>
          <p:nvSpPr>
            <p:cNvPr id="14" name="Chevron 13"/>
            <p:cNvSpPr/>
            <p:nvPr/>
          </p:nvSpPr>
          <p:spPr>
            <a:xfrm>
              <a:off x="2765145" y="1554480"/>
              <a:ext cx="2381097" cy="868680"/>
            </a:xfrm>
            <a:prstGeom prst="chevron">
              <a:avLst/>
            </a:prstGeom>
            <a:solidFill>
              <a:srgbClr val="7B2D8E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2단계  요구정의</a:t>
              </a:r>
            </a:p>
          </p:txBody>
        </p:sp>
        <p:sp>
          <p:nvSpPr>
            <p:cNvPr id="15" name="Rounded Rectangle 14"/>
            <p:cNvSpPr/>
            <p:nvPr/>
          </p:nvSpPr>
          <p:spPr>
            <a:xfrm>
              <a:off x="3021177" y="2788920"/>
              <a:ext cx="2125065" cy="2880360"/>
            </a:xfrm>
            <a:prstGeom prst="roundRect">
              <a:avLst/>
            </a:prstGeom>
            <a:solidFill>
              <a:srgbClr val="F7F9FC"/>
            </a:solidFill>
            <a:ln w="15875">
              <a:solidFill>
                <a:srgbClr val="7B2D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3094329" y="2880360"/>
              <a:ext cx="1978761" cy="31089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000" b="1">
                  <a:solidFill>
                    <a:srgbClr val="7B2D8E"/>
                  </a:solidFill>
                  <a:latin typeface="Pretendard"/>
                  <a:ea typeface="Pretendard"/>
                  <a:cs typeface="Pretendard"/>
                </a:rPr>
                <a:t>주요 산출물</a:t>
              </a:r>
            </a:p>
          </p:txBody>
        </p:sp>
        <p:sp>
          <p:nvSpPr>
            <p:cNvPr id="17" name="Oval 16"/>
            <p:cNvSpPr/>
            <p:nvPr/>
          </p:nvSpPr>
          <p:spPr>
            <a:xfrm>
              <a:off x="3185769" y="3374136"/>
              <a:ext cx="91440" cy="91440"/>
            </a:xfrm>
            <a:prstGeom prst="ellipse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3368649" y="3246120"/>
              <a:ext cx="1667865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요구정의서</a:t>
              </a:r>
            </a:p>
          </p:txBody>
        </p:sp>
        <p:sp>
          <p:nvSpPr>
            <p:cNvPr id="19" name="Oval 18"/>
            <p:cNvSpPr/>
            <p:nvPr/>
          </p:nvSpPr>
          <p:spPr>
            <a:xfrm>
              <a:off x="3185769" y="3941063"/>
              <a:ext cx="91440" cy="91440"/>
            </a:xfrm>
            <a:prstGeom prst="ellipse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3368649" y="3813048"/>
              <a:ext cx="1667865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설계서</a:t>
              </a:r>
            </a:p>
          </p:txBody>
        </p:sp>
        <p:sp>
          <p:nvSpPr>
            <p:cNvPr id="21" name="Oval 20"/>
            <p:cNvSpPr/>
            <p:nvPr/>
          </p:nvSpPr>
          <p:spPr>
            <a:xfrm>
              <a:off x="3185769" y="4507992"/>
              <a:ext cx="91440" cy="91440"/>
            </a:xfrm>
            <a:prstGeom prst="ellipse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3368649" y="4379976"/>
              <a:ext cx="1667865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개발산출물</a:t>
              </a:r>
            </a:p>
          </p:txBody>
        </p:sp>
        <p:sp>
          <p:nvSpPr>
            <p:cNvPr id="23" name="Chevron 22"/>
            <p:cNvSpPr/>
            <p:nvPr/>
          </p:nvSpPr>
          <p:spPr>
            <a:xfrm>
              <a:off x="4890211" y="1554480"/>
              <a:ext cx="2381097" cy="868680"/>
            </a:xfrm>
            <a:prstGeom prst="chevron">
              <a:avLst/>
            </a:prstGeom>
            <a:solidFill>
              <a:srgbClr val="2E75D6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3단계  기본설계</a:t>
              </a:r>
            </a:p>
          </p:txBody>
        </p:sp>
        <p:sp>
          <p:nvSpPr>
            <p:cNvPr id="24" name="Rounded Rectangle 23"/>
            <p:cNvSpPr/>
            <p:nvPr/>
          </p:nvSpPr>
          <p:spPr>
            <a:xfrm>
              <a:off x="5146243" y="2788920"/>
              <a:ext cx="2125065" cy="2880360"/>
            </a:xfrm>
            <a:prstGeom prst="roundRect">
              <a:avLst/>
            </a:prstGeom>
            <a:solidFill>
              <a:srgbClr val="F7F9FC"/>
            </a:solidFill>
            <a:ln w="15875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5219395" y="2880360"/>
              <a:ext cx="1978761" cy="31089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000" b="1">
                  <a:solidFill>
                    <a:srgbClr val="2E75D6"/>
                  </a:solidFill>
                  <a:latin typeface="Pretendard"/>
                  <a:ea typeface="Pretendard"/>
                  <a:cs typeface="Pretendard"/>
                </a:rPr>
                <a:t>주요 산출물</a:t>
              </a:r>
            </a:p>
          </p:txBody>
        </p:sp>
        <p:sp>
          <p:nvSpPr>
            <p:cNvPr id="26" name="Oval 25"/>
            <p:cNvSpPr/>
            <p:nvPr/>
          </p:nvSpPr>
          <p:spPr>
            <a:xfrm>
              <a:off x="5310835" y="3374136"/>
              <a:ext cx="91440" cy="91440"/>
            </a:xfrm>
            <a:prstGeom prst="ellipse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5493715" y="3246120"/>
              <a:ext cx="1667865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설계서</a:t>
              </a:r>
            </a:p>
          </p:txBody>
        </p:sp>
        <p:sp>
          <p:nvSpPr>
            <p:cNvPr id="28" name="Oval 27"/>
            <p:cNvSpPr/>
            <p:nvPr/>
          </p:nvSpPr>
          <p:spPr>
            <a:xfrm>
              <a:off x="5310835" y="3941063"/>
              <a:ext cx="91440" cy="91440"/>
            </a:xfrm>
            <a:prstGeom prst="ellipse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5493715" y="3813048"/>
              <a:ext cx="1667865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개발산출물</a:t>
              </a:r>
            </a:p>
          </p:txBody>
        </p:sp>
        <p:sp>
          <p:nvSpPr>
            <p:cNvPr id="30" name="Oval 29"/>
            <p:cNvSpPr/>
            <p:nvPr/>
          </p:nvSpPr>
          <p:spPr>
            <a:xfrm>
              <a:off x="5310835" y="4507992"/>
              <a:ext cx="91440" cy="91440"/>
            </a:xfrm>
            <a:prstGeom prst="ellipse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5493715" y="4379976"/>
              <a:ext cx="1667865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시험결과서</a:t>
              </a:r>
            </a:p>
          </p:txBody>
        </p:sp>
        <p:sp>
          <p:nvSpPr>
            <p:cNvPr id="32" name="Chevron 31"/>
            <p:cNvSpPr/>
            <p:nvPr/>
          </p:nvSpPr>
          <p:spPr>
            <a:xfrm>
              <a:off x="7015276" y="1554480"/>
              <a:ext cx="2381097" cy="868680"/>
            </a:xfrm>
            <a:prstGeom prst="chevron">
              <a:avLst/>
            </a:prstGeom>
            <a:solidFill>
              <a:srgbClr val="1F9E8F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4단계  상세설계</a:t>
              </a:r>
            </a:p>
          </p:txBody>
        </p:sp>
        <p:sp>
          <p:nvSpPr>
            <p:cNvPr id="33" name="Rounded Rectangle 32"/>
            <p:cNvSpPr/>
            <p:nvPr/>
          </p:nvSpPr>
          <p:spPr>
            <a:xfrm>
              <a:off x="7271308" y="2788920"/>
              <a:ext cx="2125065" cy="2880360"/>
            </a:xfrm>
            <a:prstGeom prst="roundRect">
              <a:avLst/>
            </a:prstGeom>
            <a:solidFill>
              <a:srgbClr val="F7F9FC"/>
            </a:solidFill>
            <a:ln w="15875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7344460" y="2880360"/>
              <a:ext cx="1978761" cy="31089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000" b="1">
                  <a:solidFill>
                    <a:srgbClr val="1F9E8F"/>
                  </a:solidFill>
                  <a:latin typeface="Pretendard"/>
                  <a:ea typeface="Pretendard"/>
                  <a:cs typeface="Pretendard"/>
                </a:rPr>
                <a:t>주요 산출물</a:t>
              </a:r>
            </a:p>
          </p:txBody>
        </p:sp>
        <p:sp>
          <p:nvSpPr>
            <p:cNvPr id="35" name="Oval 34"/>
            <p:cNvSpPr/>
            <p:nvPr/>
          </p:nvSpPr>
          <p:spPr>
            <a:xfrm>
              <a:off x="7435900" y="3374136"/>
              <a:ext cx="91440" cy="91440"/>
            </a:xfrm>
            <a:prstGeom prst="ellipse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7618780" y="3246120"/>
              <a:ext cx="1667865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개발산출물</a:t>
              </a:r>
            </a:p>
          </p:txBody>
        </p:sp>
        <p:sp>
          <p:nvSpPr>
            <p:cNvPr id="37" name="Oval 36"/>
            <p:cNvSpPr/>
            <p:nvPr/>
          </p:nvSpPr>
          <p:spPr>
            <a:xfrm>
              <a:off x="7435900" y="3941063"/>
              <a:ext cx="91440" cy="91440"/>
            </a:xfrm>
            <a:prstGeom prst="ellipse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7618780" y="3813048"/>
              <a:ext cx="1667865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시험결과서</a:t>
              </a:r>
            </a:p>
          </p:txBody>
        </p:sp>
        <p:sp>
          <p:nvSpPr>
            <p:cNvPr id="39" name="Oval 38"/>
            <p:cNvSpPr/>
            <p:nvPr/>
          </p:nvSpPr>
          <p:spPr>
            <a:xfrm>
              <a:off x="7435900" y="4507992"/>
              <a:ext cx="91440" cy="91440"/>
            </a:xfrm>
            <a:prstGeom prst="ellipse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7618780" y="4379976"/>
              <a:ext cx="1667865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완료보고서</a:t>
              </a:r>
            </a:p>
          </p:txBody>
        </p:sp>
        <p:sp>
          <p:nvSpPr>
            <p:cNvPr id="41" name="Chevron 40"/>
            <p:cNvSpPr/>
            <p:nvPr/>
          </p:nvSpPr>
          <p:spPr>
            <a:xfrm>
              <a:off x="9140342" y="1554480"/>
              <a:ext cx="2381097" cy="868680"/>
            </a:xfrm>
            <a:prstGeom prst="chevron">
              <a:avLst/>
            </a:prstGeom>
            <a:solidFill>
              <a:srgbClr val="29ABE2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5단계  시스템개발</a:t>
              </a:r>
            </a:p>
          </p:txBody>
        </p:sp>
        <p:sp>
          <p:nvSpPr>
            <p:cNvPr id="42" name="Rounded Rectangle 41"/>
            <p:cNvSpPr/>
            <p:nvPr/>
          </p:nvSpPr>
          <p:spPr>
            <a:xfrm>
              <a:off x="9396374" y="2788920"/>
              <a:ext cx="2125065" cy="2880360"/>
            </a:xfrm>
            <a:prstGeom prst="roundRect">
              <a:avLst/>
            </a:prstGeom>
            <a:solidFill>
              <a:srgbClr val="F7F9FC"/>
            </a:solidFill>
            <a:ln w="15875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9469526" y="2880360"/>
              <a:ext cx="1978761" cy="31089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000" b="1">
                  <a:solidFill>
                    <a:srgbClr val="29ABE2"/>
                  </a:solidFill>
                  <a:latin typeface="Pretendard"/>
                  <a:ea typeface="Pretendard"/>
                  <a:cs typeface="Pretendard"/>
                </a:rPr>
                <a:t>주요 산출물</a:t>
              </a:r>
            </a:p>
          </p:txBody>
        </p:sp>
        <p:sp>
          <p:nvSpPr>
            <p:cNvPr id="44" name="Oval 43"/>
            <p:cNvSpPr/>
            <p:nvPr/>
          </p:nvSpPr>
          <p:spPr>
            <a:xfrm>
              <a:off x="9560966" y="3374136"/>
              <a:ext cx="91440" cy="91440"/>
            </a:xfrm>
            <a:prstGeom prst="ellipse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9743846" y="3246120"/>
              <a:ext cx="1667865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시험결과서</a:t>
              </a:r>
            </a:p>
          </p:txBody>
        </p:sp>
        <p:sp>
          <p:nvSpPr>
            <p:cNvPr id="46" name="Oval 45"/>
            <p:cNvSpPr/>
            <p:nvPr/>
          </p:nvSpPr>
          <p:spPr>
            <a:xfrm>
              <a:off x="9560966" y="3941063"/>
              <a:ext cx="91440" cy="91440"/>
            </a:xfrm>
            <a:prstGeom prst="ellipse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9743846" y="3813048"/>
              <a:ext cx="1667865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완료보고서</a:t>
              </a:r>
            </a:p>
          </p:txBody>
        </p:sp>
        <p:sp>
          <p:nvSpPr>
            <p:cNvPr id="48" name="Oval 47"/>
            <p:cNvSpPr/>
            <p:nvPr/>
          </p:nvSpPr>
          <p:spPr>
            <a:xfrm>
              <a:off x="9560966" y="4507992"/>
              <a:ext cx="91440" cy="91440"/>
            </a:xfrm>
            <a:prstGeom prst="ellipse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9743846" y="4379976"/>
              <a:ext cx="1667865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착수보고서</a:t>
              </a:r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TML-200</a:t>
            </a:r>
          </a:p>
        </p:txBody>
      </p:sp>
      <p:grpSp>
        <p:nvGrpSpPr>
          <p:cNvPr id="59" name="asset:TML-200"/>
          <p:cNvGrpSpPr/>
          <p:nvPr/>
        </p:nvGrpSpPr>
        <p:grpSpPr>
          <a:xfrm>
            <a:off x="502920" y="475488"/>
            <a:ext cx="11155680" cy="5193792"/>
            <a:chOff x="502920" y="475488"/>
            <a:chExt cx="11155680" cy="5193792"/>
          </a:xfrm>
        </p:grpSpPr>
        <p:sp>
          <p:nvSpPr>
            <p:cNvPr id="3" name="TextBox 2"/>
            <p:cNvSpPr txBox="1"/>
            <p:nvPr/>
          </p:nvSpPr>
          <p:spPr>
            <a:xfrm>
              <a:off x="502920" y="475488"/>
              <a:ext cx="111556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8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단계 로드맵 (6 셰브론 + 산출물)</a:t>
              </a: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502920" y="932688"/>
              <a:ext cx="1115568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셰브론으로 단계 흐름을 잇고 각 단계 아래 산출물 배치</a:t>
              </a:r>
            </a:p>
          </p:txBody>
        </p:sp>
        <p:sp>
          <p:nvSpPr>
            <p:cNvPr id="5" name="Chevron 4"/>
            <p:cNvSpPr/>
            <p:nvPr/>
          </p:nvSpPr>
          <p:spPr>
            <a:xfrm>
              <a:off x="640080" y="1554480"/>
              <a:ext cx="2026920" cy="868680"/>
            </a:xfrm>
            <a:prstGeom prst="chevron">
              <a:avLst/>
            </a:prstGeom>
            <a:solidFill>
              <a:srgbClr val="2A4A7F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1단계  착수·분석</a:t>
              </a:r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640080" y="2788920"/>
              <a:ext cx="2026920" cy="2880360"/>
            </a:xfrm>
            <a:prstGeom prst="roundRect">
              <a:avLst/>
            </a:prstGeom>
            <a:solidFill>
              <a:srgbClr val="F7F9FC"/>
            </a:solidFill>
            <a:ln w="15875">
              <a:solidFill>
                <a:srgbClr val="2A4A7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713231" y="2880360"/>
              <a:ext cx="1880616" cy="31089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000" b="1">
                  <a:solidFill>
                    <a:srgbClr val="2A4A7F"/>
                  </a:solidFill>
                  <a:latin typeface="Pretendard"/>
                  <a:ea typeface="Pretendard"/>
                  <a:cs typeface="Pretendard"/>
                </a:rPr>
                <a:t>주요 산출물</a:t>
              </a:r>
            </a:p>
          </p:txBody>
        </p:sp>
        <p:sp>
          <p:nvSpPr>
            <p:cNvPr id="8" name="Oval 7"/>
            <p:cNvSpPr/>
            <p:nvPr/>
          </p:nvSpPr>
          <p:spPr>
            <a:xfrm>
              <a:off x="804671" y="3374136"/>
              <a:ext cx="91440" cy="91440"/>
            </a:xfrm>
            <a:prstGeom prst="ellipse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987552" y="3246120"/>
              <a:ext cx="156972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착수보고서</a:t>
              </a:r>
            </a:p>
          </p:txBody>
        </p:sp>
        <p:sp>
          <p:nvSpPr>
            <p:cNvPr id="10" name="Oval 9"/>
            <p:cNvSpPr/>
            <p:nvPr/>
          </p:nvSpPr>
          <p:spPr>
            <a:xfrm>
              <a:off x="804671" y="3941063"/>
              <a:ext cx="91440" cy="91440"/>
            </a:xfrm>
            <a:prstGeom prst="ellipse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987552" y="3813048"/>
              <a:ext cx="156972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요구정의서</a:t>
              </a:r>
            </a:p>
          </p:txBody>
        </p:sp>
        <p:sp>
          <p:nvSpPr>
            <p:cNvPr id="12" name="Oval 11"/>
            <p:cNvSpPr/>
            <p:nvPr/>
          </p:nvSpPr>
          <p:spPr>
            <a:xfrm>
              <a:off x="804671" y="4507992"/>
              <a:ext cx="91440" cy="91440"/>
            </a:xfrm>
            <a:prstGeom prst="ellipse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987552" y="4379976"/>
              <a:ext cx="156972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설계서</a:t>
              </a:r>
            </a:p>
          </p:txBody>
        </p:sp>
        <p:sp>
          <p:nvSpPr>
            <p:cNvPr id="14" name="Chevron 13"/>
            <p:cNvSpPr/>
            <p:nvPr/>
          </p:nvSpPr>
          <p:spPr>
            <a:xfrm>
              <a:off x="2410968" y="1554480"/>
              <a:ext cx="2026920" cy="868680"/>
            </a:xfrm>
            <a:prstGeom prst="chevron">
              <a:avLst/>
            </a:prstGeom>
            <a:solidFill>
              <a:srgbClr val="7B2D8E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2단계  요구정의</a:t>
              </a:r>
            </a:p>
          </p:txBody>
        </p:sp>
        <p:sp>
          <p:nvSpPr>
            <p:cNvPr id="15" name="Rounded Rectangle 14"/>
            <p:cNvSpPr/>
            <p:nvPr/>
          </p:nvSpPr>
          <p:spPr>
            <a:xfrm>
              <a:off x="2667000" y="2788920"/>
              <a:ext cx="1770888" cy="2880360"/>
            </a:xfrm>
            <a:prstGeom prst="roundRect">
              <a:avLst/>
            </a:prstGeom>
            <a:solidFill>
              <a:srgbClr val="F7F9FC"/>
            </a:solidFill>
            <a:ln w="15875">
              <a:solidFill>
                <a:srgbClr val="7B2D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2740152" y="2880360"/>
              <a:ext cx="1624584" cy="31089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000" b="1">
                  <a:solidFill>
                    <a:srgbClr val="7B2D8E"/>
                  </a:solidFill>
                  <a:latin typeface="Pretendard"/>
                  <a:ea typeface="Pretendard"/>
                  <a:cs typeface="Pretendard"/>
                </a:rPr>
                <a:t>주요 산출물</a:t>
              </a:r>
            </a:p>
          </p:txBody>
        </p:sp>
        <p:sp>
          <p:nvSpPr>
            <p:cNvPr id="17" name="Oval 16"/>
            <p:cNvSpPr/>
            <p:nvPr/>
          </p:nvSpPr>
          <p:spPr>
            <a:xfrm>
              <a:off x="2831592" y="3374136"/>
              <a:ext cx="91440" cy="91440"/>
            </a:xfrm>
            <a:prstGeom prst="ellipse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3014472" y="3246120"/>
              <a:ext cx="1313688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요구정의서</a:t>
              </a:r>
            </a:p>
          </p:txBody>
        </p:sp>
        <p:sp>
          <p:nvSpPr>
            <p:cNvPr id="19" name="Oval 18"/>
            <p:cNvSpPr/>
            <p:nvPr/>
          </p:nvSpPr>
          <p:spPr>
            <a:xfrm>
              <a:off x="2831592" y="3941063"/>
              <a:ext cx="91440" cy="91440"/>
            </a:xfrm>
            <a:prstGeom prst="ellipse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3014472" y="3813048"/>
              <a:ext cx="1313688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설계서</a:t>
              </a:r>
            </a:p>
          </p:txBody>
        </p:sp>
        <p:sp>
          <p:nvSpPr>
            <p:cNvPr id="21" name="Oval 20"/>
            <p:cNvSpPr/>
            <p:nvPr/>
          </p:nvSpPr>
          <p:spPr>
            <a:xfrm>
              <a:off x="2831592" y="4507992"/>
              <a:ext cx="91440" cy="91440"/>
            </a:xfrm>
            <a:prstGeom prst="ellipse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3014472" y="4379976"/>
              <a:ext cx="1313688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개발산출물</a:t>
              </a:r>
            </a:p>
          </p:txBody>
        </p:sp>
        <p:sp>
          <p:nvSpPr>
            <p:cNvPr id="23" name="Chevron 22"/>
            <p:cNvSpPr/>
            <p:nvPr/>
          </p:nvSpPr>
          <p:spPr>
            <a:xfrm>
              <a:off x="4181856" y="1554480"/>
              <a:ext cx="2026920" cy="868680"/>
            </a:xfrm>
            <a:prstGeom prst="chevron">
              <a:avLst/>
            </a:prstGeom>
            <a:solidFill>
              <a:srgbClr val="2E75D6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3단계  기본설계</a:t>
              </a:r>
            </a:p>
          </p:txBody>
        </p:sp>
        <p:sp>
          <p:nvSpPr>
            <p:cNvPr id="24" name="Rounded Rectangle 23"/>
            <p:cNvSpPr/>
            <p:nvPr/>
          </p:nvSpPr>
          <p:spPr>
            <a:xfrm>
              <a:off x="4437888" y="2788920"/>
              <a:ext cx="1770888" cy="2880360"/>
            </a:xfrm>
            <a:prstGeom prst="roundRect">
              <a:avLst/>
            </a:prstGeom>
            <a:solidFill>
              <a:srgbClr val="F7F9FC"/>
            </a:solidFill>
            <a:ln w="15875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4511040" y="2880360"/>
              <a:ext cx="1624584" cy="31089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000" b="1">
                  <a:solidFill>
                    <a:srgbClr val="2E75D6"/>
                  </a:solidFill>
                  <a:latin typeface="Pretendard"/>
                  <a:ea typeface="Pretendard"/>
                  <a:cs typeface="Pretendard"/>
                </a:rPr>
                <a:t>주요 산출물</a:t>
              </a:r>
            </a:p>
          </p:txBody>
        </p:sp>
        <p:sp>
          <p:nvSpPr>
            <p:cNvPr id="26" name="Oval 25"/>
            <p:cNvSpPr/>
            <p:nvPr/>
          </p:nvSpPr>
          <p:spPr>
            <a:xfrm>
              <a:off x="4602480" y="3374136"/>
              <a:ext cx="91440" cy="91440"/>
            </a:xfrm>
            <a:prstGeom prst="ellipse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4785360" y="3246120"/>
              <a:ext cx="1313688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설계서</a:t>
              </a:r>
            </a:p>
          </p:txBody>
        </p:sp>
        <p:sp>
          <p:nvSpPr>
            <p:cNvPr id="28" name="Oval 27"/>
            <p:cNvSpPr/>
            <p:nvPr/>
          </p:nvSpPr>
          <p:spPr>
            <a:xfrm>
              <a:off x="4602480" y="3941063"/>
              <a:ext cx="91440" cy="91440"/>
            </a:xfrm>
            <a:prstGeom prst="ellipse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4785360" y="3813048"/>
              <a:ext cx="1313688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개발산출물</a:t>
              </a:r>
            </a:p>
          </p:txBody>
        </p:sp>
        <p:sp>
          <p:nvSpPr>
            <p:cNvPr id="30" name="Oval 29"/>
            <p:cNvSpPr/>
            <p:nvPr/>
          </p:nvSpPr>
          <p:spPr>
            <a:xfrm>
              <a:off x="4602480" y="4507992"/>
              <a:ext cx="91440" cy="91440"/>
            </a:xfrm>
            <a:prstGeom prst="ellipse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4785360" y="4379976"/>
              <a:ext cx="1313688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시험결과서</a:t>
              </a:r>
            </a:p>
          </p:txBody>
        </p:sp>
        <p:sp>
          <p:nvSpPr>
            <p:cNvPr id="32" name="Chevron 31"/>
            <p:cNvSpPr/>
            <p:nvPr/>
          </p:nvSpPr>
          <p:spPr>
            <a:xfrm>
              <a:off x="5952744" y="1554480"/>
              <a:ext cx="2026920" cy="868680"/>
            </a:xfrm>
            <a:prstGeom prst="chevron">
              <a:avLst/>
            </a:prstGeom>
            <a:solidFill>
              <a:srgbClr val="1F9E8F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4단계  상세설계</a:t>
              </a:r>
            </a:p>
          </p:txBody>
        </p:sp>
        <p:sp>
          <p:nvSpPr>
            <p:cNvPr id="33" name="Rounded Rectangle 32"/>
            <p:cNvSpPr/>
            <p:nvPr/>
          </p:nvSpPr>
          <p:spPr>
            <a:xfrm>
              <a:off x="6208776" y="2788920"/>
              <a:ext cx="1770888" cy="2880360"/>
            </a:xfrm>
            <a:prstGeom prst="roundRect">
              <a:avLst/>
            </a:prstGeom>
            <a:solidFill>
              <a:srgbClr val="F7F9FC"/>
            </a:solidFill>
            <a:ln w="15875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6281928" y="2880360"/>
              <a:ext cx="1624584" cy="31089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000" b="1">
                  <a:solidFill>
                    <a:srgbClr val="1F9E8F"/>
                  </a:solidFill>
                  <a:latin typeface="Pretendard"/>
                  <a:ea typeface="Pretendard"/>
                  <a:cs typeface="Pretendard"/>
                </a:rPr>
                <a:t>주요 산출물</a:t>
              </a:r>
            </a:p>
          </p:txBody>
        </p:sp>
        <p:sp>
          <p:nvSpPr>
            <p:cNvPr id="35" name="Oval 34"/>
            <p:cNvSpPr/>
            <p:nvPr/>
          </p:nvSpPr>
          <p:spPr>
            <a:xfrm>
              <a:off x="6373368" y="3374136"/>
              <a:ext cx="91440" cy="91440"/>
            </a:xfrm>
            <a:prstGeom prst="ellipse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6556248" y="3246120"/>
              <a:ext cx="1313688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개발산출물</a:t>
              </a:r>
            </a:p>
          </p:txBody>
        </p:sp>
        <p:sp>
          <p:nvSpPr>
            <p:cNvPr id="37" name="Oval 36"/>
            <p:cNvSpPr/>
            <p:nvPr/>
          </p:nvSpPr>
          <p:spPr>
            <a:xfrm>
              <a:off x="6373368" y="3941063"/>
              <a:ext cx="91440" cy="91440"/>
            </a:xfrm>
            <a:prstGeom prst="ellipse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6556248" y="3813048"/>
              <a:ext cx="1313688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시험결과서</a:t>
              </a:r>
            </a:p>
          </p:txBody>
        </p:sp>
        <p:sp>
          <p:nvSpPr>
            <p:cNvPr id="39" name="Oval 38"/>
            <p:cNvSpPr/>
            <p:nvPr/>
          </p:nvSpPr>
          <p:spPr>
            <a:xfrm>
              <a:off x="6373368" y="4507992"/>
              <a:ext cx="91440" cy="91440"/>
            </a:xfrm>
            <a:prstGeom prst="ellipse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6556248" y="4379976"/>
              <a:ext cx="1313688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완료보고서</a:t>
              </a:r>
            </a:p>
          </p:txBody>
        </p:sp>
        <p:sp>
          <p:nvSpPr>
            <p:cNvPr id="41" name="Chevron 40"/>
            <p:cNvSpPr/>
            <p:nvPr/>
          </p:nvSpPr>
          <p:spPr>
            <a:xfrm>
              <a:off x="7723632" y="1554480"/>
              <a:ext cx="2026920" cy="868680"/>
            </a:xfrm>
            <a:prstGeom prst="chevron">
              <a:avLst/>
            </a:prstGeom>
            <a:solidFill>
              <a:srgbClr val="29ABE2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5단계  시스템개발</a:t>
              </a:r>
            </a:p>
          </p:txBody>
        </p:sp>
        <p:sp>
          <p:nvSpPr>
            <p:cNvPr id="42" name="Rounded Rectangle 41"/>
            <p:cNvSpPr/>
            <p:nvPr/>
          </p:nvSpPr>
          <p:spPr>
            <a:xfrm>
              <a:off x="7979664" y="2788920"/>
              <a:ext cx="1770888" cy="2880360"/>
            </a:xfrm>
            <a:prstGeom prst="roundRect">
              <a:avLst/>
            </a:prstGeom>
            <a:solidFill>
              <a:srgbClr val="F7F9FC"/>
            </a:solidFill>
            <a:ln w="15875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8052816" y="2880360"/>
              <a:ext cx="1624584" cy="31089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000" b="1">
                  <a:solidFill>
                    <a:srgbClr val="29ABE2"/>
                  </a:solidFill>
                  <a:latin typeface="Pretendard"/>
                  <a:ea typeface="Pretendard"/>
                  <a:cs typeface="Pretendard"/>
                </a:rPr>
                <a:t>주요 산출물</a:t>
              </a:r>
            </a:p>
          </p:txBody>
        </p:sp>
        <p:sp>
          <p:nvSpPr>
            <p:cNvPr id="44" name="Oval 43"/>
            <p:cNvSpPr/>
            <p:nvPr/>
          </p:nvSpPr>
          <p:spPr>
            <a:xfrm>
              <a:off x="8144256" y="3374136"/>
              <a:ext cx="91440" cy="91440"/>
            </a:xfrm>
            <a:prstGeom prst="ellipse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8327136" y="3246120"/>
              <a:ext cx="1313688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시험결과서</a:t>
              </a:r>
            </a:p>
          </p:txBody>
        </p:sp>
        <p:sp>
          <p:nvSpPr>
            <p:cNvPr id="46" name="Oval 45"/>
            <p:cNvSpPr/>
            <p:nvPr/>
          </p:nvSpPr>
          <p:spPr>
            <a:xfrm>
              <a:off x="8144256" y="3941063"/>
              <a:ext cx="91440" cy="91440"/>
            </a:xfrm>
            <a:prstGeom prst="ellipse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8327136" y="3813048"/>
              <a:ext cx="1313688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완료보고서</a:t>
              </a:r>
            </a:p>
          </p:txBody>
        </p:sp>
        <p:sp>
          <p:nvSpPr>
            <p:cNvPr id="48" name="Oval 47"/>
            <p:cNvSpPr/>
            <p:nvPr/>
          </p:nvSpPr>
          <p:spPr>
            <a:xfrm>
              <a:off x="8144256" y="4507992"/>
              <a:ext cx="91440" cy="91440"/>
            </a:xfrm>
            <a:prstGeom prst="ellipse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8327136" y="4379976"/>
              <a:ext cx="1313688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착수보고서</a:t>
              </a:r>
            </a:p>
          </p:txBody>
        </p:sp>
        <p:sp>
          <p:nvSpPr>
            <p:cNvPr id="50" name="Chevron 49"/>
            <p:cNvSpPr/>
            <p:nvPr/>
          </p:nvSpPr>
          <p:spPr>
            <a:xfrm>
              <a:off x="9494520" y="1554480"/>
              <a:ext cx="2026920" cy="868680"/>
            </a:xfrm>
            <a:prstGeom prst="chevron">
              <a:avLst/>
            </a:prstGeom>
            <a:solidFill>
              <a:srgbClr val="2A4A7F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6단계  통합시험</a:t>
              </a:r>
            </a:p>
          </p:txBody>
        </p:sp>
        <p:sp>
          <p:nvSpPr>
            <p:cNvPr id="51" name="Rounded Rectangle 50"/>
            <p:cNvSpPr/>
            <p:nvPr/>
          </p:nvSpPr>
          <p:spPr>
            <a:xfrm>
              <a:off x="9750551" y="2788920"/>
              <a:ext cx="1770888" cy="2880360"/>
            </a:xfrm>
            <a:prstGeom prst="roundRect">
              <a:avLst/>
            </a:prstGeom>
            <a:solidFill>
              <a:srgbClr val="F7F9FC"/>
            </a:solidFill>
            <a:ln w="15875">
              <a:solidFill>
                <a:srgbClr val="2A4A7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2" name="TextBox 51"/>
            <p:cNvSpPr txBox="1"/>
            <p:nvPr/>
          </p:nvSpPr>
          <p:spPr>
            <a:xfrm>
              <a:off x="9823703" y="2880360"/>
              <a:ext cx="1624584" cy="31089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000" b="1">
                  <a:solidFill>
                    <a:srgbClr val="2A4A7F"/>
                  </a:solidFill>
                  <a:latin typeface="Pretendard"/>
                  <a:ea typeface="Pretendard"/>
                  <a:cs typeface="Pretendard"/>
                </a:rPr>
                <a:t>주요 산출물</a:t>
              </a:r>
            </a:p>
          </p:txBody>
        </p:sp>
        <p:sp>
          <p:nvSpPr>
            <p:cNvPr id="53" name="Oval 52"/>
            <p:cNvSpPr/>
            <p:nvPr/>
          </p:nvSpPr>
          <p:spPr>
            <a:xfrm>
              <a:off x="9915143" y="3374136"/>
              <a:ext cx="91440" cy="91440"/>
            </a:xfrm>
            <a:prstGeom prst="ellipse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4" name="TextBox 53"/>
            <p:cNvSpPr txBox="1"/>
            <p:nvPr/>
          </p:nvSpPr>
          <p:spPr>
            <a:xfrm>
              <a:off x="10098024" y="3246120"/>
              <a:ext cx="1313688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완료보고서</a:t>
              </a:r>
            </a:p>
          </p:txBody>
        </p:sp>
        <p:sp>
          <p:nvSpPr>
            <p:cNvPr id="55" name="Oval 54"/>
            <p:cNvSpPr/>
            <p:nvPr/>
          </p:nvSpPr>
          <p:spPr>
            <a:xfrm>
              <a:off x="9915143" y="3941063"/>
              <a:ext cx="91440" cy="91440"/>
            </a:xfrm>
            <a:prstGeom prst="ellipse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6" name="TextBox 55"/>
            <p:cNvSpPr txBox="1"/>
            <p:nvPr/>
          </p:nvSpPr>
          <p:spPr>
            <a:xfrm>
              <a:off x="10098024" y="3813048"/>
              <a:ext cx="1313688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착수보고서</a:t>
              </a:r>
            </a:p>
          </p:txBody>
        </p:sp>
        <p:sp>
          <p:nvSpPr>
            <p:cNvPr id="57" name="Oval 56"/>
            <p:cNvSpPr/>
            <p:nvPr/>
          </p:nvSpPr>
          <p:spPr>
            <a:xfrm>
              <a:off x="9915143" y="4507992"/>
              <a:ext cx="91440" cy="91440"/>
            </a:xfrm>
            <a:prstGeom prst="ellipse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8" name="TextBox 57"/>
            <p:cNvSpPr txBox="1"/>
            <p:nvPr/>
          </p:nvSpPr>
          <p:spPr>
            <a:xfrm>
              <a:off x="10098024" y="4379976"/>
              <a:ext cx="1313688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요구정의서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