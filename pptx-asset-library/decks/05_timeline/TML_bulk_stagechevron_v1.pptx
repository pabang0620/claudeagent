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TML-020</a:t>
            </a:r>
          </a:p>
        </p:txBody>
      </p:sp>
      <p:grpSp>
        <p:nvGrpSpPr>
          <p:cNvPr id="32" name="asset:TML-020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(3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3797808" cy="868680"/>
            </a:xfrm>
            <a:prstGeom prst="chevron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379780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365150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334060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334060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334060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4181856" y="1554480"/>
              <a:ext cx="3797808" cy="868680"/>
            </a:xfrm>
            <a:prstGeom prst="chevron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437888" y="2788920"/>
              <a:ext cx="354177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511040" y="2880360"/>
              <a:ext cx="339547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4602480" y="3374136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785360" y="3246120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4602480" y="394106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785360" y="3813048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4602480" y="450799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785360" y="4379976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7723631" y="1554480"/>
              <a:ext cx="3797808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7979663" y="2788920"/>
              <a:ext cx="354177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052815" y="2880360"/>
              <a:ext cx="339547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8144255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327135" y="3246120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8144255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327135" y="3813048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8144255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327135" y="4379976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TML-032</a:t>
            </a:r>
          </a:p>
        </p:txBody>
      </p:sp>
      <p:grpSp>
        <p:nvGrpSpPr>
          <p:cNvPr id="41" name="asset:TML-032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(4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912364" cy="868680"/>
            </a:xfrm>
            <a:prstGeom prst="chevron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2912364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27660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24551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24551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24551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3296412" y="1554480"/>
              <a:ext cx="2912364" cy="868680"/>
            </a:xfrm>
            <a:prstGeom prst="chevron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552444" y="2788920"/>
              <a:ext cx="2656332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625596" y="2880360"/>
              <a:ext cx="251002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3717036" y="3374136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899916" y="3246120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3717036" y="394106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899916" y="3813048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3717036" y="450799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899916" y="4379976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5952744" y="1554480"/>
              <a:ext cx="2912364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208776" y="2788920"/>
              <a:ext cx="2656332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281928" y="2880360"/>
              <a:ext cx="251002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6373368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556248" y="3246120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6373368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556248" y="3813048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6373368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556248" y="4379976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2" name="Chevron 31"/>
            <p:cNvSpPr/>
            <p:nvPr/>
          </p:nvSpPr>
          <p:spPr>
            <a:xfrm>
              <a:off x="8609076" y="1554480"/>
              <a:ext cx="2912364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 상세설계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865107" y="2788920"/>
              <a:ext cx="2656332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938259" y="2880360"/>
              <a:ext cx="251002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9029699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212580" y="3246120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9029699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212580" y="3813048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9029699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212580" y="4379976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TML-044</a:t>
            </a:r>
          </a:p>
        </p:txBody>
      </p:sp>
      <p:grpSp>
        <p:nvGrpSpPr>
          <p:cNvPr id="50" name="asset:TML-044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(5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381097" cy="868680"/>
            </a:xfrm>
            <a:prstGeom prst="chevron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2381097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2234793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192389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192389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192389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2765145" y="1554480"/>
              <a:ext cx="2381097" cy="868680"/>
            </a:xfrm>
            <a:prstGeom prst="chevron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021177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094329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3185769" y="3374136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368649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3185769" y="394106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368649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3185769" y="450799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368649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4890211" y="1554480"/>
              <a:ext cx="2381097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146243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219395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5310835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493715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5310835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493715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5310835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493715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2" name="Chevron 31"/>
            <p:cNvSpPr/>
            <p:nvPr/>
          </p:nvSpPr>
          <p:spPr>
            <a:xfrm>
              <a:off x="7015276" y="1554480"/>
              <a:ext cx="2381097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 상세설계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7271308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344460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7435900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618780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7435900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618780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7435900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618780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1" name="Chevron 40"/>
            <p:cNvSpPr/>
            <p:nvPr/>
          </p:nvSpPr>
          <p:spPr>
            <a:xfrm>
              <a:off x="9140342" y="1554480"/>
              <a:ext cx="2381097" cy="868680"/>
            </a:xfrm>
            <a:prstGeom prst="chevron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  시스템개발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9396374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9469526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9560966" y="3374136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9743846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46" name="Oval 45"/>
            <p:cNvSpPr/>
            <p:nvPr/>
          </p:nvSpPr>
          <p:spPr>
            <a:xfrm>
              <a:off x="9560966" y="3941063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743846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9560966" y="4507992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743846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TML-056</a:t>
            </a:r>
          </a:p>
        </p:txBody>
      </p:sp>
      <p:grpSp>
        <p:nvGrpSpPr>
          <p:cNvPr id="59" name="asset:TML-056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(6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026920" cy="868680"/>
            </a:xfrm>
            <a:prstGeom prst="chevron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2026920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1880616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1569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1569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1569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2410968" y="1554480"/>
              <a:ext cx="2026920" cy="868680"/>
            </a:xfrm>
            <a:prstGeom prst="chevron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2667000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740152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2831592" y="3374136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014472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831592" y="394106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014472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2831592" y="450799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014472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4181856" y="1554480"/>
              <a:ext cx="2026920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437888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511040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4602480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785360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4602480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85360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4602480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85360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2" name="Chevron 31"/>
            <p:cNvSpPr/>
            <p:nvPr/>
          </p:nvSpPr>
          <p:spPr>
            <a:xfrm>
              <a:off x="5952744" y="1554480"/>
              <a:ext cx="2026920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 상세설계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6208776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281928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6373368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556248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6373368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556248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6373368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556248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1" name="Chevron 40"/>
            <p:cNvSpPr/>
            <p:nvPr/>
          </p:nvSpPr>
          <p:spPr>
            <a:xfrm>
              <a:off x="7723632" y="1554480"/>
              <a:ext cx="2026920" cy="868680"/>
            </a:xfrm>
            <a:prstGeom prst="chevron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  시스템개발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7979664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052816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8144256" y="3374136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8327136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46" name="Oval 45"/>
            <p:cNvSpPr/>
            <p:nvPr/>
          </p:nvSpPr>
          <p:spPr>
            <a:xfrm>
              <a:off x="8144256" y="3941063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327136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8144256" y="4507992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8327136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50" name="Chevron 49"/>
            <p:cNvSpPr/>
            <p:nvPr/>
          </p:nvSpPr>
          <p:spPr>
            <a:xfrm>
              <a:off x="9494520" y="1554480"/>
              <a:ext cx="2026920" cy="868680"/>
            </a:xfrm>
            <a:prstGeom prst="chevron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6단계  통합시험</a:t>
              </a: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9750551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823703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53" name="Oval 52"/>
            <p:cNvSpPr/>
            <p:nvPr/>
          </p:nvSpPr>
          <p:spPr>
            <a:xfrm>
              <a:off x="9915143" y="3374136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098024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55" name="Oval 54"/>
            <p:cNvSpPr/>
            <p:nvPr/>
          </p:nvSpPr>
          <p:spPr>
            <a:xfrm>
              <a:off x="9915143" y="394106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10098024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57" name="Oval 56"/>
            <p:cNvSpPr/>
            <p:nvPr/>
          </p:nvSpPr>
          <p:spPr>
            <a:xfrm>
              <a:off x="9915143" y="450799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0098024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TML-068</a:t>
            </a:r>
          </a:p>
        </p:txBody>
      </p:sp>
      <p:grpSp>
        <p:nvGrpSpPr>
          <p:cNvPr id="32" name="asset:TML-068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(3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3797808" cy="868680"/>
            </a:xfrm>
            <a:prstGeom prst="chevron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379780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365150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334060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334060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334060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4181856" y="1554480"/>
              <a:ext cx="3797808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437888" y="2788920"/>
              <a:ext cx="354177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511040" y="2880360"/>
              <a:ext cx="339547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4602480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785360" y="3246120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4602480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785360" y="3813048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4602480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785360" y="4379976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7723631" y="1554480"/>
              <a:ext cx="3797808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7979663" y="2788920"/>
              <a:ext cx="354177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052815" y="2880360"/>
              <a:ext cx="339547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8144255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327135" y="3246120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8144255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327135" y="3813048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8144255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327135" y="4379976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TML-080</a:t>
            </a:r>
          </a:p>
        </p:txBody>
      </p:sp>
      <p:grpSp>
        <p:nvGrpSpPr>
          <p:cNvPr id="41" name="asset:TML-080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(4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912364" cy="868680"/>
            </a:xfrm>
            <a:prstGeom prst="chevron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2912364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27660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24551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24551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24551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3296412" y="1554480"/>
              <a:ext cx="2912364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552444" y="2788920"/>
              <a:ext cx="2656332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625596" y="2880360"/>
              <a:ext cx="251002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3717036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899916" y="3246120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3717036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899916" y="3813048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3717036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899916" y="4379976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5952744" y="1554480"/>
              <a:ext cx="2912364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208776" y="2788920"/>
              <a:ext cx="2656332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281928" y="2880360"/>
              <a:ext cx="251002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6373368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556248" y="3246120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6373368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556248" y="3813048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6373368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556248" y="4379976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2" name="Chevron 31"/>
            <p:cNvSpPr/>
            <p:nvPr/>
          </p:nvSpPr>
          <p:spPr>
            <a:xfrm>
              <a:off x="8609076" y="1554480"/>
              <a:ext cx="2912364" cy="868680"/>
            </a:xfrm>
            <a:prstGeom prst="chevron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 상세설계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865107" y="2788920"/>
              <a:ext cx="2656332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938259" y="2880360"/>
              <a:ext cx="251002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9029699" y="3374136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212580" y="3246120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9029699" y="3941063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212580" y="3813048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9029699" y="4507992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212580" y="4379976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TML-092</a:t>
            </a:r>
          </a:p>
        </p:txBody>
      </p:sp>
      <p:grpSp>
        <p:nvGrpSpPr>
          <p:cNvPr id="50" name="asset:TML-092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(5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381097" cy="868680"/>
            </a:xfrm>
            <a:prstGeom prst="chevron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2381097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2234793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192389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192389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192389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2765145" y="1554480"/>
              <a:ext cx="2381097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021177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094329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3185769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368649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3185769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368649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3185769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368649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4890211" y="1554480"/>
              <a:ext cx="2381097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146243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219395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5310835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493715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5310835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493715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5310835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493715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2" name="Chevron 31"/>
            <p:cNvSpPr/>
            <p:nvPr/>
          </p:nvSpPr>
          <p:spPr>
            <a:xfrm>
              <a:off x="7015276" y="1554480"/>
              <a:ext cx="2381097" cy="868680"/>
            </a:xfrm>
            <a:prstGeom prst="chevron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 상세설계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7271308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344460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7435900" y="3374136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618780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7435900" y="3941063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618780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7435900" y="4507992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618780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1" name="Chevron 40"/>
            <p:cNvSpPr/>
            <p:nvPr/>
          </p:nvSpPr>
          <p:spPr>
            <a:xfrm>
              <a:off x="9140342" y="1554480"/>
              <a:ext cx="2381097" cy="868680"/>
            </a:xfrm>
            <a:prstGeom prst="chevron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  시스템개발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9396374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9469526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9560966" y="3374136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9743846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46" name="Oval 45"/>
            <p:cNvSpPr/>
            <p:nvPr/>
          </p:nvSpPr>
          <p:spPr>
            <a:xfrm>
              <a:off x="9560966" y="394106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743846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9560966" y="450799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743846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TML-104</a:t>
            </a:r>
          </a:p>
        </p:txBody>
      </p:sp>
      <p:grpSp>
        <p:nvGrpSpPr>
          <p:cNvPr id="59" name="asset:TML-104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(6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026920" cy="868680"/>
            </a:xfrm>
            <a:prstGeom prst="chevron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2026920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1880616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1569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1569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1569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2410968" y="1554480"/>
              <a:ext cx="2026920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2667000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740152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2831592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014472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831592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014472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2831592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014472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4181856" y="1554480"/>
              <a:ext cx="2026920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437888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511040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4602480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785360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4602480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85360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4602480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85360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2" name="Chevron 31"/>
            <p:cNvSpPr/>
            <p:nvPr/>
          </p:nvSpPr>
          <p:spPr>
            <a:xfrm>
              <a:off x="5952744" y="1554480"/>
              <a:ext cx="2026920" cy="868680"/>
            </a:xfrm>
            <a:prstGeom prst="chevron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 상세설계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6208776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281928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6373368" y="3374136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556248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6373368" y="3941063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556248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6373368" y="4507992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556248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1" name="Chevron 40"/>
            <p:cNvSpPr/>
            <p:nvPr/>
          </p:nvSpPr>
          <p:spPr>
            <a:xfrm>
              <a:off x="7723632" y="1554480"/>
              <a:ext cx="2026920" cy="868680"/>
            </a:xfrm>
            <a:prstGeom prst="chevron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  시스템개발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7979664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052816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8144256" y="3374136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8327136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46" name="Oval 45"/>
            <p:cNvSpPr/>
            <p:nvPr/>
          </p:nvSpPr>
          <p:spPr>
            <a:xfrm>
              <a:off x="8144256" y="394106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327136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8144256" y="450799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8327136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50" name="Chevron 49"/>
            <p:cNvSpPr/>
            <p:nvPr/>
          </p:nvSpPr>
          <p:spPr>
            <a:xfrm>
              <a:off x="9494520" y="1554480"/>
              <a:ext cx="2026920" cy="868680"/>
            </a:xfrm>
            <a:prstGeom prst="chevron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6단계  통합시험</a:t>
              </a: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9750551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823703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53" name="Oval 52"/>
            <p:cNvSpPr/>
            <p:nvPr/>
          </p:nvSpPr>
          <p:spPr>
            <a:xfrm>
              <a:off x="9915143" y="3374136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098024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55" name="Oval 54"/>
            <p:cNvSpPr/>
            <p:nvPr/>
          </p:nvSpPr>
          <p:spPr>
            <a:xfrm>
              <a:off x="9915143" y="394106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10098024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57" name="Oval 56"/>
            <p:cNvSpPr/>
            <p:nvPr/>
          </p:nvSpPr>
          <p:spPr>
            <a:xfrm>
              <a:off x="9915143" y="450799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0098024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TML-116</a:t>
            </a:r>
          </a:p>
        </p:txBody>
      </p:sp>
      <p:grpSp>
        <p:nvGrpSpPr>
          <p:cNvPr id="32" name="asset:TML-116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(3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3797808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379780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365150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334060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334060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334060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4181856" y="1554480"/>
              <a:ext cx="3797808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437888" y="2788920"/>
              <a:ext cx="354177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511040" y="2880360"/>
              <a:ext cx="339547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4602480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785360" y="3246120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4602480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785360" y="3813048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4602480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785360" y="4379976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7723631" y="1554480"/>
              <a:ext cx="3797808" cy="868680"/>
            </a:xfrm>
            <a:prstGeom prst="chevron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7979663" y="2788920"/>
              <a:ext cx="354177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052815" y="2880360"/>
              <a:ext cx="339547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8144255" y="3374136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327135" y="3246120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8144255" y="3941063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327135" y="3813048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8144255" y="4507992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327135" y="4379976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TML-128</a:t>
            </a:r>
          </a:p>
        </p:txBody>
      </p:sp>
      <p:grpSp>
        <p:nvGrpSpPr>
          <p:cNvPr id="41" name="asset:TML-128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(4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912364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2912364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27660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24551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24551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24551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3296412" y="1554480"/>
              <a:ext cx="2912364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552444" y="2788920"/>
              <a:ext cx="2656332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625596" y="2880360"/>
              <a:ext cx="251002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3717036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899916" y="3246120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3717036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899916" y="3813048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3717036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899916" y="4379976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5952744" y="1554480"/>
              <a:ext cx="2912364" cy="868680"/>
            </a:xfrm>
            <a:prstGeom prst="chevron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208776" y="2788920"/>
              <a:ext cx="2656332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281928" y="2880360"/>
              <a:ext cx="251002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6373368" y="3374136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556248" y="3246120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6373368" y="3941063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556248" y="3813048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6373368" y="4507992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556248" y="4379976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2" name="Chevron 31"/>
            <p:cNvSpPr/>
            <p:nvPr/>
          </p:nvSpPr>
          <p:spPr>
            <a:xfrm>
              <a:off x="8609076" y="1554480"/>
              <a:ext cx="2912364" cy="868680"/>
            </a:xfrm>
            <a:prstGeom prst="chevron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 상세설계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865107" y="2788920"/>
              <a:ext cx="2656332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938259" y="2880360"/>
              <a:ext cx="251002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9029699" y="3374136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212580" y="3246120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9029699" y="394106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212580" y="3813048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9029699" y="450799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212580" y="4379976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TML-140</a:t>
            </a:r>
          </a:p>
        </p:txBody>
      </p:sp>
      <p:grpSp>
        <p:nvGrpSpPr>
          <p:cNvPr id="50" name="asset:TML-140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(5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381097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2381097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2234793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192389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192389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192389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2765145" y="1554480"/>
              <a:ext cx="2381097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021177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094329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3185769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368649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3185769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368649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3185769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368649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4890211" y="1554480"/>
              <a:ext cx="2381097" cy="868680"/>
            </a:xfrm>
            <a:prstGeom prst="chevron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146243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219395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5310835" y="3374136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493715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5310835" y="3941063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493715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5310835" y="4507992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493715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2" name="Chevron 31"/>
            <p:cNvSpPr/>
            <p:nvPr/>
          </p:nvSpPr>
          <p:spPr>
            <a:xfrm>
              <a:off x="7015276" y="1554480"/>
              <a:ext cx="2381097" cy="868680"/>
            </a:xfrm>
            <a:prstGeom prst="chevron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 상세설계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7271308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344460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7435900" y="3374136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618780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7435900" y="394106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618780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7435900" y="450799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618780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1" name="Chevron 40"/>
            <p:cNvSpPr/>
            <p:nvPr/>
          </p:nvSpPr>
          <p:spPr>
            <a:xfrm>
              <a:off x="9140342" y="1554480"/>
              <a:ext cx="2381097" cy="868680"/>
            </a:xfrm>
            <a:prstGeom prst="chevron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  시스템개발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9396374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9469526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9560966" y="3374136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9743846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46" name="Oval 45"/>
            <p:cNvSpPr/>
            <p:nvPr/>
          </p:nvSpPr>
          <p:spPr>
            <a:xfrm>
              <a:off x="9560966" y="394106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743846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9560966" y="450799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743846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TML-152</a:t>
            </a:r>
          </a:p>
        </p:txBody>
      </p:sp>
      <p:grpSp>
        <p:nvGrpSpPr>
          <p:cNvPr id="59" name="asset:TML-152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(6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026920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2026920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1880616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1569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1569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1569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2410968" y="1554480"/>
              <a:ext cx="2026920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2667000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740152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2831592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014472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831592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014472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2831592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014472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4181856" y="1554480"/>
              <a:ext cx="2026920" cy="868680"/>
            </a:xfrm>
            <a:prstGeom prst="chevron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437888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511040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4602480" y="3374136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785360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4602480" y="3941063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85360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4602480" y="4507992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85360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2" name="Chevron 31"/>
            <p:cNvSpPr/>
            <p:nvPr/>
          </p:nvSpPr>
          <p:spPr>
            <a:xfrm>
              <a:off x="5952744" y="1554480"/>
              <a:ext cx="2026920" cy="868680"/>
            </a:xfrm>
            <a:prstGeom prst="chevron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 상세설계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6208776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281928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6373368" y="3374136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556248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6373368" y="394106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556248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6373368" y="450799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556248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1" name="Chevron 40"/>
            <p:cNvSpPr/>
            <p:nvPr/>
          </p:nvSpPr>
          <p:spPr>
            <a:xfrm>
              <a:off x="7723632" y="1554480"/>
              <a:ext cx="2026920" cy="868680"/>
            </a:xfrm>
            <a:prstGeom prst="chevron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  시스템개발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7979664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052816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8144256" y="3374136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8327136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46" name="Oval 45"/>
            <p:cNvSpPr/>
            <p:nvPr/>
          </p:nvSpPr>
          <p:spPr>
            <a:xfrm>
              <a:off x="8144256" y="394106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327136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8144256" y="450799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8327136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50" name="Chevron 49"/>
            <p:cNvSpPr/>
            <p:nvPr/>
          </p:nvSpPr>
          <p:spPr>
            <a:xfrm>
              <a:off x="9494520" y="1554480"/>
              <a:ext cx="2026920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6단계  통합시험</a:t>
              </a: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9750551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823703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53" name="Oval 52"/>
            <p:cNvSpPr/>
            <p:nvPr/>
          </p:nvSpPr>
          <p:spPr>
            <a:xfrm>
              <a:off x="9915143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098024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55" name="Oval 54"/>
            <p:cNvSpPr/>
            <p:nvPr/>
          </p:nvSpPr>
          <p:spPr>
            <a:xfrm>
              <a:off x="9915143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10098024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57" name="Oval 56"/>
            <p:cNvSpPr/>
            <p:nvPr/>
          </p:nvSpPr>
          <p:spPr>
            <a:xfrm>
              <a:off x="9915143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0098024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TML-164</a:t>
            </a:r>
          </a:p>
        </p:txBody>
      </p:sp>
      <p:grpSp>
        <p:nvGrpSpPr>
          <p:cNvPr id="32" name="asset:TML-164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(3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3797808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379780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365150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334060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334060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334060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4181856" y="1554480"/>
              <a:ext cx="3797808" cy="868680"/>
            </a:xfrm>
            <a:prstGeom prst="chevron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437888" y="2788920"/>
              <a:ext cx="354177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511040" y="2880360"/>
              <a:ext cx="339547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4602480" y="3374136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785360" y="3246120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4602480" y="3941063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785360" y="3813048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4602480" y="4507992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785360" y="4379976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7723631" y="1554480"/>
              <a:ext cx="3797808" cy="868680"/>
            </a:xfrm>
            <a:prstGeom prst="chevron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7979663" y="2788920"/>
              <a:ext cx="354177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052815" y="2880360"/>
              <a:ext cx="339547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8144255" y="3374136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327135" y="3246120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8144255" y="394106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327135" y="3813048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8144255" y="450799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327135" y="4379976"/>
              <a:ext cx="308457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TML-176</a:t>
            </a:r>
          </a:p>
        </p:txBody>
      </p:sp>
      <p:grpSp>
        <p:nvGrpSpPr>
          <p:cNvPr id="41" name="asset:TML-176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(4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912364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2912364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27660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24551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24551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24551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3296412" y="1554480"/>
              <a:ext cx="2912364" cy="868680"/>
            </a:xfrm>
            <a:prstGeom prst="chevron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552444" y="2788920"/>
              <a:ext cx="2656332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625596" y="2880360"/>
              <a:ext cx="251002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3717036" y="3374136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899916" y="3246120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3717036" y="3941063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899916" y="3813048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3717036" y="4507992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899916" y="4379976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5952744" y="1554480"/>
              <a:ext cx="2912364" cy="868680"/>
            </a:xfrm>
            <a:prstGeom prst="chevron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208776" y="2788920"/>
              <a:ext cx="2656332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281928" y="2880360"/>
              <a:ext cx="251002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6373368" y="3374136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556248" y="3246120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6373368" y="394106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556248" y="3813048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6373368" y="450799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556248" y="4379976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2" name="Chevron 31"/>
            <p:cNvSpPr/>
            <p:nvPr/>
          </p:nvSpPr>
          <p:spPr>
            <a:xfrm>
              <a:off x="8609076" y="1554480"/>
              <a:ext cx="2912364" cy="868680"/>
            </a:xfrm>
            <a:prstGeom prst="chevron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 상세설계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865107" y="2788920"/>
              <a:ext cx="2656332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938259" y="2880360"/>
              <a:ext cx="251002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9029699" y="3374136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212580" y="3246120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9029699" y="394106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212580" y="3813048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9029699" y="450799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212580" y="4379976"/>
              <a:ext cx="219913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TML-188</a:t>
            </a:r>
          </a:p>
        </p:txBody>
      </p:sp>
      <p:grpSp>
        <p:nvGrpSpPr>
          <p:cNvPr id="50" name="asset:TML-188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(5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381097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2381097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2234793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192389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192389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192389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2765145" y="1554480"/>
              <a:ext cx="2381097" cy="868680"/>
            </a:xfrm>
            <a:prstGeom prst="chevron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021177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094329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3185769" y="3374136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368649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3185769" y="3941063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368649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3185769" y="4507992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368649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4890211" y="1554480"/>
              <a:ext cx="2381097" cy="868680"/>
            </a:xfrm>
            <a:prstGeom prst="chevron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146243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219395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5310835" y="3374136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493715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5310835" y="394106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493715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5310835" y="450799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493715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2" name="Chevron 31"/>
            <p:cNvSpPr/>
            <p:nvPr/>
          </p:nvSpPr>
          <p:spPr>
            <a:xfrm>
              <a:off x="7015276" y="1554480"/>
              <a:ext cx="2381097" cy="868680"/>
            </a:xfrm>
            <a:prstGeom prst="chevron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 상세설계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7271308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344460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7435900" y="3374136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618780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7435900" y="394106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618780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7435900" y="450799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618780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1" name="Chevron 40"/>
            <p:cNvSpPr/>
            <p:nvPr/>
          </p:nvSpPr>
          <p:spPr>
            <a:xfrm>
              <a:off x="9140342" y="1554480"/>
              <a:ext cx="2381097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  시스템개발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9396374" y="2788920"/>
              <a:ext cx="2125065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9469526" y="2880360"/>
              <a:ext cx="1978761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9560966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9743846" y="3246120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46" name="Oval 45"/>
            <p:cNvSpPr/>
            <p:nvPr/>
          </p:nvSpPr>
          <p:spPr>
            <a:xfrm>
              <a:off x="9560966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743846" y="3813048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9560966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743846" y="4379976"/>
              <a:ext cx="16678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TML-200</a:t>
            </a:r>
          </a:p>
        </p:txBody>
      </p:sp>
      <p:grpSp>
        <p:nvGrpSpPr>
          <p:cNvPr id="59" name="asset:TML-200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로드맵 (6 셰브론 +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셰브론으로 단계 흐름을 잇고 각 단계 아래 산출물 배치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026920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 착수·분석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788920"/>
              <a:ext cx="2026920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3231" y="2880360"/>
              <a:ext cx="1880616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04671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87552" y="3246120"/>
              <a:ext cx="1569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4671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7552" y="3813048"/>
              <a:ext cx="1569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04671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7552" y="4379976"/>
              <a:ext cx="1569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14" name="Chevron 13"/>
            <p:cNvSpPr/>
            <p:nvPr/>
          </p:nvSpPr>
          <p:spPr>
            <a:xfrm>
              <a:off x="2410968" y="1554480"/>
              <a:ext cx="2026920" cy="868680"/>
            </a:xfrm>
            <a:prstGeom prst="chevron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 요구정의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2667000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740152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2831592" y="3374136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014472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831592" y="3941063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014472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2831592" y="4507992"/>
              <a:ext cx="91440" cy="91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014472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23" name="Chevron 22"/>
            <p:cNvSpPr/>
            <p:nvPr/>
          </p:nvSpPr>
          <p:spPr>
            <a:xfrm>
              <a:off x="4181856" y="1554480"/>
              <a:ext cx="2026920" cy="868680"/>
            </a:xfrm>
            <a:prstGeom prst="chevron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 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437888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511040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4602480" y="3374136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785360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설계서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4602480" y="394106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85360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4602480" y="450799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85360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2" name="Chevron 31"/>
            <p:cNvSpPr/>
            <p:nvPr/>
          </p:nvSpPr>
          <p:spPr>
            <a:xfrm>
              <a:off x="5952744" y="1554480"/>
              <a:ext cx="2026920" cy="868680"/>
            </a:xfrm>
            <a:prstGeom prst="chevron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 상세설계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6208776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281928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6373368" y="3374136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556248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6373368" y="394106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556248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6373368" y="450799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556248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1" name="Chevron 40"/>
            <p:cNvSpPr/>
            <p:nvPr/>
          </p:nvSpPr>
          <p:spPr>
            <a:xfrm>
              <a:off x="7723632" y="1554480"/>
              <a:ext cx="2026920" cy="868680"/>
            </a:xfrm>
            <a:prstGeom prst="chevron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  시스템개발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7979664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052816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8144256" y="3374136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8327136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시험결과서</a:t>
              </a:r>
            </a:p>
          </p:txBody>
        </p:sp>
        <p:sp>
          <p:nvSpPr>
            <p:cNvPr id="46" name="Oval 45"/>
            <p:cNvSpPr/>
            <p:nvPr/>
          </p:nvSpPr>
          <p:spPr>
            <a:xfrm>
              <a:off x="8144256" y="394106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327136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8144256" y="450799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8327136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50" name="Chevron 49"/>
            <p:cNvSpPr/>
            <p:nvPr/>
          </p:nvSpPr>
          <p:spPr>
            <a:xfrm>
              <a:off x="9494520" y="1554480"/>
              <a:ext cx="2026920" cy="868680"/>
            </a:xfrm>
            <a:prstGeom prst="chevron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6단계  통합시험</a:t>
              </a: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9750551" y="2788920"/>
              <a:ext cx="1770888" cy="28803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823703" y="2880360"/>
              <a:ext cx="162458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53" name="Oval 52"/>
            <p:cNvSpPr/>
            <p:nvPr/>
          </p:nvSpPr>
          <p:spPr>
            <a:xfrm>
              <a:off x="9915143" y="3374136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098024" y="3246120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  <p:sp>
          <p:nvSpPr>
            <p:cNvPr id="55" name="Oval 54"/>
            <p:cNvSpPr/>
            <p:nvPr/>
          </p:nvSpPr>
          <p:spPr>
            <a:xfrm>
              <a:off x="9915143" y="394106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10098024" y="3813048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57" name="Oval 56"/>
            <p:cNvSpPr/>
            <p:nvPr/>
          </p:nvSpPr>
          <p:spPr>
            <a:xfrm>
              <a:off x="9915143" y="450799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0098024" y="4379976"/>
              <a:ext cx="131368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요구정의서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