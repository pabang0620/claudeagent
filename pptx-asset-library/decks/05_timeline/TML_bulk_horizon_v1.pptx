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TML-026</a:t>
            </a:r>
          </a:p>
        </p:txBody>
      </p:sp>
      <p:grpSp>
        <p:nvGrpSpPr>
          <p:cNvPr id="20" name="asset:TML-026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(3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3179064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04944" y="1600200"/>
              <a:ext cx="3179064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04944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69536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69536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9536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8004048" y="1600200"/>
              <a:ext cx="3179064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004048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168640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168640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168640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TML-038</a:t>
            </a:r>
          </a:p>
        </p:txBody>
      </p:sp>
      <p:grpSp>
        <p:nvGrpSpPr>
          <p:cNvPr id="25" name="asset:TML-038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(4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2304288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3630168" y="1600200"/>
              <a:ext cx="2304288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30168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794760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6254496" y="1600200"/>
              <a:ext cx="2304288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254496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419088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419088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19088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8878824" y="1600200"/>
              <a:ext cx="2304288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78824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043416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043416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043416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TML-050</a:t>
            </a:r>
          </a:p>
        </p:txBody>
      </p:sp>
      <p:grpSp>
        <p:nvGrpSpPr>
          <p:cNvPr id="25" name="asset:TML-050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(5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859889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3085185" y="1600200"/>
              <a:ext cx="1859889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85185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249777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249777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5164531" y="1600200"/>
              <a:ext cx="1859889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64531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329123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329123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7243876" y="1600200"/>
              <a:ext cx="1859889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243876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408468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408468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9323222" y="1600200"/>
              <a:ext cx="1859889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323222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487814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487814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TML-062</a:t>
            </a:r>
          </a:p>
        </p:txBody>
      </p:sp>
      <p:grpSp>
        <p:nvGrpSpPr>
          <p:cNvPr id="29" name="asset:TML-062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(6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513332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2738628" y="1600200"/>
              <a:ext cx="1513332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38628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03220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03220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4471416" y="1600200"/>
              <a:ext cx="1513332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471416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36008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636008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204204" y="1600200"/>
              <a:ext cx="1513332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04204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68796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368796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7936992" y="1600200"/>
              <a:ext cx="1513332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936992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01584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101584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9669780" y="1600200"/>
              <a:ext cx="1513332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Beyond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장기 과제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69780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34372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34372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전면 확산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TML-074</a:t>
            </a:r>
          </a:p>
        </p:txBody>
      </p:sp>
      <p:grpSp>
        <p:nvGrpSpPr>
          <p:cNvPr id="20" name="asset:TML-074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(3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3179064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04944" y="1600200"/>
              <a:ext cx="3179064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04944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69536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69536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9536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8004048" y="1600200"/>
              <a:ext cx="3179064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004048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168640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168640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168640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TML-086</a:t>
            </a:r>
          </a:p>
        </p:txBody>
      </p:sp>
      <p:grpSp>
        <p:nvGrpSpPr>
          <p:cNvPr id="25" name="asset:TML-086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(4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2304288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3630168" y="1600200"/>
              <a:ext cx="2304288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30168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794760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6254496" y="1600200"/>
              <a:ext cx="2304288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254496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419088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419088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19088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8878824" y="1600200"/>
              <a:ext cx="2304288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78824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043416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043416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043416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TML-098</a:t>
            </a:r>
          </a:p>
        </p:txBody>
      </p:sp>
      <p:grpSp>
        <p:nvGrpSpPr>
          <p:cNvPr id="25" name="asset:TML-098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(5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859889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3085185" y="1600200"/>
              <a:ext cx="1859889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85185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249777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249777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5164531" y="1600200"/>
              <a:ext cx="1859889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64531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329123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329123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7243876" y="1600200"/>
              <a:ext cx="1859889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243876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408468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408468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9323222" y="1600200"/>
              <a:ext cx="1859889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323222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487814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487814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TML-110</a:t>
            </a:r>
          </a:p>
        </p:txBody>
      </p:sp>
      <p:grpSp>
        <p:nvGrpSpPr>
          <p:cNvPr id="29" name="asset:TML-110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(6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513332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2738628" y="1600200"/>
              <a:ext cx="1513332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38628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03220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03220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4471416" y="1600200"/>
              <a:ext cx="1513332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471416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36008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636008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204204" y="1600200"/>
              <a:ext cx="1513332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04204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68796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368796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7936992" y="1600200"/>
              <a:ext cx="1513332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936992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01584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101584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9669780" y="1600200"/>
              <a:ext cx="1513332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Beyond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장기 과제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69780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34372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34372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전면 확산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TML-122</a:t>
            </a:r>
          </a:p>
        </p:txBody>
      </p:sp>
      <p:grpSp>
        <p:nvGrpSpPr>
          <p:cNvPr id="20" name="asset:TML-122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(3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3179064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04944" y="1600200"/>
              <a:ext cx="3179064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04944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69536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69536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9536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8004048" y="1600200"/>
              <a:ext cx="3179064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004048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168640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168640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168640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TML-134</a:t>
            </a:r>
          </a:p>
        </p:txBody>
      </p:sp>
      <p:grpSp>
        <p:nvGrpSpPr>
          <p:cNvPr id="25" name="asset:TML-134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(4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2304288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3630168" y="1600200"/>
              <a:ext cx="2304288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30168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794760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6254496" y="1600200"/>
              <a:ext cx="2304288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254496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419088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419088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19088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8878824" y="1600200"/>
              <a:ext cx="2304288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78824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043416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043416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043416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TML-146</a:t>
            </a:r>
          </a:p>
        </p:txBody>
      </p:sp>
      <p:grpSp>
        <p:nvGrpSpPr>
          <p:cNvPr id="25" name="asset:TML-146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(5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859889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3085185" y="1600200"/>
              <a:ext cx="1859889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85185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249777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249777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5164531" y="1600200"/>
              <a:ext cx="1859889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64531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329123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329123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7243876" y="1600200"/>
              <a:ext cx="1859889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243876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408468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408468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9323222" y="1600200"/>
              <a:ext cx="1859889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323222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487814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487814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TML-158</a:t>
            </a:r>
          </a:p>
        </p:txBody>
      </p:sp>
      <p:grpSp>
        <p:nvGrpSpPr>
          <p:cNvPr id="29" name="asset:TML-158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(6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513332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2738628" y="1600200"/>
              <a:ext cx="1513332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738628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03220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03220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4471416" y="1600200"/>
              <a:ext cx="1513332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471416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36008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4636008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204204" y="1600200"/>
              <a:ext cx="1513332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04204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368796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368796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7936992" y="1600200"/>
              <a:ext cx="1513332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936992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101584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101584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25" name="Round Same Side Corner Rectangle 24"/>
            <p:cNvSpPr/>
            <p:nvPr/>
          </p:nvSpPr>
          <p:spPr>
            <a:xfrm>
              <a:off x="9669780" y="1600200"/>
              <a:ext cx="1513332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Beyond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장기 과제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69780" y="2468880"/>
              <a:ext cx="1513332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34372" y="2651760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34372" y="3493008"/>
              <a:ext cx="1184148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전면 확산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TML-170</a:t>
            </a:r>
          </a:p>
        </p:txBody>
      </p:sp>
      <p:grpSp>
        <p:nvGrpSpPr>
          <p:cNvPr id="20" name="asset:TML-170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(3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3179064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04944" y="1600200"/>
              <a:ext cx="3179064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04944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69536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69536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9536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8004048" y="1600200"/>
              <a:ext cx="3179064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004048" y="2468880"/>
              <a:ext cx="3179064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168640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168640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168640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TML-182</a:t>
            </a:r>
          </a:p>
        </p:txBody>
      </p:sp>
      <p:grpSp>
        <p:nvGrpSpPr>
          <p:cNvPr id="25" name="asset:TML-182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(4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2304288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3630168" y="1600200"/>
              <a:ext cx="2304288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30168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794760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6254496" y="1600200"/>
              <a:ext cx="2304288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254496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419088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419088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419088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0" name="Round Same Side Corner Rectangle 19"/>
            <p:cNvSpPr/>
            <p:nvPr/>
          </p:nvSpPr>
          <p:spPr>
            <a:xfrm>
              <a:off x="8878824" y="1600200"/>
              <a:ext cx="2304288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78824" y="2468880"/>
              <a:ext cx="2304288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043416" y="2651760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043416" y="3493008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043416" y="4334256"/>
              <a:ext cx="1975104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TML-194</a:t>
            </a:r>
          </a:p>
        </p:txBody>
      </p:sp>
      <p:grpSp>
        <p:nvGrpSpPr>
          <p:cNvPr id="25" name="asset:TML-194"/>
          <p:cNvGrpSpPr/>
          <p:nvPr/>
        </p:nvGrpSpPr>
        <p:grpSpPr>
          <a:xfrm>
            <a:off x="502920" y="475488"/>
            <a:ext cx="11155680" cy="5650992"/>
            <a:chOff x="502920" y="475488"/>
            <a:chExt cx="11155680" cy="56509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우선순위 호라이즌 로드맵 (5 구간)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구간(Now/Next/Later…)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1859889" cy="868680"/>
            </a:xfrm>
            <a:prstGeom prst="round2Same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3085185" y="1600200"/>
              <a:ext cx="1859889" cy="86868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85185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249777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249777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5164531" y="1600200"/>
              <a:ext cx="1859889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164531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329123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329123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7243876" y="1600200"/>
              <a:ext cx="1859889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Future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 과제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243876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408468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408468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9323222" y="1600200"/>
              <a:ext cx="1859889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Vision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비전 과제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323222" y="2468880"/>
              <a:ext cx="1859889" cy="36576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487814" y="2651760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확대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487814" y="3493008"/>
              <a:ext cx="1530705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