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TML-025</a:t>
            </a:r>
          </a:p>
        </p:txBody>
      </p:sp>
      <p:grpSp>
        <p:nvGrpSpPr>
          <p:cNvPr id="15" name="asset:TML-025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339852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339852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50080" y="4608575"/>
              <a:ext cx="339852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50080" y="4608575"/>
              <a:ext cx="339852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0080" y="5477255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85760" y="3895344"/>
              <a:ext cx="339852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85760" y="3895344"/>
              <a:ext cx="339852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85760" y="4764024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822960" y="4078224"/>
              <a:ext cx="10698480" cy="2002535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TML-037</a:t>
            </a:r>
          </a:p>
        </p:txBody>
      </p:sp>
      <p:grpSp>
        <p:nvGrpSpPr>
          <p:cNvPr id="18" name="asset:TML-037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251460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251460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66160" y="4608575"/>
              <a:ext cx="251460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66160" y="4608575"/>
              <a:ext cx="251460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6160" y="5477255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17920" y="3895344"/>
              <a:ext cx="251460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3895344"/>
              <a:ext cx="251460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4764024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69680" y="3182111"/>
              <a:ext cx="251460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869680" y="3182111"/>
              <a:ext cx="251460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0" y="4050791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822960" y="3364991"/>
              <a:ext cx="10698480" cy="2715768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TML-049</a:t>
            </a:r>
          </a:p>
        </p:txBody>
      </p:sp>
      <p:grpSp>
        <p:nvGrpSpPr>
          <p:cNvPr id="21" name="asset:TML-049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984248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984248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35808" y="4608575"/>
              <a:ext cx="1984248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35808" y="4608575"/>
              <a:ext cx="1984248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35808" y="5477255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57216" y="3895344"/>
              <a:ext cx="1984248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7216" y="3895344"/>
              <a:ext cx="1984248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57216" y="4764024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78623" y="3182111"/>
              <a:ext cx="1984248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78623" y="3182111"/>
              <a:ext cx="1984248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78623" y="4050791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400032" y="2468879"/>
              <a:ext cx="1984248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400032" y="2468879"/>
              <a:ext cx="1984248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00032" y="3337559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822960" y="2651759"/>
              <a:ext cx="10698480" cy="3429000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TML-061</a:t>
            </a:r>
          </a:p>
        </p:txBody>
      </p:sp>
      <p:grpSp>
        <p:nvGrpSpPr>
          <p:cNvPr id="24" name="asset:TML-061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(6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63068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63068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82240" y="4608575"/>
              <a:ext cx="163068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682240" y="4608575"/>
              <a:ext cx="163068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82240" y="5477255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50080" y="3895344"/>
              <a:ext cx="163068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50080" y="3895344"/>
              <a:ext cx="163068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50080" y="4764024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17920" y="3182111"/>
              <a:ext cx="163068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17920" y="3182111"/>
              <a:ext cx="163068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17920" y="4050791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85760" y="2468879"/>
              <a:ext cx="1630680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985760" y="2468879"/>
              <a:ext cx="163068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85760" y="3337559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53600" y="1755648"/>
              <a:ext cx="1630680" cy="42793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753600" y="1755648"/>
              <a:ext cx="163068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53600" y="2624327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822960" y="1938528"/>
              <a:ext cx="10698480" cy="4142231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TML-073</a:t>
            </a:r>
          </a:p>
        </p:txBody>
      </p:sp>
      <p:grpSp>
        <p:nvGrpSpPr>
          <p:cNvPr id="15" name="asset:TML-073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339852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339852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50080" y="4608575"/>
              <a:ext cx="339852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50080" y="4608575"/>
              <a:ext cx="339852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0080" y="5477255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85760" y="3895344"/>
              <a:ext cx="339852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85760" y="3895344"/>
              <a:ext cx="339852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85760" y="4764024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822960" y="4078224"/>
              <a:ext cx="10698480" cy="2002535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TML-085</a:t>
            </a:r>
          </a:p>
        </p:txBody>
      </p:sp>
      <p:grpSp>
        <p:nvGrpSpPr>
          <p:cNvPr id="18" name="asset:TML-085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251460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251460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66160" y="4608575"/>
              <a:ext cx="251460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66160" y="4608575"/>
              <a:ext cx="251460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6160" y="5477255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17920" y="3895344"/>
              <a:ext cx="251460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3895344"/>
              <a:ext cx="251460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4764024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69680" y="3182111"/>
              <a:ext cx="251460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869680" y="3182111"/>
              <a:ext cx="251460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0" y="4050791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822960" y="3364991"/>
              <a:ext cx="10698480" cy="2715768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TML-097</a:t>
            </a:r>
          </a:p>
        </p:txBody>
      </p:sp>
      <p:grpSp>
        <p:nvGrpSpPr>
          <p:cNvPr id="21" name="asset:TML-097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984248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984248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35808" y="4608575"/>
              <a:ext cx="1984248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35808" y="4608575"/>
              <a:ext cx="1984248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35808" y="5477255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57216" y="3895344"/>
              <a:ext cx="1984248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7216" y="3895344"/>
              <a:ext cx="1984248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57216" y="4764024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78623" y="3182111"/>
              <a:ext cx="1984248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78623" y="3182111"/>
              <a:ext cx="1984248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78623" y="4050791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400032" y="2468879"/>
              <a:ext cx="1984248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400032" y="2468879"/>
              <a:ext cx="1984248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00032" y="3337559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822960" y="2651759"/>
              <a:ext cx="10698480" cy="3429000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TML-109</a:t>
            </a:r>
          </a:p>
        </p:txBody>
      </p:sp>
      <p:grpSp>
        <p:nvGrpSpPr>
          <p:cNvPr id="24" name="asset:TML-109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(6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63068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63068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82240" y="4608575"/>
              <a:ext cx="163068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682240" y="4608575"/>
              <a:ext cx="163068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82240" y="5477255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50080" y="3895344"/>
              <a:ext cx="163068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50080" y="3895344"/>
              <a:ext cx="163068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50080" y="4764024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17920" y="3182111"/>
              <a:ext cx="163068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17920" y="3182111"/>
              <a:ext cx="163068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17920" y="4050791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85760" y="2468879"/>
              <a:ext cx="1630680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985760" y="2468879"/>
              <a:ext cx="163068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85760" y="3337559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53600" y="1755648"/>
              <a:ext cx="1630680" cy="42793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753600" y="1755648"/>
              <a:ext cx="163068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53600" y="2624327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822960" y="1938528"/>
              <a:ext cx="10698480" cy="4142231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TML-121</a:t>
            </a:r>
          </a:p>
        </p:txBody>
      </p:sp>
      <p:grpSp>
        <p:nvGrpSpPr>
          <p:cNvPr id="15" name="asset:TML-121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339852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339852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50080" y="4608575"/>
              <a:ext cx="339852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50080" y="4608575"/>
              <a:ext cx="339852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0080" y="5477255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85760" y="3895344"/>
              <a:ext cx="339852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85760" y="3895344"/>
              <a:ext cx="339852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85760" y="4764024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822960" y="4078224"/>
              <a:ext cx="10698480" cy="2002535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TML-133</a:t>
            </a:r>
          </a:p>
        </p:txBody>
      </p:sp>
      <p:grpSp>
        <p:nvGrpSpPr>
          <p:cNvPr id="18" name="asset:TML-133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251460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251460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66160" y="4608575"/>
              <a:ext cx="251460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66160" y="4608575"/>
              <a:ext cx="251460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6160" y="5477255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17920" y="3895344"/>
              <a:ext cx="251460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3895344"/>
              <a:ext cx="251460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4764024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69680" y="3182111"/>
              <a:ext cx="251460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869680" y="3182111"/>
              <a:ext cx="251460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0" y="4050791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822960" y="3364991"/>
              <a:ext cx="10698480" cy="2715768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TML-145</a:t>
            </a:r>
          </a:p>
        </p:txBody>
      </p:sp>
      <p:grpSp>
        <p:nvGrpSpPr>
          <p:cNvPr id="21" name="asset:TML-145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984248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984248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35808" y="4608575"/>
              <a:ext cx="1984248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35808" y="4608575"/>
              <a:ext cx="1984248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35808" y="5477255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57216" y="3895344"/>
              <a:ext cx="1984248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7216" y="3895344"/>
              <a:ext cx="1984248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57216" y="4764024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78623" y="3182111"/>
              <a:ext cx="1984248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78623" y="3182111"/>
              <a:ext cx="1984248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78623" y="4050791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400032" y="2468879"/>
              <a:ext cx="1984248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400032" y="2468879"/>
              <a:ext cx="1984248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00032" y="3337559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822960" y="2651759"/>
              <a:ext cx="10698480" cy="3429000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TML-157</a:t>
            </a:r>
          </a:p>
        </p:txBody>
      </p:sp>
      <p:grpSp>
        <p:nvGrpSpPr>
          <p:cNvPr id="24" name="asset:TML-157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(6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63068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63068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82240" y="4608575"/>
              <a:ext cx="163068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682240" y="4608575"/>
              <a:ext cx="163068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82240" y="5477255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50080" y="3895344"/>
              <a:ext cx="163068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50080" y="3895344"/>
              <a:ext cx="163068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50080" y="4764024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17920" y="3182111"/>
              <a:ext cx="163068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17920" y="3182111"/>
              <a:ext cx="163068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17920" y="4050791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85760" y="2468879"/>
              <a:ext cx="1630680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985760" y="2468879"/>
              <a:ext cx="163068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85760" y="3337559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53600" y="1755648"/>
              <a:ext cx="1630680" cy="42793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753600" y="1755648"/>
              <a:ext cx="1630680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53600" y="2624327"/>
              <a:ext cx="163068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 flipV="1">
              <a:off x="822960" y="1938528"/>
              <a:ext cx="10698480" cy="4142231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TML-169</a:t>
            </a:r>
          </a:p>
        </p:txBody>
      </p:sp>
      <p:grpSp>
        <p:nvGrpSpPr>
          <p:cNvPr id="15" name="asset:TML-169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(3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339852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339852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50080" y="4608575"/>
              <a:ext cx="339852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50080" y="4608575"/>
              <a:ext cx="339852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50080" y="5477255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85760" y="3895344"/>
              <a:ext cx="339852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85760" y="3895344"/>
              <a:ext cx="339852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85760" y="4764024"/>
              <a:ext cx="339852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822960" y="4078224"/>
              <a:ext cx="10698480" cy="2002535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TML-181</a:t>
            </a:r>
          </a:p>
        </p:txBody>
      </p:sp>
      <p:grpSp>
        <p:nvGrpSpPr>
          <p:cNvPr id="18" name="asset:TML-181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(4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2514600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2514600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566160" y="4608575"/>
              <a:ext cx="2514600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66160" y="4608575"/>
              <a:ext cx="2514600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6160" y="5477255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17920" y="3895344"/>
              <a:ext cx="2514600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3895344"/>
              <a:ext cx="2514600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4764024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69680" y="3182111"/>
              <a:ext cx="2514600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869680" y="3182111"/>
              <a:ext cx="2514600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0" y="4050791"/>
              <a:ext cx="2514600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822960" y="3364991"/>
              <a:ext cx="10698480" cy="2715768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TML-193</a:t>
            </a:r>
          </a:p>
        </p:txBody>
      </p:sp>
      <p:grpSp>
        <p:nvGrpSpPr>
          <p:cNvPr id="21" name="asset:TML-193"/>
          <p:cNvGrpSpPr/>
          <p:nvPr/>
        </p:nvGrpSpPr>
        <p:grpSpPr>
          <a:xfrm>
            <a:off x="502920" y="475488"/>
            <a:ext cx="11155680" cy="6355080"/>
            <a:chOff x="502920" y="475488"/>
            <a:chExt cx="11155680" cy="63550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계단 상승 로드맵 (5 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좌하단에서 우상단으로 상승하는 계단형 성장 로드맵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5321807"/>
              <a:ext cx="1984248" cy="71323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14400" y="5321807"/>
              <a:ext cx="1984248" cy="822960"/>
            </a:xfrm>
            <a:prstGeom prst="round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6190488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35808" y="4608575"/>
              <a:ext cx="1984248" cy="1426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35808" y="4608575"/>
              <a:ext cx="1984248" cy="822960"/>
            </a:xfrm>
            <a:prstGeom prst="round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35808" y="5477255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57216" y="3895344"/>
              <a:ext cx="1984248" cy="213969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7216" y="3895344"/>
              <a:ext cx="1984248" cy="822960"/>
            </a:xfrm>
            <a:prstGeom prst="round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57216" y="4764024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78623" y="3182111"/>
              <a:ext cx="1984248" cy="285292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78623" y="3182111"/>
              <a:ext cx="1984248" cy="822960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78623" y="4050791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400032" y="2468879"/>
              <a:ext cx="1984248" cy="356616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400032" y="2468879"/>
              <a:ext cx="1984248" cy="822960"/>
            </a:xfrm>
            <a:prstGeom prst="round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00032" y="3337559"/>
              <a:ext cx="1984248" cy="64008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822960" y="2651759"/>
              <a:ext cx="10698480" cy="3429000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