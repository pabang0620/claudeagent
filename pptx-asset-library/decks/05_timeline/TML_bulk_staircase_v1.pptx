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TML-025</a:t>
            </a:r>
          </a:p>
        </p:txBody>
      </p:sp>
      <p:grpSp>
        <p:nvGrpSpPr>
          <p:cNvPr id="15" name="asset:TML-025"/>
          <p:cNvGrpSpPr/>
          <p:nvPr/>
        </p:nvGrpSpPr>
        <p:grpSpPr>
          <a:xfrm>
            <a:off x="502920" y="475488"/>
            <a:ext cx="11155680" cy="6355080"/>
            <a:chOff x="502920" y="475488"/>
            <a:chExt cx="11155680" cy="635508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계단 상승 로드맵 (3 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좌하단에서 우상단으로 상승하는 계단형 성장 로드맵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914400" y="5321807"/>
              <a:ext cx="3398520" cy="71323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914400" y="5321807"/>
              <a:ext cx="3398520" cy="822960"/>
            </a:xfrm>
            <a:prstGeom prst="roundRect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14400" y="6190488"/>
              <a:ext cx="3398520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현황 분석·요구 도출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4450080" y="4608575"/>
              <a:ext cx="3398520" cy="1426464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4450080" y="4608575"/>
              <a:ext cx="3398520" cy="822960"/>
            </a:xfrm>
            <a:prstGeom prst="roundRect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450080" y="5477255"/>
              <a:ext cx="3398520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과제 정의·범위 확정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7985760" y="3895344"/>
              <a:ext cx="3398520" cy="2139696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7985760" y="3895344"/>
              <a:ext cx="3398520" cy="822960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985760" y="4764024"/>
              <a:ext cx="3398520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아키텍처·화면 설계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 flipV="1">
              <a:off x="822960" y="4078224"/>
              <a:ext cx="10698480" cy="2002535"/>
            </a:xfrm>
            <a:prstGeom prst="line">
              <a:avLst/>
            </a:prstGeom>
            <a:ln w="254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TML-037</a:t>
            </a:r>
          </a:p>
        </p:txBody>
      </p:sp>
      <p:grpSp>
        <p:nvGrpSpPr>
          <p:cNvPr id="18" name="asset:TML-037"/>
          <p:cNvGrpSpPr/>
          <p:nvPr/>
        </p:nvGrpSpPr>
        <p:grpSpPr>
          <a:xfrm>
            <a:off x="502920" y="475488"/>
            <a:ext cx="11155680" cy="6355080"/>
            <a:chOff x="502920" y="475488"/>
            <a:chExt cx="11155680" cy="635508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계단 상승 로드맵 (4 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좌하단에서 우상단으로 상승하는 계단형 성장 로드맵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914400" y="5321807"/>
              <a:ext cx="2514600" cy="71323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914400" y="5321807"/>
              <a:ext cx="2514600" cy="822960"/>
            </a:xfrm>
            <a:prstGeom prst="roundRect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14400" y="6190488"/>
              <a:ext cx="2514600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현황 분석·요구 도출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3566160" y="4608575"/>
              <a:ext cx="2514600" cy="1426464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566160" y="4608575"/>
              <a:ext cx="2514600" cy="822960"/>
            </a:xfrm>
            <a:prstGeom prst="roundRect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566160" y="5477255"/>
              <a:ext cx="2514600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과제 정의·범위 확정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217920" y="3895344"/>
              <a:ext cx="2514600" cy="2139696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217920" y="3895344"/>
              <a:ext cx="2514600" cy="822960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217920" y="4764024"/>
              <a:ext cx="2514600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아키텍처·화면 설계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8869680" y="3182111"/>
              <a:ext cx="2514600" cy="2852928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8869680" y="3182111"/>
              <a:ext cx="2514600" cy="822960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869680" y="4050791"/>
              <a:ext cx="2514600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데이터·인터페이스 설계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 flipV="1">
              <a:off x="822960" y="3364991"/>
              <a:ext cx="10698480" cy="2715768"/>
            </a:xfrm>
            <a:prstGeom prst="line">
              <a:avLst/>
            </a:prstGeom>
            <a:ln w="254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TML-049</a:t>
            </a:r>
          </a:p>
        </p:txBody>
      </p:sp>
      <p:grpSp>
        <p:nvGrpSpPr>
          <p:cNvPr id="21" name="asset:TML-049"/>
          <p:cNvGrpSpPr/>
          <p:nvPr/>
        </p:nvGrpSpPr>
        <p:grpSpPr>
          <a:xfrm>
            <a:off x="502920" y="475488"/>
            <a:ext cx="11155680" cy="6355080"/>
            <a:chOff x="502920" y="475488"/>
            <a:chExt cx="11155680" cy="635508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계단 상승 로드맵 (5 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좌하단에서 우상단으로 상승하는 계단형 성장 로드맵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914400" y="5321807"/>
              <a:ext cx="1984248" cy="71323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914400" y="5321807"/>
              <a:ext cx="1984248" cy="822960"/>
            </a:xfrm>
            <a:prstGeom prst="roundRect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14400" y="6190488"/>
              <a:ext cx="1984248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현황 분석·요구 도출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3035808" y="4608575"/>
              <a:ext cx="1984248" cy="1426464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035808" y="4608575"/>
              <a:ext cx="1984248" cy="822960"/>
            </a:xfrm>
            <a:prstGeom prst="roundRect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035808" y="5477255"/>
              <a:ext cx="1984248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과제 정의·범위 확정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157216" y="3895344"/>
              <a:ext cx="1984248" cy="2139696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5157216" y="3895344"/>
              <a:ext cx="1984248" cy="822960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157216" y="4764024"/>
              <a:ext cx="1984248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아키텍처·화면 설계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7278623" y="3182111"/>
              <a:ext cx="1984248" cy="2852928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278623" y="3182111"/>
              <a:ext cx="1984248" cy="822960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7278623" y="4050791"/>
              <a:ext cx="1984248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데이터·인터페이스 설계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400032" y="2468879"/>
              <a:ext cx="1984248" cy="356616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9400032" y="2468879"/>
              <a:ext cx="1984248" cy="822960"/>
            </a:xfrm>
            <a:prstGeom prst="roundRect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9400032" y="3337559"/>
              <a:ext cx="1984248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핵심 기능 구현</a:t>
              </a:r>
            </a:p>
          </p:txBody>
        </p:sp>
        <p:cxnSp>
          <p:nvCxnSpPr>
            <p:cNvPr id="20" name="Connector 19"/>
            <p:cNvCxnSpPr/>
            <p:nvPr/>
          </p:nvCxnSpPr>
          <p:spPr>
            <a:xfrm flipV="1">
              <a:off x="822960" y="2651759"/>
              <a:ext cx="10698480" cy="3429000"/>
            </a:xfrm>
            <a:prstGeom prst="line">
              <a:avLst/>
            </a:prstGeom>
            <a:ln w="254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TML-061</a:t>
            </a:r>
          </a:p>
        </p:txBody>
      </p:sp>
      <p:grpSp>
        <p:nvGrpSpPr>
          <p:cNvPr id="24" name="asset:TML-061"/>
          <p:cNvGrpSpPr/>
          <p:nvPr/>
        </p:nvGrpSpPr>
        <p:grpSpPr>
          <a:xfrm>
            <a:off x="502920" y="475488"/>
            <a:ext cx="11155680" cy="6355080"/>
            <a:chOff x="502920" y="475488"/>
            <a:chExt cx="11155680" cy="635508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계단 상승 로드맵 (6 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좌하단에서 우상단으로 상승하는 계단형 성장 로드맵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914400" y="5321807"/>
              <a:ext cx="1630680" cy="71323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914400" y="5321807"/>
              <a:ext cx="1630680" cy="822960"/>
            </a:xfrm>
            <a:prstGeom prst="roundRect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14400" y="6190488"/>
              <a:ext cx="1630680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현황 분석·요구 도출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82240" y="4608575"/>
              <a:ext cx="1630680" cy="1426464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2682240" y="4608575"/>
              <a:ext cx="1630680" cy="822960"/>
            </a:xfrm>
            <a:prstGeom prst="roundRect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682240" y="5477255"/>
              <a:ext cx="1630680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과제 정의·범위 확정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450080" y="3895344"/>
              <a:ext cx="1630680" cy="2139696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4450080" y="3895344"/>
              <a:ext cx="1630680" cy="822960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450080" y="4764024"/>
              <a:ext cx="1630680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아키텍처·화면 설계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217920" y="3182111"/>
              <a:ext cx="1630680" cy="2852928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6217920" y="3182111"/>
              <a:ext cx="1630680" cy="822960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217920" y="4050791"/>
              <a:ext cx="1630680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데이터·인터페이스 설계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7985760" y="2468879"/>
              <a:ext cx="1630680" cy="356616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7985760" y="2468879"/>
              <a:ext cx="1630680" cy="822960"/>
            </a:xfrm>
            <a:prstGeom prst="roundRect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985760" y="3337559"/>
              <a:ext cx="1630680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핵심 기능 구현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9753600" y="1755648"/>
              <a:ext cx="1630680" cy="427939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9753600" y="1755648"/>
              <a:ext cx="1630680" cy="822960"/>
            </a:xfrm>
            <a:prstGeom prst="roundRect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통합시험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9753600" y="2624327"/>
              <a:ext cx="1630680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통합·성능·이관</a:t>
              </a:r>
            </a:p>
          </p:txBody>
        </p:sp>
        <p:cxnSp>
          <p:nvCxnSpPr>
            <p:cNvPr id="23" name="Connector 22"/>
            <p:cNvCxnSpPr/>
            <p:nvPr/>
          </p:nvCxnSpPr>
          <p:spPr>
            <a:xfrm flipV="1">
              <a:off x="822960" y="1938528"/>
              <a:ext cx="10698480" cy="4142231"/>
            </a:xfrm>
            <a:prstGeom prst="line">
              <a:avLst/>
            </a:prstGeom>
            <a:ln w="254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TML-073</a:t>
            </a:r>
          </a:p>
        </p:txBody>
      </p:sp>
      <p:grpSp>
        <p:nvGrpSpPr>
          <p:cNvPr id="15" name="asset:TML-073"/>
          <p:cNvGrpSpPr/>
          <p:nvPr/>
        </p:nvGrpSpPr>
        <p:grpSpPr>
          <a:xfrm>
            <a:off x="502920" y="475488"/>
            <a:ext cx="11155680" cy="6355080"/>
            <a:chOff x="502920" y="475488"/>
            <a:chExt cx="11155680" cy="635508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계단 상승 로드맵 (3 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좌하단에서 우상단으로 상승하는 계단형 성장 로드맵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914400" y="5321807"/>
              <a:ext cx="3398520" cy="71323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914400" y="5321807"/>
              <a:ext cx="3398520" cy="822960"/>
            </a:xfrm>
            <a:prstGeom prst="roundRect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14400" y="6190488"/>
              <a:ext cx="3398520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현황 분석·요구 도출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4450080" y="4608575"/>
              <a:ext cx="3398520" cy="1426464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4450080" y="4608575"/>
              <a:ext cx="3398520" cy="822960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450080" y="5477255"/>
              <a:ext cx="3398520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과제 정의·범위 확정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7985760" y="3895344"/>
              <a:ext cx="3398520" cy="2139696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7985760" y="3895344"/>
              <a:ext cx="3398520" cy="822960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985760" y="4764024"/>
              <a:ext cx="3398520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아키텍처·화면 설계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 flipV="1">
              <a:off x="822960" y="4078224"/>
              <a:ext cx="10698480" cy="2002535"/>
            </a:xfrm>
            <a:prstGeom prst="line">
              <a:avLst/>
            </a:prstGeom>
            <a:ln w="254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TML-085</a:t>
            </a:r>
          </a:p>
        </p:txBody>
      </p:sp>
      <p:grpSp>
        <p:nvGrpSpPr>
          <p:cNvPr id="18" name="asset:TML-085"/>
          <p:cNvGrpSpPr/>
          <p:nvPr/>
        </p:nvGrpSpPr>
        <p:grpSpPr>
          <a:xfrm>
            <a:off x="502920" y="475488"/>
            <a:ext cx="11155680" cy="6355080"/>
            <a:chOff x="502920" y="475488"/>
            <a:chExt cx="11155680" cy="635508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계단 상승 로드맵 (4 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좌하단에서 우상단으로 상승하는 계단형 성장 로드맵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914400" y="5321807"/>
              <a:ext cx="2514600" cy="71323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914400" y="5321807"/>
              <a:ext cx="2514600" cy="822960"/>
            </a:xfrm>
            <a:prstGeom prst="roundRect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14400" y="6190488"/>
              <a:ext cx="2514600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현황 분석·요구 도출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3566160" y="4608575"/>
              <a:ext cx="2514600" cy="1426464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566160" y="4608575"/>
              <a:ext cx="2514600" cy="822960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566160" y="5477255"/>
              <a:ext cx="2514600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과제 정의·범위 확정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217920" y="3895344"/>
              <a:ext cx="2514600" cy="2139696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217920" y="3895344"/>
              <a:ext cx="2514600" cy="822960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217920" y="4764024"/>
              <a:ext cx="2514600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아키텍처·화면 설계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8869680" y="3182111"/>
              <a:ext cx="2514600" cy="2852928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8869680" y="3182111"/>
              <a:ext cx="2514600" cy="822960"/>
            </a:xfrm>
            <a:prstGeom prst="roundRect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869680" y="4050791"/>
              <a:ext cx="2514600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데이터·인터페이스 설계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 flipV="1">
              <a:off x="822960" y="3364991"/>
              <a:ext cx="10698480" cy="2715768"/>
            </a:xfrm>
            <a:prstGeom prst="line">
              <a:avLst/>
            </a:prstGeom>
            <a:ln w="254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TML-097</a:t>
            </a:r>
          </a:p>
        </p:txBody>
      </p:sp>
      <p:grpSp>
        <p:nvGrpSpPr>
          <p:cNvPr id="21" name="asset:TML-097"/>
          <p:cNvGrpSpPr/>
          <p:nvPr/>
        </p:nvGrpSpPr>
        <p:grpSpPr>
          <a:xfrm>
            <a:off x="502920" y="475488"/>
            <a:ext cx="11155680" cy="6355080"/>
            <a:chOff x="502920" y="475488"/>
            <a:chExt cx="11155680" cy="635508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계단 상승 로드맵 (5 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좌하단에서 우상단으로 상승하는 계단형 성장 로드맵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914400" y="5321807"/>
              <a:ext cx="1984248" cy="71323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914400" y="5321807"/>
              <a:ext cx="1984248" cy="822960"/>
            </a:xfrm>
            <a:prstGeom prst="roundRect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14400" y="6190488"/>
              <a:ext cx="1984248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현황 분석·요구 도출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3035808" y="4608575"/>
              <a:ext cx="1984248" cy="1426464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035808" y="4608575"/>
              <a:ext cx="1984248" cy="822960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035808" y="5477255"/>
              <a:ext cx="1984248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과제 정의·범위 확정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157216" y="3895344"/>
              <a:ext cx="1984248" cy="2139696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5157216" y="3895344"/>
              <a:ext cx="1984248" cy="822960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157216" y="4764024"/>
              <a:ext cx="1984248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아키텍처·화면 설계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7278623" y="3182111"/>
              <a:ext cx="1984248" cy="2852928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278623" y="3182111"/>
              <a:ext cx="1984248" cy="822960"/>
            </a:xfrm>
            <a:prstGeom prst="roundRect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7278623" y="4050791"/>
              <a:ext cx="1984248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데이터·인터페이스 설계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400032" y="2468879"/>
              <a:ext cx="1984248" cy="356616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9400032" y="2468879"/>
              <a:ext cx="1984248" cy="822960"/>
            </a:xfrm>
            <a:prstGeom prst="roundRect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9400032" y="3337559"/>
              <a:ext cx="1984248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핵심 기능 구현</a:t>
              </a:r>
            </a:p>
          </p:txBody>
        </p:sp>
        <p:cxnSp>
          <p:nvCxnSpPr>
            <p:cNvPr id="20" name="Connector 19"/>
            <p:cNvCxnSpPr/>
            <p:nvPr/>
          </p:nvCxnSpPr>
          <p:spPr>
            <a:xfrm flipV="1">
              <a:off x="822960" y="2651759"/>
              <a:ext cx="10698480" cy="3429000"/>
            </a:xfrm>
            <a:prstGeom prst="line">
              <a:avLst/>
            </a:prstGeom>
            <a:ln w="254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TML-109</a:t>
            </a:r>
          </a:p>
        </p:txBody>
      </p:sp>
      <p:grpSp>
        <p:nvGrpSpPr>
          <p:cNvPr id="24" name="asset:TML-109"/>
          <p:cNvGrpSpPr/>
          <p:nvPr/>
        </p:nvGrpSpPr>
        <p:grpSpPr>
          <a:xfrm>
            <a:off x="502920" y="475488"/>
            <a:ext cx="11155680" cy="6355080"/>
            <a:chOff x="502920" y="475488"/>
            <a:chExt cx="11155680" cy="635508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계단 상승 로드맵 (6 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좌하단에서 우상단으로 상승하는 계단형 성장 로드맵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914400" y="5321807"/>
              <a:ext cx="1630680" cy="71323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914400" y="5321807"/>
              <a:ext cx="1630680" cy="822960"/>
            </a:xfrm>
            <a:prstGeom prst="roundRect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14400" y="6190488"/>
              <a:ext cx="1630680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현황 분석·요구 도출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82240" y="4608575"/>
              <a:ext cx="1630680" cy="1426464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2682240" y="4608575"/>
              <a:ext cx="1630680" cy="822960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682240" y="5477255"/>
              <a:ext cx="1630680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과제 정의·범위 확정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450080" y="3895344"/>
              <a:ext cx="1630680" cy="2139696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4450080" y="3895344"/>
              <a:ext cx="1630680" cy="822960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450080" y="4764024"/>
              <a:ext cx="1630680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아키텍처·화면 설계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217920" y="3182111"/>
              <a:ext cx="1630680" cy="2852928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6217920" y="3182111"/>
              <a:ext cx="1630680" cy="822960"/>
            </a:xfrm>
            <a:prstGeom prst="roundRect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217920" y="4050791"/>
              <a:ext cx="1630680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데이터·인터페이스 설계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7985760" y="2468879"/>
              <a:ext cx="1630680" cy="356616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7985760" y="2468879"/>
              <a:ext cx="1630680" cy="822960"/>
            </a:xfrm>
            <a:prstGeom prst="roundRect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985760" y="3337559"/>
              <a:ext cx="1630680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핵심 기능 구현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9753600" y="1755648"/>
              <a:ext cx="1630680" cy="427939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9753600" y="1755648"/>
              <a:ext cx="1630680" cy="822960"/>
            </a:xfrm>
            <a:prstGeom prst="roundRect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통합시험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9753600" y="2624327"/>
              <a:ext cx="1630680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통합·성능·이관</a:t>
              </a:r>
            </a:p>
          </p:txBody>
        </p:sp>
        <p:cxnSp>
          <p:nvCxnSpPr>
            <p:cNvPr id="23" name="Connector 22"/>
            <p:cNvCxnSpPr/>
            <p:nvPr/>
          </p:nvCxnSpPr>
          <p:spPr>
            <a:xfrm flipV="1">
              <a:off x="822960" y="1938528"/>
              <a:ext cx="10698480" cy="4142231"/>
            </a:xfrm>
            <a:prstGeom prst="line">
              <a:avLst/>
            </a:prstGeom>
            <a:ln w="254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TML-121</a:t>
            </a:r>
          </a:p>
        </p:txBody>
      </p:sp>
      <p:grpSp>
        <p:nvGrpSpPr>
          <p:cNvPr id="15" name="asset:TML-121"/>
          <p:cNvGrpSpPr/>
          <p:nvPr/>
        </p:nvGrpSpPr>
        <p:grpSpPr>
          <a:xfrm>
            <a:off x="502920" y="475488"/>
            <a:ext cx="11155680" cy="6355080"/>
            <a:chOff x="502920" y="475488"/>
            <a:chExt cx="11155680" cy="635508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계단 상승 로드맵 (3 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좌하단에서 우상단으로 상승하는 계단형 성장 로드맵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914400" y="5321807"/>
              <a:ext cx="3398520" cy="71323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914400" y="5321807"/>
              <a:ext cx="3398520" cy="822960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14400" y="6190488"/>
              <a:ext cx="3398520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현황 분석·요구 도출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4450080" y="4608575"/>
              <a:ext cx="3398520" cy="1426464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4450080" y="4608575"/>
              <a:ext cx="3398520" cy="822960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450080" y="5477255"/>
              <a:ext cx="3398520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과제 정의·범위 확정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7985760" y="3895344"/>
              <a:ext cx="3398520" cy="2139696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7985760" y="3895344"/>
              <a:ext cx="3398520" cy="822960"/>
            </a:xfrm>
            <a:prstGeom prst="roundRect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985760" y="4764024"/>
              <a:ext cx="3398520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아키텍처·화면 설계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 flipV="1">
              <a:off x="822960" y="4078224"/>
              <a:ext cx="10698480" cy="2002535"/>
            </a:xfrm>
            <a:prstGeom prst="line">
              <a:avLst/>
            </a:prstGeom>
            <a:ln w="254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TML-133</a:t>
            </a:r>
          </a:p>
        </p:txBody>
      </p:sp>
      <p:grpSp>
        <p:nvGrpSpPr>
          <p:cNvPr id="18" name="asset:TML-133"/>
          <p:cNvGrpSpPr/>
          <p:nvPr/>
        </p:nvGrpSpPr>
        <p:grpSpPr>
          <a:xfrm>
            <a:off x="502920" y="475488"/>
            <a:ext cx="11155680" cy="6355080"/>
            <a:chOff x="502920" y="475488"/>
            <a:chExt cx="11155680" cy="635508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계단 상승 로드맵 (4 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좌하단에서 우상단으로 상승하는 계단형 성장 로드맵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914400" y="5321807"/>
              <a:ext cx="2514600" cy="71323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914400" y="5321807"/>
              <a:ext cx="2514600" cy="822960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14400" y="6190488"/>
              <a:ext cx="2514600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현황 분석·요구 도출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3566160" y="4608575"/>
              <a:ext cx="2514600" cy="1426464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566160" y="4608575"/>
              <a:ext cx="2514600" cy="822960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566160" y="5477255"/>
              <a:ext cx="2514600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과제 정의·범위 확정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217920" y="3895344"/>
              <a:ext cx="2514600" cy="2139696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217920" y="3895344"/>
              <a:ext cx="2514600" cy="822960"/>
            </a:xfrm>
            <a:prstGeom prst="roundRect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217920" y="4764024"/>
              <a:ext cx="2514600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아키텍처·화면 설계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8869680" y="3182111"/>
              <a:ext cx="2514600" cy="2852928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8869680" y="3182111"/>
              <a:ext cx="2514600" cy="822960"/>
            </a:xfrm>
            <a:prstGeom prst="roundRect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869680" y="4050791"/>
              <a:ext cx="2514600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데이터·인터페이스 설계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 flipV="1">
              <a:off x="822960" y="3364991"/>
              <a:ext cx="10698480" cy="2715768"/>
            </a:xfrm>
            <a:prstGeom prst="line">
              <a:avLst/>
            </a:prstGeom>
            <a:ln w="254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TML-145</a:t>
            </a:r>
          </a:p>
        </p:txBody>
      </p:sp>
      <p:grpSp>
        <p:nvGrpSpPr>
          <p:cNvPr id="21" name="asset:TML-145"/>
          <p:cNvGrpSpPr/>
          <p:nvPr/>
        </p:nvGrpSpPr>
        <p:grpSpPr>
          <a:xfrm>
            <a:off x="502920" y="475488"/>
            <a:ext cx="11155680" cy="6355080"/>
            <a:chOff x="502920" y="475488"/>
            <a:chExt cx="11155680" cy="635508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계단 상승 로드맵 (5 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좌하단에서 우상단으로 상승하는 계단형 성장 로드맵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914400" y="5321807"/>
              <a:ext cx="1984248" cy="71323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914400" y="5321807"/>
              <a:ext cx="1984248" cy="822960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14400" y="6190488"/>
              <a:ext cx="1984248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현황 분석·요구 도출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3035808" y="4608575"/>
              <a:ext cx="1984248" cy="1426464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035808" y="4608575"/>
              <a:ext cx="1984248" cy="822960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035808" y="5477255"/>
              <a:ext cx="1984248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과제 정의·범위 확정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157216" y="3895344"/>
              <a:ext cx="1984248" cy="2139696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5157216" y="3895344"/>
              <a:ext cx="1984248" cy="822960"/>
            </a:xfrm>
            <a:prstGeom prst="roundRect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157216" y="4764024"/>
              <a:ext cx="1984248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아키텍처·화면 설계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7278623" y="3182111"/>
              <a:ext cx="1984248" cy="2852928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278623" y="3182111"/>
              <a:ext cx="1984248" cy="822960"/>
            </a:xfrm>
            <a:prstGeom prst="roundRect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7278623" y="4050791"/>
              <a:ext cx="1984248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데이터·인터페이스 설계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400032" y="2468879"/>
              <a:ext cx="1984248" cy="356616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9400032" y="2468879"/>
              <a:ext cx="1984248" cy="822960"/>
            </a:xfrm>
            <a:prstGeom prst="roundRect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9400032" y="3337559"/>
              <a:ext cx="1984248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핵심 기능 구현</a:t>
              </a:r>
            </a:p>
          </p:txBody>
        </p:sp>
        <p:cxnSp>
          <p:nvCxnSpPr>
            <p:cNvPr id="20" name="Connector 19"/>
            <p:cNvCxnSpPr/>
            <p:nvPr/>
          </p:nvCxnSpPr>
          <p:spPr>
            <a:xfrm flipV="1">
              <a:off x="822960" y="2651759"/>
              <a:ext cx="10698480" cy="3429000"/>
            </a:xfrm>
            <a:prstGeom prst="line">
              <a:avLst/>
            </a:prstGeom>
            <a:ln w="254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TML-157</a:t>
            </a:r>
          </a:p>
        </p:txBody>
      </p:sp>
      <p:grpSp>
        <p:nvGrpSpPr>
          <p:cNvPr id="24" name="asset:TML-157"/>
          <p:cNvGrpSpPr/>
          <p:nvPr/>
        </p:nvGrpSpPr>
        <p:grpSpPr>
          <a:xfrm>
            <a:off x="502920" y="475488"/>
            <a:ext cx="11155680" cy="6355080"/>
            <a:chOff x="502920" y="475488"/>
            <a:chExt cx="11155680" cy="635508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계단 상승 로드맵 (6 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좌하단에서 우상단으로 상승하는 계단형 성장 로드맵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914400" y="5321807"/>
              <a:ext cx="1630680" cy="71323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914400" y="5321807"/>
              <a:ext cx="1630680" cy="822960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14400" y="6190488"/>
              <a:ext cx="1630680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현황 분석·요구 도출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82240" y="4608575"/>
              <a:ext cx="1630680" cy="1426464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2682240" y="4608575"/>
              <a:ext cx="1630680" cy="822960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682240" y="5477255"/>
              <a:ext cx="1630680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과제 정의·범위 확정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450080" y="3895344"/>
              <a:ext cx="1630680" cy="2139696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4450080" y="3895344"/>
              <a:ext cx="1630680" cy="822960"/>
            </a:xfrm>
            <a:prstGeom prst="roundRect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450080" y="4764024"/>
              <a:ext cx="1630680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아키텍처·화면 설계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217920" y="3182111"/>
              <a:ext cx="1630680" cy="2852928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6217920" y="3182111"/>
              <a:ext cx="1630680" cy="822960"/>
            </a:xfrm>
            <a:prstGeom prst="roundRect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217920" y="4050791"/>
              <a:ext cx="1630680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데이터·인터페이스 설계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7985760" y="2468879"/>
              <a:ext cx="1630680" cy="356616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7985760" y="2468879"/>
              <a:ext cx="1630680" cy="822960"/>
            </a:xfrm>
            <a:prstGeom prst="roundRect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985760" y="3337559"/>
              <a:ext cx="1630680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핵심 기능 구현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9753600" y="1755648"/>
              <a:ext cx="1630680" cy="427939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9753600" y="1755648"/>
              <a:ext cx="1630680" cy="822960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통합시험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9753600" y="2624327"/>
              <a:ext cx="1630680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통합·성능·이관</a:t>
              </a:r>
            </a:p>
          </p:txBody>
        </p:sp>
        <p:cxnSp>
          <p:nvCxnSpPr>
            <p:cNvPr id="23" name="Connector 22"/>
            <p:cNvCxnSpPr/>
            <p:nvPr/>
          </p:nvCxnSpPr>
          <p:spPr>
            <a:xfrm flipV="1">
              <a:off x="822960" y="1938528"/>
              <a:ext cx="10698480" cy="4142231"/>
            </a:xfrm>
            <a:prstGeom prst="line">
              <a:avLst/>
            </a:prstGeom>
            <a:ln w="254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TML-169</a:t>
            </a:r>
          </a:p>
        </p:txBody>
      </p:sp>
      <p:grpSp>
        <p:nvGrpSpPr>
          <p:cNvPr id="15" name="asset:TML-169"/>
          <p:cNvGrpSpPr/>
          <p:nvPr/>
        </p:nvGrpSpPr>
        <p:grpSpPr>
          <a:xfrm>
            <a:off x="502920" y="475488"/>
            <a:ext cx="11155680" cy="6355080"/>
            <a:chOff x="502920" y="475488"/>
            <a:chExt cx="11155680" cy="635508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계단 상승 로드맵 (3 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좌하단에서 우상단으로 상승하는 계단형 성장 로드맵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914400" y="5321807"/>
              <a:ext cx="3398520" cy="71323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914400" y="5321807"/>
              <a:ext cx="3398520" cy="822960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14400" y="6190488"/>
              <a:ext cx="3398520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현황 분석·요구 도출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4450080" y="4608575"/>
              <a:ext cx="3398520" cy="1426464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4450080" y="4608575"/>
              <a:ext cx="3398520" cy="822960"/>
            </a:xfrm>
            <a:prstGeom prst="roundRect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450080" y="5477255"/>
              <a:ext cx="3398520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과제 정의·범위 확정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7985760" y="3895344"/>
              <a:ext cx="3398520" cy="2139696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7985760" y="3895344"/>
              <a:ext cx="3398520" cy="822960"/>
            </a:xfrm>
            <a:prstGeom prst="roundRect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985760" y="4764024"/>
              <a:ext cx="3398520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아키텍처·화면 설계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 flipV="1">
              <a:off x="822960" y="4078224"/>
              <a:ext cx="10698480" cy="2002535"/>
            </a:xfrm>
            <a:prstGeom prst="line">
              <a:avLst/>
            </a:prstGeom>
            <a:ln w="254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TML-181</a:t>
            </a:r>
          </a:p>
        </p:txBody>
      </p:sp>
      <p:grpSp>
        <p:nvGrpSpPr>
          <p:cNvPr id="18" name="asset:TML-181"/>
          <p:cNvGrpSpPr/>
          <p:nvPr/>
        </p:nvGrpSpPr>
        <p:grpSpPr>
          <a:xfrm>
            <a:off x="502920" y="475488"/>
            <a:ext cx="11155680" cy="6355080"/>
            <a:chOff x="502920" y="475488"/>
            <a:chExt cx="11155680" cy="635508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계단 상승 로드맵 (4 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좌하단에서 우상단으로 상승하는 계단형 성장 로드맵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914400" y="5321807"/>
              <a:ext cx="2514600" cy="71323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914400" y="5321807"/>
              <a:ext cx="2514600" cy="822960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14400" y="6190488"/>
              <a:ext cx="2514600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현황 분석·요구 도출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3566160" y="4608575"/>
              <a:ext cx="2514600" cy="1426464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566160" y="4608575"/>
              <a:ext cx="2514600" cy="822960"/>
            </a:xfrm>
            <a:prstGeom prst="roundRect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566160" y="5477255"/>
              <a:ext cx="2514600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과제 정의·범위 확정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217920" y="3895344"/>
              <a:ext cx="2514600" cy="2139696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217920" y="3895344"/>
              <a:ext cx="2514600" cy="822960"/>
            </a:xfrm>
            <a:prstGeom prst="roundRect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217920" y="4764024"/>
              <a:ext cx="2514600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아키텍처·화면 설계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8869680" y="3182111"/>
              <a:ext cx="2514600" cy="2852928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8869680" y="3182111"/>
              <a:ext cx="2514600" cy="822960"/>
            </a:xfrm>
            <a:prstGeom prst="roundRect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869680" y="4050791"/>
              <a:ext cx="2514600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데이터·인터페이스 설계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 flipV="1">
              <a:off x="822960" y="3364991"/>
              <a:ext cx="10698480" cy="2715768"/>
            </a:xfrm>
            <a:prstGeom prst="line">
              <a:avLst/>
            </a:prstGeom>
            <a:ln w="254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TML-193</a:t>
            </a:r>
          </a:p>
        </p:txBody>
      </p:sp>
      <p:grpSp>
        <p:nvGrpSpPr>
          <p:cNvPr id="21" name="asset:TML-193"/>
          <p:cNvGrpSpPr/>
          <p:nvPr/>
        </p:nvGrpSpPr>
        <p:grpSpPr>
          <a:xfrm>
            <a:off x="502920" y="475488"/>
            <a:ext cx="11155680" cy="6355080"/>
            <a:chOff x="502920" y="475488"/>
            <a:chExt cx="11155680" cy="635508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계단 상승 로드맵 (5 단계)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좌하단에서 우상단으로 상승하는 계단형 성장 로드맵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914400" y="5321807"/>
              <a:ext cx="1984248" cy="713232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914400" y="5321807"/>
              <a:ext cx="1984248" cy="822960"/>
            </a:xfrm>
            <a:prstGeom prst="roundRect">
              <a:avLst/>
            </a:prstGeom>
            <a:solidFill>
              <a:srgbClr val="2A4A7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14400" y="6190488"/>
              <a:ext cx="1984248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현황 분석·요구 도출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3035808" y="4608575"/>
              <a:ext cx="1984248" cy="1426464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035808" y="4608575"/>
              <a:ext cx="1984248" cy="822960"/>
            </a:xfrm>
            <a:prstGeom prst="roundRect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035808" y="5477255"/>
              <a:ext cx="1984248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과제 정의·범위 확정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157216" y="3895344"/>
              <a:ext cx="1984248" cy="2139696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5157216" y="3895344"/>
              <a:ext cx="1984248" cy="822960"/>
            </a:xfrm>
            <a:prstGeom prst="roundRect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157216" y="4764024"/>
              <a:ext cx="1984248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아키텍처·화면 설계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7278623" y="3182111"/>
              <a:ext cx="1984248" cy="2852928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278623" y="3182111"/>
              <a:ext cx="1984248" cy="822960"/>
            </a:xfrm>
            <a:prstGeom prst="roundRect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7278623" y="4050791"/>
              <a:ext cx="1984248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데이터·인터페이스 설계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9400032" y="2468879"/>
              <a:ext cx="1984248" cy="3566160"/>
            </a:xfrm>
            <a:prstGeom prst="rect">
              <a:avLst/>
            </a:prstGeom>
            <a:solidFill>
              <a:srgbClr val="F2F2F2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9400032" y="2468879"/>
              <a:ext cx="1984248" cy="822960"/>
            </a:xfrm>
            <a:prstGeom prst="roundRect">
              <a:avLst/>
            </a:prstGeom>
            <a:solidFill>
              <a:srgbClr val="29ABE2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5단계</a:t>
              </a:r>
            </a:p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9400032" y="3337559"/>
              <a:ext cx="1984248" cy="64008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핵심 기능 구현</a:t>
              </a:r>
            </a:p>
          </p:txBody>
        </p:sp>
        <p:cxnSp>
          <p:nvCxnSpPr>
            <p:cNvPr id="20" name="Connector 19"/>
            <p:cNvCxnSpPr/>
            <p:nvPr/>
          </p:nvCxnSpPr>
          <p:spPr>
            <a:xfrm flipV="1">
              <a:off x="822960" y="2651759"/>
              <a:ext cx="10698480" cy="3429000"/>
            </a:xfrm>
            <a:prstGeom prst="line">
              <a:avLst/>
            </a:prstGeom>
            <a:ln w="254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