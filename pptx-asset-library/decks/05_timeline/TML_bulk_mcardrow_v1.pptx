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TML-018</a:t>
            </a:r>
          </a:p>
        </p:txBody>
      </p:sp>
      <p:grpSp>
        <p:nvGrpSpPr>
          <p:cNvPr id="24" name="asset:TML-018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(3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580132" y="1828800"/>
              <a:ext cx="7028688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461260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580132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00072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975604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447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4520184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614416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48200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66488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9489947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9608820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34528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28760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62544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180832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TML-030</a:t>
            </a:r>
          </a:p>
        </p:txBody>
      </p:sp>
      <p:grpSp>
        <p:nvGrpSpPr>
          <p:cNvPr id="30" name="asset:TML-030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(4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140839" y="1828800"/>
              <a:ext cx="7907274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021967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140839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660779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657725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7765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641598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96537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69613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87902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293482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4123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277356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32295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5372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23660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929240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048113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8913113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568053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41130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59417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TML-042</a:t>
            </a:r>
          </a:p>
        </p:txBody>
      </p:sp>
      <p:grpSp>
        <p:nvGrpSpPr>
          <p:cNvPr id="36" name="asset:TML-042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(5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921154" y="1828800"/>
              <a:ext cx="8346643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802282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9211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441094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888943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007815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092500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27755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0516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38804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975604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609447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5179161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614416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07177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25465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8062264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18113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7265822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701076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93838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12126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148925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102677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9352483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787737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80499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498787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TML-054</a:t>
            </a:r>
          </a:p>
        </p:txBody>
      </p:sp>
      <p:grpSp>
        <p:nvGrpSpPr>
          <p:cNvPr id="42" name="asset:TML-054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(6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747266" y="1828800"/>
              <a:ext cx="8694420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628394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74726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67206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67278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486150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2744724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006090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72740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91028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106162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522503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4483608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744974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11624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29912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6845046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696391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6222492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483858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50507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68796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8583930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8702802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7961376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222742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9392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07680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22814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1044168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9700260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61626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828276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846564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TML-066</a:t>
            </a:r>
          </a:p>
        </p:txBody>
      </p:sp>
      <p:grpSp>
        <p:nvGrpSpPr>
          <p:cNvPr id="24" name="asset:TML-066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(3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580132" y="1828800"/>
              <a:ext cx="7028688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461260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580132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00072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975604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447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4520184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614416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48200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66488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9489947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9608820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34528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28760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62544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180832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TML-078</a:t>
            </a:r>
          </a:p>
        </p:txBody>
      </p:sp>
      <p:grpSp>
        <p:nvGrpSpPr>
          <p:cNvPr id="30" name="asset:TML-078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(4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140839" y="1828800"/>
              <a:ext cx="7907274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021967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140839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660779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657725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7765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641598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96537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69613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87902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293482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4123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277356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32295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5372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23660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929240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048113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8913113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568053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41130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59417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TML-090</a:t>
            </a:r>
          </a:p>
        </p:txBody>
      </p:sp>
      <p:grpSp>
        <p:nvGrpSpPr>
          <p:cNvPr id="36" name="asset:TML-090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(5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921154" y="1828800"/>
              <a:ext cx="8346643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802282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9211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441094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888943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007815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092500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27755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0516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38804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975604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609447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5179161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614416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07177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25465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8062264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18113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7265822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701076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93838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12126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148925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102677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9352483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787737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80499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498787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TML-102</a:t>
            </a:r>
          </a:p>
        </p:txBody>
      </p:sp>
      <p:grpSp>
        <p:nvGrpSpPr>
          <p:cNvPr id="42" name="asset:TML-102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(6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747266" y="1828800"/>
              <a:ext cx="8694420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628394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74726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67206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67278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486150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2744724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006090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72740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91028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106162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522503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4483608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744974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11624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29912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6845046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696391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6222492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483858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50507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68796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8583930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8702802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7961376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222742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9392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07680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22814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1044168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9700260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61626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828276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846564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TML-114</a:t>
            </a:r>
          </a:p>
        </p:txBody>
      </p:sp>
      <p:grpSp>
        <p:nvGrpSpPr>
          <p:cNvPr id="24" name="asset:TML-114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(3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580132" y="1828800"/>
              <a:ext cx="7028688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461260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580132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00072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975604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447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4520184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614416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48200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66488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9489947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9608820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34528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28760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62544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180832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TML-126</a:t>
            </a:r>
          </a:p>
        </p:txBody>
      </p:sp>
      <p:grpSp>
        <p:nvGrpSpPr>
          <p:cNvPr id="30" name="asset:TML-126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(4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140839" y="1828800"/>
              <a:ext cx="7907274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021967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140839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660779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657725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7765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641598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96537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69613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87902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293482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4123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277356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32295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5372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23660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929240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048113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8913113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568053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41130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59417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TML-138</a:t>
            </a:r>
          </a:p>
        </p:txBody>
      </p:sp>
      <p:grpSp>
        <p:nvGrpSpPr>
          <p:cNvPr id="36" name="asset:TML-138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(5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921154" y="1828800"/>
              <a:ext cx="8346643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802282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9211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441094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888943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007815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092500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27755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0516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38804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975604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609447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5179161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614416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07177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25465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8062264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18113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7265822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701076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93838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12126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148925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102677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9352483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787737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80499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498787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TML-150</a:t>
            </a:r>
          </a:p>
        </p:txBody>
      </p:sp>
      <p:grpSp>
        <p:nvGrpSpPr>
          <p:cNvPr id="42" name="asset:TML-150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(6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747266" y="1828800"/>
              <a:ext cx="8694420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628394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74726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67206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67278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486150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2744724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006090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72740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91028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106162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522503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4483608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744974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11624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29912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6845046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696391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6222492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483858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50507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68796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8583930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8702802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7961376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222742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9392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07680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22814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1044168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9700260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61626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828276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846564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TML-162</a:t>
            </a:r>
          </a:p>
        </p:txBody>
      </p:sp>
      <p:grpSp>
        <p:nvGrpSpPr>
          <p:cNvPr id="24" name="asset:TML-162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(3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580132" y="1828800"/>
              <a:ext cx="7028688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461260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580132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00072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975604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447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4520184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614416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48200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66488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9489947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9608820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34528" y="2331720"/>
              <a:ext cx="3148584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28760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62544" y="2990087"/>
              <a:ext cx="289255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180832" y="3502152"/>
              <a:ext cx="2855976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TML-174</a:t>
            </a:r>
          </a:p>
        </p:txBody>
      </p:sp>
      <p:grpSp>
        <p:nvGrpSpPr>
          <p:cNvPr id="30" name="asset:TML-174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(4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140839" y="1828800"/>
              <a:ext cx="7907274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021967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140839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660779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657725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7765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641598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96537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69613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87902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293482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4123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277356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32295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5372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23660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929240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048113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8913113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568053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41130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59417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TML-186</a:t>
            </a:r>
          </a:p>
        </p:txBody>
      </p:sp>
      <p:grpSp>
        <p:nvGrpSpPr>
          <p:cNvPr id="36" name="asset:TML-186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(5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921154" y="1828800"/>
              <a:ext cx="8346643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802282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9211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441094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888943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007815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092500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27755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0516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38804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975604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609447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5179161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614416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07177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25465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8062264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18113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7265822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701076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93838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12126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148925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102677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9352483" y="2331720"/>
              <a:ext cx="183062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787737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80499" y="2990087"/>
              <a:ext cx="157459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498787" y="3502152"/>
              <a:ext cx="153802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TML-198</a:t>
            </a:r>
          </a:p>
        </p:txBody>
      </p:sp>
      <p:grpSp>
        <p:nvGrpSpPr>
          <p:cNvPr id="42" name="asset:TML-198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(6 카드)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연결선의 마일스톤 점에 카드를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747266" y="1828800"/>
              <a:ext cx="8694420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628394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74726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67206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67278" y="1709928"/>
              <a:ext cx="237744" cy="237744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486150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2744724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006090" y="2514600"/>
              <a:ext cx="960120" cy="3657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72740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91028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106162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522503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4483608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744974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11624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29912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6845046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696391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6222492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483858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50507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68796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8583930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8702802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7961376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222742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9392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07680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22814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10441686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9700260" y="2331720"/>
              <a:ext cx="1482852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61626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828276" y="2990087"/>
              <a:ext cx="12268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846564" y="3502152"/>
              <a:ext cx="1190244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