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TML-018</a:t>
            </a:r>
          </a:p>
        </p:txBody>
      </p:sp>
      <p:grpSp>
        <p:nvGrpSpPr>
          <p:cNvPr id="24" name="asset:TML-018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(3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580132" y="1828800"/>
              <a:ext cx="7028688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461260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58013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100072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520184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200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66488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9489947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960882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34528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28760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62544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180832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TML-030</a:t>
            </a:r>
          </a:p>
        </p:txBody>
      </p:sp>
      <p:grpSp>
        <p:nvGrpSpPr>
          <p:cNvPr id="30" name="asset:TML-030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(4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140839" y="1828800"/>
              <a:ext cx="7907274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021967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140839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660779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657725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7765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641598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296537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69613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787902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93482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4123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277356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932295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05372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23660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929240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0048113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8913113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568053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41130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59417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TML-042</a:t>
            </a:r>
          </a:p>
        </p:txBody>
      </p:sp>
      <p:grpSp>
        <p:nvGrpSpPr>
          <p:cNvPr id="36" name="asset:TML-042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(5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921154" y="1828800"/>
              <a:ext cx="8346643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802282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9211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441094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888943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007815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09250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27755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2051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3880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5179161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07177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5465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8062264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818113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7265822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701076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93838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12126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148925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102677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9352483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787737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80499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498787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TML-054</a:t>
            </a:r>
          </a:p>
        </p:txBody>
      </p:sp>
      <p:grpSp>
        <p:nvGrpSpPr>
          <p:cNvPr id="42" name="asset:TML-054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(6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747266" y="1828800"/>
              <a:ext cx="8694420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628394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74726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267206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367278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48615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2744724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06090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72740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891028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106162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522503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4483608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744974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11624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29912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6845046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696391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6222492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483858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507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68796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583930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870280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7961376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222742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9392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07680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22814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1044168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ounded Rectangle 37"/>
            <p:cNvSpPr/>
            <p:nvPr/>
          </p:nvSpPr>
          <p:spPr>
            <a:xfrm>
              <a:off x="970026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61626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82827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84656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TML-066</a:t>
            </a:r>
          </a:p>
        </p:txBody>
      </p:sp>
      <p:grpSp>
        <p:nvGrpSpPr>
          <p:cNvPr id="24" name="asset:TML-066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(3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580132" y="1828800"/>
              <a:ext cx="7028688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461260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58013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100072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520184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200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66488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9489947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960882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34528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28760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62544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180832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TML-078</a:t>
            </a:r>
          </a:p>
        </p:txBody>
      </p:sp>
      <p:grpSp>
        <p:nvGrpSpPr>
          <p:cNvPr id="30" name="asset:TML-078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(4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140839" y="1828800"/>
              <a:ext cx="7907274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021967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140839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660779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657725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7765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641598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296537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69613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787902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93482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4123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277356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932295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05372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23660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929240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0048113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8913113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568053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41130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59417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TML-090</a:t>
            </a:r>
          </a:p>
        </p:txBody>
      </p:sp>
      <p:grpSp>
        <p:nvGrpSpPr>
          <p:cNvPr id="36" name="asset:TML-090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(5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921154" y="1828800"/>
              <a:ext cx="8346643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802282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9211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441094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888943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007815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09250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27755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2051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3880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5179161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07177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5465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8062264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818113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7265822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701076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93838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12126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148925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102677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9352483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787737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80499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498787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TML-102</a:t>
            </a:r>
          </a:p>
        </p:txBody>
      </p:sp>
      <p:grpSp>
        <p:nvGrpSpPr>
          <p:cNvPr id="42" name="asset:TML-102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(6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747266" y="1828800"/>
              <a:ext cx="8694420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628394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74726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267206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367278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48615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2744724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06090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72740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891028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106162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522503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4483608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744974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11624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29912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6845046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696391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6222492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483858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507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68796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583930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870280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7961376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222742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9392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07680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22814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1044168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ounded Rectangle 37"/>
            <p:cNvSpPr/>
            <p:nvPr/>
          </p:nvSpPr>
          <p:spPr>
            <a:xfrm>
              <a:off x="970026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61626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82827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84656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TML-114</a:t>
            </a:r>
          </a:p>
        </p:txBody>
      </p:sp>
      <p:grpSp>
        <p:nvGrpSpPr>
          <p:cNvPr id="24" name="asset:TML-114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(3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580132" y="1828800"/>
              <a:ext cx="7028688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461260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58013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100072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520184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200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66488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9489947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960882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34528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28760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62544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180832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TML-126</a:t>
            </a:r>
          </a:p>
        </p:txBody>
      </p:sp>
      <p:grpSp>
        <p:nvGrpSpPr>
          <p:cNvPr id="30" name="asset:TML-126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(4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140839" y="1828800"/>
              <a:ext cx="7907274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021967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140839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660779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657725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7765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641598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296537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69613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787902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93482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4123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277356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932295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05372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23660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929240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0048113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8913113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568053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41130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59417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TML-138</a:t>
            </a:r>
          </a:p>
        </p:txBody>
      </p:sp>
      <p:grpSp>
        <p:nvGrpSpPr>
          <p:cNvPr id="36" name="asset:TML-138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(5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921154" y="1828800"/>
              <a:ext cx="8346643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802282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9211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441094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888943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007815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09250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27755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2051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3880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5179161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07177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5465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8062264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818113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7265822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701076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93838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12126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148925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102677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9352483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787737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80499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498787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TML-150</a:t>
            </a:r>
          </a:p>
        </p:txBody>
      </p:sp>
      <p:grpSp>
        <p:nvGrpSpPr>
          <p:cNvPr id="42" name="asset:TML-150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(6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747266" y="1828800"/>
              <a:ext cx="8694420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628394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74726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267206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367278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48615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2744724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06090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72740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891028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106162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522503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4483608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744974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11624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29912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6845046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696391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6222492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483858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507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68796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583930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870280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7961376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222742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9392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07680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22814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1044168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ounded Rectangle 37"/>
            <p:cNvSpPr/>
            <p:nvPr/>
          </p:nvSpPr>
          <p:spPr>
            <a:xfrm>
              <a:off x="970026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61626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82827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84656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TML-162</a:t>
            </a:r>
          </a:p>
        </p:txBody>
      </p:sp>
      <p:grpSp>
        <p:nvGrpSpPr>
          <p:cNvPr id="24" name="asset:TML-162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(3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580132" y="1828800"/>
              <a:ext cx="7028688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461260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58013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100072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520184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48200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666488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9489947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960882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34528" y="2331720"/>
              <a:ext cx="3148584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28760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62544" y="2990087"/>
              <a:ext cx="2892552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180832" y="3502152"/>
              <a:ext cx="2855976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TML-174</a:t>
            </a:r>
          </a:p>
        </p:txBody>
      </p:sp>
      <p:grpSp>
        <p:nvGrpSpPr>
          <p:cNvPr id="30" name="asset:TML-174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(4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2140839" y="1828800"/>
              <a:ext cx="7907274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2021967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140839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660779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4657725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7765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641598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296537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69613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787902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293482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4123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277356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932295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05372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23660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929240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0048113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8913113" y="2331720"/>
              <a:ext cx="226999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568053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041130" y="2990087"/>
              <a:ext cx="201396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59417" y="3502152"/>
              <a:ext cx="197739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TML-186</a:t>
            </a:r>
          </a:p>
        </p:txBody>
      </p:sp>
      <p:grpSp>
        <p:nvGrpSpPr>
          <p:cNvPr id="36" name="asset:TML-186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(5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921154" y="1828800"/>
              <a:ext cx="8346643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802282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92115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441094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888943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007815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3092500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27755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20516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38804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975604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09447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5179161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5614416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307177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325465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8062264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818113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7265822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701076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93838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12126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148925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1026779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9352483" y="2331720"/>
              <a:ext cx="1830628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9787737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80499" y="2990087"/>
              <a:ext cx="1574596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498787" y="3502152"/>
              <a:ext cx="1538020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TML-198</a:t>
            </a:r>
          </a:p>
        </p:txBody>
      </p:sp>
      <p:grpSp>
        <p:nvGrpSpPr>
          <p:cNvPr id="42" name="asset:TML-198"/>
          <p:cNvGrpSpPr/>
          <p:nvPr/>
        </p:nvGrpSpPr>
        <p:grpSpPr>
          <a:xfrm>
            <a:off x="502920" y="475488"/>
            <a:ext cx="11155680" cy="5285232"/>
            <a:chOff x="502920" y="475488"/>
            <a:chExt cx="11155680" cy="5285232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마일스톤 카드 로우 (6 카드)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상단 연결선의 마일스톤 점에 카드를 매다는 형태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747266" y="1828800"/>
              <a:ext cx="8694420" cy="0"/>
            </a:xfrm>
            <a:prstGeom prst="line">
              <a:avLst/>
            </a:prstGeom>
            <a:ln w="3175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/>
            <p:cNvSpPr/>
            <p:nvPr/>
          </p:nvSpPr>
          <p:spPr>
            <a:xfrm>
              <a:off x="1628394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174726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100584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267206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3385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15214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3367278" y="1709928"/>
              <a:ext cx="237744" cy="237744"/>
            </a:xfrm>
            <a:prstGeom prst="ellipse">
              <a:avLst/>
            </a:prstGeom>
            <a:solidFill>
              <a:srgbClr val="7B2D8E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3486150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2744724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006090" y="2514600"/>
              <a:ext cx="960120" cy="3657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72740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891028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106162" y="1709928"/>
              <a:ext cx="237744" cy="237744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5225034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4483608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4744974" y="2514600"/>
              <a:ext cx="960120" cy="3657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11624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29912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6845046" y="1709928"/>
              <a:ext cx="237744" cy="237744"/>
            </a:xfrm>
            <a:prstGeom prst="ellipse">
              <a:avLst/>
            </a:prstGeom>
            <a:solidFill>
              <a:srgbClr val="1F9E8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6963917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6222492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483858" y="2514600"/>
              <a:ext cx="960120" cy="3657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507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68796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8583930" y="1709928"/>
              <a:ext cx="237744" cy="237744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8702802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/>
            <p:cNvSpPr/>
            <p:nvPr/>
          </p:nvSpPr>
          <p:spPr>
            <a:xfrm>
              <a:off x="7961376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222742" y="2514600"/>
              <a:ext cx="960120" cy="3657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9392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07680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10322814" y="1709928"/>
              <a:ext cx="237744" cy="237744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>
              <a:off x="10441686" y="1947672"/>
              <a:ext cx="0" cy="38404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ounded Rectangle 37"/>
            <p:cNvSpPr/>
            <p:nvPr/>
          </p:nvSpPr>
          <p:spPr>
            <a:xfrm>
              <a:off x="9700260" y="2331720"/>
              <a:ext cx="1482852" cy="3429000"/>
            </a:xfrm>
            <a:prstGeom prst="roundRect">
              <a:avLst/>
            </a:prstGeom>
            <a:solidFill>
              <a:srgbClr val="F7F9FC"/>
            </a:solidFill>
            <a:ln w="15875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9961626" y="2514600"/>
              <a:ext cx="960120" cy="3657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828276" y="2990087"/>
              <a:ext cx="12268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9846564" y="3502152"/>
              <a:ext cx="1190244" cy="21031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