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TML-017</a:t>
            </a:r>
          </a:p>
        </p:txBody>
      </p:sp>
      <p:grpSp>
        <p:nvGrpSpPr>
          <p:cNvPr id="19" name="asset:TML-017"/>
          <p:cNvGrpSpPr/>
          <p:nvPr/>
        </p:nvGrpSpPr>
        <p:grpSpPr>
          <a:xfrm>
            <a:off x="274320" y="475488"/>
            <a:ext cx="11640312" cy="4992624"/>
            <a:chOff x="274320" y="475488"/>
            <a:chExt cx="11640312" cy="4992624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수평 타임라인 (3 마일스톤)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가로 기준선 위 마일스톤을 상·하 라벨로 교차 배치</a:t>
              </a:r>
            </a:p>
          </p:txBody>
        </p:sp>
        <p:cxnSp>
          <p:nvCxnSpPr>
            <p:cNvPr id="5" name="Connector 4"/>
            <p:cNvCxnSpPr/>
            <p:nvPr/>
          </p:nvCxnSpPr>
          <p:spPr>
            <a:xfrm>
              <a:off x="1234440" y="3657600"/>
              <a:ext cx="9720072" cy="0"/>
            </a:xfrm>
            <a:prstGeom prst="line">
              <a:avLst/>
            </a:prstGeom>
            <a:ln w="38100">
              <a:solidFill>
                <a:srgbClr val="2E75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Isosceles Triangle 5"/>
            <p:cNvSpPr/>
            <p:nvPr/>
          </p:nvSpPr>
          <p:spPr>
            <a:xfrm rot="5400000">
              <a:off x="10936224" y="3511296"/>
              <a:ext cx="310896" cy="292608"/>
            </a:xfrm>
            <a:prstGeom prst="triangl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7" name="Connector 6"/>
            <p:cNvCxnSpPr/>
            <p:nvPr/>
          </p:nvCxnSpPr>
          <p:spPr>
            <a:xfrm flipV="1">
              <a:off x="1234440" y="2788920"/>
              <a:ext cx="0" cy="65836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ounded Rectangle 7"/>
            <p:cNvSpPr/>
            <p:nvPr/>
          </p:nvSpPr>
          <p:spPr>
            <a:xfrm>
              <a:off x="777240" y="1874519"/>
              <a:ext cx="914400" cy="310896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M1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74320" y="2240279"/>
              <a:ext cx="1920240" cy="54864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1024128" y="3447288"/>
              <a:ext cx="420624" cy="420624"/>
            </a:xfrm>
            <a:prstGeom prst="ellipse">
              <a:avLst/>
            </a:prstGeom>
            <a:solidFill>
              <a:srgbClr val="2E75D6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</a:t>
              </a:r>
            </a:p>
          </p:txBody>
        </p:sp>
        <p:cxnSp>
          <p:nvCxnSpPr>
            <p:cNvPr id="11" name="Connector 10"/>
            <p:cNvCxnSpPr/>
            <p:nvPr/>
          </p:nvCxnSpPr>
          <p:spPr>
            <a:xfrm>
              <a:off x="6094476" y="3867912"/>
              <a:ext cx="0" cy="65836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ounded Rectangle 11"/>
            <p:cNvSpPr/>
            <p:nvPr/>
          </p:nvSpPr>
          <p:spPr>
            <a:xfrm>
              <a:off x="5637276" y="4553712"/>
              <a:ext cx="914400" cy="310896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M2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134356" y="4919472"/>
              <a:ext cx="1920240" cy="54864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요구정의</a:t>
              </a:r>
            </a:p>
          </p:txBody>
        </p:sp>
        <p:sp>
          <p:nvSpPr>
            <p:cNvPr id="14" name="Oval 13"/>
            <p:cNvSpPr/>
            <p:nvPr/>
          </p:nvSpPr>
          <p:spPr>
            <a:xfrm>
              <a:off x="5884164" y="3447288"/>
              <a:ext cx="420624" cy="420624"/>
            </a:xfrm>
            <a:prstGeom prst="ellipse">
              <a:avLst/>
            </a:prstGeom>
            <a:solidFill>
              <a:srgbClr val="1F9E8F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</a:t>
              </a:r>
            </a:p>
          </p:txBody>
        </p:sp>
        <p:cxnSp>
          <p:nvCxnSpPr>
            <p:cNvPr id="15" name="Connector 14"/>
            <p:cNvCxnSpPr/>
            <p:nvPr/>
          </p:nvCxnSpPr>
          <p:spPr>
            <a:xfrm flipV="1">
              <a:off x="10954512" y="2788920"/>
              <a:ext cx="0" cy="65836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ounded Rectangle 15"/>
            <p:cNvSpPr/>
            <p:nvPr/>
          </p:nvSpPr>
          <p:spPr>
            <a:xfrm>
              <a:off x="10497312" y="1874519"/>
              <a:ext cx="914400" cy="310896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M3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9994392" y="2240279"/>
              <a:ext cx="1920240" cy="54864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18" name="Oval 17"/>
            <p:cNvSpPr/>
            <p:nvPr/>
          </p:nvSpPr>
          <p:spPr>
            <a:xfrm>
              <a:off x="10744200" y="3447288"/>
              <a:ext cx="420624" cy="420624"/>
            </a:xfrm>
            <a:prstGeom prst="ellipse">
              <a:avLst/>
            </a:prstGeom>
            <a:solidFill>
              <a:srgbClr val="29ABE2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TML-029</a:t>
            </a:r>
          </a:p>
        </p:txBody>
      </p:sp>
      <p:grpSp>
        <p:nvGrpSpPr>
          <p:cNvPr id="23" name="asset:TML-029"/>
          <p:cNvGrpSpPr/>
          <p:nvPr/>
        </p:nvGrpSpPr>
        <p:grpSpPr>
          <a:xfrm>
            <a:off x="274320" y="475488"/>
            <a:ext cx="11640312" cy="4992624"/>
            <a:chOff x="274320" y="475488"/>
            <a:chExt cx="11640312" cy="4992624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수평 타임라인 (4 마일스톤)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가로 기준선 위 마일스톤을 상·하 라벨로 교차 배치</a:t>
              </a:r>
            </a:p>
          </p:txBody>
        </p:sp>
        <p:cxnSp>
          <p:nvCxnSpPr>
            <p:cNvPr id="5" name="Connector 4"/>
            <p:cNvCxnSpPr/>
            <p:nvPr/>
          </p:nvCxnSpPr>
          <p:spPr>
            <a:xfrm>
              <a:off x="1234440" y="3657600"/>
              <a:ext cx="9720072" cy="0"/>
            </a:xfrm>
            <a:prstGeom prst="line">
              <a:avLst/>
            </a:prstGeom>
            <a:ln w="38100">
              <a:solidFill>
                <a:srgbClr val="2E75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Isosceles Triangle 5"/>
            <p:cNvSpPr/>
            <p:nvPr/>
          </p:nvSpPr>
          <p:spPr>
            <a:xfrm rot="5400000">
              <a:off x="10936224" y="3511296"/>
              <a:ext cx="310896" cy="292608"/>
            </a:xfrm>
            <a:prstGeom prst="triangl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7" name="Connector 6"/>
            <p:cNvCxnSpPr/>
            <p:nvPr/>
          </p:nvCxnSpPr>
          <p:spPr>
            <a:xfrm flipV="1">
              <a:off x="1234440" y="2788920"/>
              <a:ext cx="0" cy="65836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ounded Rectangle 7"/>
            <p:cNvSpPr/>
            <p:nvPr/>
          </p:nvSpPr>
          <p:spPr>
            <a:xfrm>
              <a:off x="777240" y="1874519"/>
              <a:ext cx="914400" cy="310896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M1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74320" y="2240279"/>
              <a:ext cx="1920240" cy="54864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1024128" y="3447288"/>
              <a:ext cx="420624" cy="420624"/>
            </a:xfrm>
            <a:prstGeom prst="ellipse">
              <a:avLst/>
            </a:prstGeom>
            <a:solidFill>
              <a:srgbClr val="2E75D6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</a:t>
              </a:r>
            </a:p>
          </p:txBody>
        </p:sp>
        <p:cxnSp>
          <p:nvCxnSpPr>
            <p:cNvPr id="11" name="Connector 10"/>
            <p:cNvCxnSpPr/>
            <p:nvPr/>
          </p:nvCxnSpPr>
          <p:spPr>
            <a:xfrm>
              <a:off x="4474464" y="3867912"/>
              <a:ext cx="0" cy="65836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ounded Rectangle 11"/>
            <p:cNvSpPr/>
            <p:nvPr/>
          </p:nvSpPr>
          <p:spPr>
            <a:xfrm>
              <a:off x="4017264" y="4553712"/>
              <a:ext cx="914400" cy="310896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M2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514344" y="4919472"/>
              <a:ext cx="1920240" cy="54864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요구정의</a:t>
              </a:r>
            </a:p>
          </p:txBody>
        </p:sp>
        <p:sp>
          <p:nvSpPr>
            <p:cNvPr id="14" name="Oval 13"/>
            <p:cNvSpPr/>
            <p:nvPr/>
          </p:nvSpPr>
          <p:spPr>
            <a:xfrm>
              <a:off x="4264152" y="3447288"/>
              <a:ext cx="420624" cy="420624"/>
            </a:xfrm>
            <a:prstGeom prst="ellipse">
              <a:avLst/>
            </a:prstGeom>
            <a:solidFill>
              <a:srgbClr val="1F9E8F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</a:t>
              </a:r>
            </a:p>
          </p:txBody>
        </p:sp>
        <p:cxnSp>
          <p:nvCxnSpPr>
            <p:cNvPr id="15" name="Connector 14"/>
            <p:cNvCxnSpPr/>
            <p:nvPr/>
          </p:nvCxnSpPr>
          <p:spPr>
            <a:xfrm flipV="1">
              <a:off x="7714488" y="2788920"/>
              <a:ext cx="0" cy="65836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ounded Rectangle 15"/>
            <p:cNvSpPr/>
            <p:nvPr/>
          </p:nvSpPr>
          <p:spPr>
            <a:xfrm>
              <a:off x="7257288" y="1874519"/>
              <a:ext cx="914400" cy="310896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M3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6754368" y="2240279"/>
              <a:ext cx="1920240" cy="54864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18" name="Oval 17"/>
            <p:cNvSpPr/>
            <p:nvPr/>
          </p:nvSpPr>
          <p:spPr>
            <a:xfrm>
              <a:off x="7504176" y="3447288"/>
              <a:ext cx="420624" cy="420624"/>
            </a:xfrm>
            <a:prstGeom prst="ellipse">
              <a:avLst/>
            </a:prstGeom>
            <a:solidFill>
              <a:srgbClr val="29ABE2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</a:t>
              </a:r>
            </a:p>
          </p:txBody>
        </p:sp>
        <p:cxnSp>
          <p:nvCxnSpPr>
            <p:cNvPr id="19" name="Connector 18"/>
            <p:cNvCxnSpPr/>
            <p:nvPr/>
          </p:nvCxnSpPr>
          <p:spPr>
            <a:xfrm>
              <a:off x="10954512" y="3867912"/>
              <a:ext cx="0" cy="65836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Rounded Rectangle 19"/>
            <p:cNvSpPr/>
            <p:nvPr/>
          </p:nvSpPr>
          <p:spPr>
            <a:xfrm>
              <a:off x="10497312" y="4553712"/>
              <a:ext cx="914400" cy="310896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M4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9994392" y="4919472"/>
              <a:ext cx="1920240" cy="54864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상세설계</a:t>
              </a:r>
            </a:p>
          </p:txBody>
        </p:sp>
        <p:sp>
          <p:nvSpPr>
            <p:cNvPr id="22" name="Oval 21"/>
            <p:cNvSpPr/>
            <p:nvPr/>
          </p:nvSpPr>
          <p:spPr>
            <a:xfrm>
              <a:off x="10744200" y="3447288"/>
              <a:ext cx="420624" cy="420624"/>
            </a:xfrm>
            <a:prstGeom prst="ellipse">
              <a:avLst/>
            </a:prstGeom>
            <a:solidFill>
              <a:srgbClr val="2A4A7F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TML-041</a:t>
            </a:r>
          </a:p>
        </p:txBody>
      </p:sp>
      <p:grpSp>
        <p:nvGrpSpPr>
          <p:cNvPr id="27" name="asset:TML-041"/>
          <p:cNvGrpSpPr/>
          <p:nvPr/>
        </p:nvGrpSpPr>
        <p:grpSpPr>
          <a:xfrm>
            <a:off x="274320" y="475488"/>
            <a:ext cx="11640312" cy="4992624"/>
            <a:chOff x="274320" y="475488"/>
            <a:chExt cx="11640312" cy="4992624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수평 타임라인 (5 마일스톤)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가로 기준선 위 마일스톤을 상·하 라벨로 교차 배치</a:t>
              </a:r>
            </a:p>
          </p:txBody>
        </p:sp>
        <p:cxnSp>
          <p:nvCxnSpPr>
            <p:cNvPr id="5" name="Connector 4"/>
            <p:cNvCxnSpPr/>
            <p:nvPr/>
          </p:nvCxnSpPr>
          <p:spPr>
            <a:xfrm>
              <a:off x="1234440" y="3657600"/>
              <a:ext cx="9720072" cy="0"/>
            </a:xfrm>
            <a:prstGeom prst="line">
              <a:avLst/>
            </a:prstGeom>
            <a:ln w="38100">
              <a:solidFill>
                <a:srgbClr val="2E75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Isosceles Triangle 5"/>
            <p:cNvSpPr/>
            <p:nvPr/>
          </p:nvSpPr>
          <p:spPr>
            <a:xfrm rot="5400000">
              <a:off x="10936224" y="3511296"/>
              <a:ext cx="310896" cy="292608"/>
            </a:xfrm>
            <a:prstGeom prst="triangl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7" name="Connector 6"/>
            <p:cNvCxnSpPr/>
            <p:nvPr/>
          </p:nvCxnSpPr>
          <p:spPr>
            <a:xfrm flipV="1">
              <a:off x="1234440" y="2788920"/>
              <a:ext cx="0" cy="65836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ounded Rectangle 7"/>
            <p:cNvSpPr/>
            <p:nvPr/>
          </p:nvSpPr>
          <p:spPr>
            <a:xfrm>
              <a:off x="777240" y="1874519"/>
              <a:ext cx="914400" cy="310896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M1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74320" y="2240279"/>
              <a:ext cx="1920240" cy="54864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1024128" y="3447288"/>
              <a:ext cx="420624" cy="420624"/>
            </a:xfrm>
            <a:prstGeom prst="ellipse">
              <a:avLst/>
            </a:prstGeom>
            <a:solidFill>
              <a:srgbClr val="2E75D6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</a:t>
              </a:r>
            </a:p>
          </p:txBody>
        </p:sp>
        <p:cxnSp>
          <p:nvCxnSpPr>
            <p:cNvPr id="11" name="Connector 10"/>
            <p:cNvCxnSpPr/>
            <p:nvPr/>
          </p:nvCxnSpPr>
          <p:spPr>
            <a:xfrm>
              <a:off x="3664458" y="3867912"/>
              <a:ext cx="0" cy="65836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ounded Rectangle 11"/>
            <p:cNvSpPr/>
            <p:nvPr/>
          </p:nvSpPr>
          <p:spPr>
            <a:xfrm>
              <a:off x="3207258" y="4553712"/>
              <a:ext cx="914400" cy="310896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M2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2704338" y="4919472"/>
              <a:ext cx="1920240" cy="54864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요구정의</a:t>
              </a:r>
            </a:p>
          </p:txBody>
        </p:sp>
        <p:sp>
          <p:nvSpPr>
            <p:cNvPr id="14" name="Oval 13"/>
            <p:cNvSpPr/>
            <p:nvPr/>
          </p:nvSpPr>
          <p:spPr>
            <a:xfrm>
              <a:off x="3454146" y="3447288"/>
              <a:ext cx="420624" cy="420624"/>
            </a:xfrm>
            <a:prstGeom prst="ellipse">
              <a:avLst/>
            </a:prstGeom>
            <a:solidFill>
              <a:srgbClr val="1F9E8F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</a:t>
              </a:r>
            </a:p>
          </p:txBody>
        </p:sp>
        <p:cxnSp>
          <p:nvCxnSpPr>
            <p:cNvPr id="15" name="Connector 14"/>
            <p:cNvCxnSpPr/>
            <p:nvPr/>
          </p:nvCxnSpPr>
          <p:spPr>
            <a:xfrm flipV="1">
              <a:off x="6094476" y="2788920"/>
              <a:ext cx="0" cy="65836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ounded Rectangle 15"/>
            <p:cNvSpPr/>
            <p:nvPr/>
          </p:nvSpPr>
          <p:spPr>
            <a:xfrm>
              <a:off x="5637276" y="1874519"/>
              <a:ext cx="914400" cy="310896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M3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134356" y="2240279"/>
              <a:ext cx="1920240" cy="54864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18" name="Oval 17"/>
            <p:cNvSpPr/>
            <p:nvPr/>
          </p:nvSpPr>
          <p:spPr>
            <a:xfrm>
              <a:off x="5884164" y="3447288"/>
              <a:ext cx="420624" cy="420624"/>
            </a:xfrm>
            <a:prstGeom prst="ellipse">
              <a:avLst/>
            </a:prstGeom>
            <a:solidFill>
              <a:srgbClr val="29ABE2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</a:t>
              </a:r>
            </a:p>
          </p:txBody>
        </p:sp>
        <p:cxnSp>
          <p:nvCxnSpPr>
            <p:cNvPr id="19" name="Connector 18"/>
            <p:cNvCxnSpPr/>
            <p:nvPr/>
          </p:nvCxnSpPr>
          <p:spPr>
            <a:xfrm>
              <a:off x="8524494" y="3867912"/>
              <a:ext cx="0" cy="65836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Rounded Rectangle 19"/>
            <p:cNvSpPr/>
            <p:nvPr/>
          </p:nvSpPr>
          <p:spPr>
            <a:xfrm>
              <a:off x="8067294" y="4553712"/>
              <a:ext cx="914400" cy="310896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M4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7564373" y="4919472"/>
              <a:ext cx="1920240" cy="54864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상세설계</a:t>
              </a:r>
            </a:p>
          </p:txBody>
        </p:sp>
        <p:sp>
          <p:nvSpPr>
            <p:cNvPr id="22" name="Oval 21"/>
            <p:cNvSpPr/>
            <p:nvPr/>
          </p:nvSpPr>
          <p:spPr>
            <a:xfrm>
              <a:off x="8314181" y="3447288"/>
              <a:ext cx="420624" cy="420624"/>
            </a:xfrm>
            <a:prstGeom prst="ellipse">
              <a:avLst/>
            </a:prstGeom>
            <a:solidFill>
              <a:srgbClr val="2A4A7F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</a:t>
              </a:r>
            </a:p>
          </p:txBody>
        </p:sp>
        <p:cxnSp>
          <p:nvCxnSpPr>
            <p:cNvPr id="23" name="Connector 22"/>
            <p:cNvCxnSpPr/>
            <p:nvPr/>
          </p:nvCxnSpPr>
          <p:spPr>
            <a:xfrm flipV="1">
              <a:off x="10954512" y="2788920"/>
              <a:ext cx="0" cy="65836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ounded Rectangle 23"/>
            <p:cNvSpPr/>
            <p:nvPr/>
          </p:nvSpPr>
          <p:spPr>
            <a:xfrm>
              <a:off x="10497312" y="1874519"/>
              <a:ext cx="914400" cy="310896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M5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9994392" y="2240279"/>
              <a:ext cx="1920240" cy="54864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시스템개발</a:t>
              </a:r>
            </a:p>
          </p:txBody>
        </p:sp>
        <p:sp>
          <p:nvSpPr>
            <p:cNvPr id="26" name="Oval 25"/>
            <p:cNvSpPr/>
            <p:nvPr/>
          </p:nvSpPr>
          <p:spPr>
            <a:xfrm>
              <a:off x="10744200" y="3447288"/>
              <a:ext cx="420624" cy="420624"/>
            </a:xfrm>
            <a:prstGeom prst="ellipse">
              <a:avLst/>
            </a:prstGeom>
            <a:solidFill>
              <a:srgbClr val="7B2D8E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TML-053</a:t>
            </a:r>
          </a:p>
        </p:txBody>
      </p:sp>
      <p:grpSp>
        <p:nvGrpSpPr>
          <p:cNvPr id="31" name="asset:TML-053"/>
          <p:cNvGrpSpPr/>
          <p:nvPr/>
        </p:nvGrpSpPr>
        <p:grpSpPr>
          <a:xfrm>
            <a:off x="424434" y="475488"/>
            <a:ext cx="11340084" cy="4992624"/>
            <a:chOff x="424434" y="475488"/>
            <a:chExt cx="11340084" cy="4992624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수평 타임라인 (6 마일스톤)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가로 기준선 위 마일스톤을 상·하 라벨로 교차 배치</a:t>
              </a:r>
            </a:p>
          </p:txBody>
        </p:sp>
        <p:cxnSp>
          <p:nvCxnSpPr>
            <p:cNvPr id="5" name="Connector 4"/>
            <p:cNvCxnSpPr/>
            <p:nvPr/>
          </p:nvCxnSpPr>
          <p:spPr>
            <a:xfrm>
              <a:off x="1234440" y="3657600"/>
              <a:ext cx="9720072" cy="0"/>
            </a:xfrm>
            <a:prstGeom prst="line">
              <a:avLst/>
            </a:prstGeom>
            <a:ln w="38100">
              <a:solidFill>
                <a:srgbClr val="2E75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Isosceles Triangle 5"/>
            <p:cNvSpPr/>
            <p:nvPr/>
          </p:nvSpPr>
          <p:spPr>
            <a:xfrm rot="5400000">
              <a:off x="10936224" y="3511296"/>
              <a:ext cx="310896" cy="292608"/>
            </a:xfrm>
            <a:prstGeom prst="triangl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7" name="Connector 6"/>
            <p:cNvCxnSpPr/>
            <p:nvPr/>
          </p:nvCxnSpPr>
          <p:spPr>
            <a:xfrm flipV="1">
              <a:off x="1234440" y="2788920"/>
              <a:ext cx="0" cy="65836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ounded Rectangle 7"/>
            <p:cNvSpPr/>
            <p:nvPr/>
          </p:nvSpPr>
          <p:spPr>
            <a:xfrm>
              <a:off x="777240" y="1874519"/>
              <a:ext cx="914400" cy="310896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M1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24434" y="2240279"/>
              <a:ext cx="1620012" cy="54864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1024128" y="3447288"/>
              <a:ext cx="420624" cy="420624"/>
            </a:xfrm>
            <a:prstGeom prst="ellipse">
              <a:avLst/>
            </a:prstGeom>
            <a:solidFill>
              <a:srgbClr val="2E75D6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</a:t>
              </a:r>
            </a:p>
          </p:txBody>
        </p:sp>
        <p:cxnSp>
          <p:nvCxnSpPr>
            <p:cNvPr id="11" name="Connector 10"/>
            <p:cNvCxnSpPr/>
            <p:nvPr/>
          </p:nvCxnSpPr>
          <p:spPr>
            <a:xfrm>
              <a:off x="3178454" y="3867912"/>
              <a:ext cx="0" cy="65836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ounded Rectangle 11"/>
            <p:cNvSpPr/>
            <p:nvPr/>
          </p:nvSpPr>
          <p:spPr>
            <a:xfrm>
              <a:off x="2721254" y="4553712"/>
              <a:ext cx="914400" cy="310896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M2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2368448" y="4919472"/>
              <a:ext cx="1620012" cy="54864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요구정의</a:t>
              </a:r>
            </a:p>
          </p:txBody>
        </p:sp>
        <p:sp>
          <p:nvSpPr>
            <p:cNvPr id="14" name="Oval 13"/>
            <p:cNvSpPr/>
            <p:nvPr/>
          </p:nvSpPr>
          <p:spPr>
            <a:xfrm>
              <a:off x="2968142" y="3447288"/>
              <a:ext cx="420624" cy="420624"/>
            </a:xfrm>
            <a:prstGeom prst="ellipse">
              <a:avLst/>
            </a:prstGeom>
            <a:solidFill>
              <a:srgbClr val="1F9E8F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</a:t>
              </a:r>
            </a:p>
          </p:txBody>
        </p:sp>
        <p:cxnSp>
          <p:nvCxnSpPr>
            <p:cNvPr id="15" name="Connector 14"/>
            <p:cNvCxnSpPr/>
            <p:nvPr/>
          </p:nvCxnSpPr>
          <p:spPr>
            <a:xfrm flipV="1">
              <a:off x="5122468" y="2788920"/>
              <a:ext cx="0" cy="65836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ounded Rectangle 15"/>
            <p:cNvSpPr/>
            <p:nvPr/>
          </p:nvSpPr>
          <p:spPr>
            <a:xfrm>
              <a:off x="4665268" y="1874519"/>
              <a:ext cx="914400" cy="310896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M3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4312462" y="2240279"/>
              <a:ext cx="1620012" cy="54864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18" name="Oval 17"/>
            <p:cNvSpPr/>
            <p:nvPr/>
          </p:nvSpPr>
          <p:spPr>
            <a:xfrm>
              <a:off x="4912156" y="3447288"/>
              <a:ext cx="420624" cy="420624"/>
            </a:xfrm>
            <a:prstGeom prst="ellipse">
              <a:avLst/>
            </a:prstGeom>
            <a:solidFill>
              <a:srgbClr val="29ABE2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</a:t>
              </a:r>
            </a:p>
          </p:txBody>
        </p:sp>
        <p:cxnSp>
          <p:nvCxnSpPr>
            <p:cNvPr id="19" name="Connector 18"/>
            <p:cNvCxnSpPr/>
            <p:nvPr/>
          </p:nvCxnSpPr>
          <p:spPr>
            <a:xfrm>
              <a:off x="7066483" y="3867912"/>
              <a:ext cx="0" cy="65836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Rounded Rectangle 19"/>
            <p:cNvSpPr/>
            <p:nvPr/>
          </p:nvSpPr>
          <p:spPr>
            <a:xfrm>
              <a:off x="6609283" y="4553712"/>
              <a:ext cx="914400" cy="310896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M4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256477" y="4919472"/>
              <a:ext cx="1620012" cy="54864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상세설계</a:t>
              </a:r>
            </a:p>
          </p:txBody>
        </p:sp>
        <p:sp>
          <p:nvSpPr>
            <p:cNvPr id="22" name="Oval 21"/>
            <p:cNvSpPr/>
            <p:nvPr/>
          </p:nvSpPr>
          <p:spPr>
            <a:xfrm>
              <a:off x="6856171" y="3447288"/>
              <a:ext cx="420624" cy="420624"/>
            </a:xfrm>
            <a:prstGeom prst="ellipse">
              <a:avLst/>
            </a:prstGeom>
            <a:solidFill>
              <a:srgbClr val="2A4A7F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</a:t>
              </a:r>
            </a:p>
          </p:txBody>
        </p:sp>
        <p:cxnSp>
          <p:nvCxnSpPr>
            <p:cNvPr id="23" name="Connector 22"/>
            <p:cNvCxnSpPr/>
            <p:nvPr/>
          </p:nvCxnSpPr>
          <p:spPr>
            <a:xfrm flipV="1">
              <a:off x="9010497" y="2788920"/>
              <a:ext cx="0" cy="65836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ounded Rectangle 23"/>
            <p:cNvSpPr/>
            <p:nvPr/>
          </p:nvSpPr>
          <p:spPr>
            <a:xfrm>
              <a:off x="8553297" y="1874519"/>
              <a:ext cx="914400" cy="310896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M5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8200491" y="2240279"/>
              <a:ext cx="1620012" cy="54864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시스템개발</a:t>
              </a:r>
            </a:p>
          </p:txBody>
        </p:sp>
        <p:sp>
          <p:nvSpPr>
            <p:cNvPr id="26" name="Oval 25"/>
            <p:cNvSpPr/>
            <p:nvPr/>
          </p:nvSpPr>
          <p:spPr>
            <a:xfrm>
              <a:off x="8800185" y="3447288"/>
              <a:ext cx="420624" cy="420624"/>
            </a:xfrm>
            <a:prstGeom prst="ellipse">
              <a:avLst/>
            </a:prstGeom>
            <a:solidFill>
              <a:srgbClr val="7B2D8E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</a:t>
              </a:r>
            </a:p>
          </p:txBody>
        </p:sp>
        <p:cxnSp>
          <p:nvCxnSpPr>
            <p:cNvPr id="27" name="Connector 26"/>
            <p:cNvCxnSpPr/>
            <p:nvPr/>
          </p:nvCxnSpPr>
          <p:spPr>
            <a:xfrm>
              <a:off x="10954512" y="3867912"/>
              <a:ext cx="0" cy="65836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Rounded Rectangle 27"/>
            <p:cNvSpPr/>
            <p:nvPr/>
          </p:nvSpPr>
          <p:spPr>
            <a:xfrm>
              <a:off x="10497312" y="4553712"/>
              <a:ext cx="914400" cy="310896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M6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0144506" y="4919472"/>
              <a:ext cx="1620012" cy="54864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통합시험</a:t>
              </a:r>
            </a:p>
          </p:txBody>
        </p:sp>
        <p:sp>
          <p:nvSpPr>
            <p:cNvPr id="30" name="Oval 29"/>
            <p:cNvSpPr/>
            <p:nvPr/>
          </p:nvSpPr>
          <p:spPr>
            <a:xfrm>
              <a:off x="10744200" y="3447288"/>
              <a:ext cx="420624" cy="420624"/>
            </a:xfrm>
            <a:prstGeom prst="ellipse">
              <a:avLst/>
            </a:prstGeom>
            <a:solidFill>
              <a:srgbClr val="2E75D6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6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TML-065</a:t>
            </a:r>
          </a:p>
        </p:txBody>
      </p:sp>
      <p:grpSp>
        <p:nvGrpSpPr>
          <p:cNvPr id="19" name="asset:TML-065"/>
          <p:cNvGrpSpPr/>
          <p:nvPr/>
        </p:nvGrpSpPr>
        <p:grpSpPr>
          <a:xfrm>
            <a:off x="274320" y="475488"/>
            <a:ext cx="11640312" cy="4992624"/>
            <a:chOff x="274320" y="475488"/>
            <a:chExt cx="11640312" cy="4992624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수평 타임라인 (3 마일스톤)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가로 기준선 위 마일스톤을 상·하 라벨로 교차 배치</a:t>
              </a:r>
            </a:p>
          </p:txBody>
        </p:sp>
        <p:cxnSp>
          <p:nvCxnSpPr>
            <p:cNvPr id="5" name="Connector 4"/>
            <p:cNvCxnSpPr/>
            <p:nvPr/>
          </p:nvCxnSpPr>
          <p:spPr>
            <a:xfrm>
              <a:off x="1234440" y="3657600"/>
              <a:ext cx="9720072" cy="0"/>
            </a:xfrm>
            <a:prstGeom prst="line">
              <a:avLst/>
            </a:prstGeom>
            <a:ln w="38100">
              <a:solidFill>
                <a:srgbClr val="2E75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Isosceles Triangle 5"/>
            <p:cNvSpPr/>
            <p:nvPr/>
          </p:nvSpPr>
          <p:spPr>
            <a:xfrm rot="5400000">
              <a:off x="10936224" y="3511296"/>
              <a:ext cx="310896" cy="292608"/>
            </a:xfrm>
            <a:prstGeom prst="triangl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7" name="Connector 6"/>
            <p:cNvCxnSpPr/>
            <p:nvPr/>
          </p:nvCxnSpPr>
          <p:spPr>
            <a:xfrm flipV="1">
              <a:off x="1234440" y="2788920"/>
              <a:ext cx="0" cy="65836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ounded Rectangle 7"/>
            <p:cNvSpPr/>
            <p:nvPr/>
          </p:nvSpPr>
          <p:spPr>
            <a:xfrm>
              <a:off x="777240" y="1874519"/>
              <a:ext cx="914400" cy="310896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M1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74320" y="2240279"/>
              <a:ext cx="1920240" cy="54864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1024128" y="3447288"/>
              <a:ext cx="420624" cy="420624"/>
            </a:xfrm>
            <a:prstGeom prst="ellipse">
              <a:avLst/>
            </a:prstGeom>
            <a:solidFill>
              <a:srgbClr val="1F9E8F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</a:t>
              </a:r>
            </a:p>
          </p:txBody>
        </p:sp>
        <p:cxnSp>
          <p:nvCxnSpPr>
            <p:cNvPr id="11" name="Connector 10"/>
            <p:cNvCxnSpPr/>
            <p:nvPr/>
          </p:nvCxnSpPr>
          <p:spPr>
            <a:xfrm>
              <a:off x="6094476" y="3867912"/>
              <a:ext cx="0" cy="65836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ounded Rectangle 11"/>
            <p:cNvSpPr/>
            <p:nvPr/>
          </p:nvSpPr>
          <p:spPr>
            <a:xfrm>
              <a:off x="5637276" y="4553712"/>
              <a:ext cx="914400" cy="310896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M2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134356" y="4919472"/>
              <a:ext cx="1920240" cy="54864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요구정의</a:t>
              </a:r>
            </a:p>
          </p:txBody>
        </p:sp>
        <p:sp>
          <p:nvSpPr>
            <p:cNvPr id="14" name="Oval 13"/>
            <p:cNvSpPr/>
            <p:nvPr/>
          </p:nvSpPr>
          <p:spPr>
            <a:xfrm>
              <a:off x="5884164" y="3447288"/>
              <a:ext cx="420624" cy="420624"/>
            </a:xfrm>
            <a:prstGeom prst="ellipse">
              <a:avLst/>
            </a:prstGeom>
            <a:solidFill>
              <a:srgbClr val="29ABE2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</a:t>
              </a:r>
            </a:p>
          </p:txBody>
        </p:sp>
        <p:cxnSp>
          <p:nvCxnSpPr>
            <p:cNvPr id="15" name="Connector 14"/>
            <p:cNvCxnSpPr/>
            <p:nvPr/>
          </p:nvCxnSpPr>
          <p:spPr>
            <a:xfrm flipV="1">
              <a:off x="10954512" y="2788920"/>
              <a:ext cx="0" cy="65836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ounded Rectangle 15"/>
            <p:cNvSpPr/>
            <p:nvPr/>
          </p:nvSpPr>
          <p:spPr>
            <a:xfrm>
              <a:off x="10497312" y="1874519"/>
              <a:ext cx="914400" cy="310896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M3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9994392" y="2240279"/>
              <a:ext cx="1920240" cy="54864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18" name="Oval 17"/>
            <p:cNvSpPr/>
            <p:nvPr/>
          </p:nvSpPr>
          <p:spPr>
            <a:xfrm>
              <a:off x="10744200" y="3447288"/>
              <a:ext cx="420624" cy="420624"/>
            </a:xfrm>
            <a:prstGeom prst="ellipse">
              <a:avLst/>
            </a:prstGeom>
            <a:solidFill>
              <a:srgbClr val="2A4A7F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TML-077</a:t>
            </a:r>
          </a:p>
        </p:txBody>
      </p:sp>
      <p:grpSp>
        <p:nvGrpSpPr>
          <p:cNvPr id="23" name="asset:TML-077"/>
          <p:cNvGrpSpPr/>
          <p:nvPr/>
        </p:nvGrpSpPr>
        <p:grpSpPr>
          <a:xfrm>
            <a:off x="274320" y="475488"/>
            <a:ext cx="11640312" cy="4992624"/>
            <a:chOff x="274320" y="475488"/>
            <a:chExt cx="11640312" cy="4992624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수평 타임라인 (4 마일스톤)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가로 기준선 위 마일스톤을 상·하 라벨로 교차 배치</a:t>
              </a:r>
            </a:p>
          </p:txBody>
        </p:sp>
        <p:cxnSp>
          <p:nvCxnSpPr>
            <p:cNvPr id="5" name="Connector 4"/>
            <p:cNvCxnSpPr/>
            <p:nvPr/>
          </p:nvCxnSpPr>
          <p:spPr>
            <a:xfrm>
              <a:off x="1234440" y="3657600"/>
              <a:ext cx="9720072" cy="0"/>
            </a:xfrm>
            <a:prstGeom prst="line">
              <a:avLst/>
            </a:prstGeom>
            <a:ln w="38100">
              <a:solidFill>
                <a:srgbClr val="2E75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Isosceles Triangle 5"/>
            <p:cNvSpPr/>
            <p:nvPr/>
          </p:nvSpPr>
          <p:spPr>
            <a:xfrm rot="5400000">
              <a:off x="10936224" y="3511296"/>
              <a:ext cx="310896" cy="292608"/>
            </a:xfrm>
            <a:prstGeom prst="triangl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7" name="Connector 6"/>
            <p:cNvCxnSpPr/>
            <p:nvPr/>
          </p:nvCxnSpPr>
          <p:spPr>
            <a:xfrm flipV="1">
              <a:off x="1234440" y="2788920"/>
              <a:ext cx="0" cy="65836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ounded Rectangle 7"/>
            <p:cNvSpPr/>
            <p:nvPr/>
          </p:nvSpPr>
          <p:spPr>
            <a:xfrm>
              <a:off x="777240" y="1874519"/>
              <a:ext cx="914400" cy="310896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M1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74320" y="2240279"/>
              <a:ext cx="1920240" cy="54864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1024128" y="3447288"/>
              <a:ext cx="420624" cy="420624"/>
            </a:xfrm>
            <a:prstGeom prst="ellipse">
              <a:avLst/>
            </a:prstGeom>
            <a:solidFill>
              <a:srgbClr val="1F9E8F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</a:t>
              </a:r>
            </a:p>
          </p:txBody>
        </p:sp>
        <p:cxnSp>
          <p:nvCxnSpPr>
            <p:cNvPr id="11" name="Connector 10"/>
            <p:cNvCxnSpPr/>
            <p:nvPr/>
          </p:nvCxnSpPr>
          <p:spPr>
            <a:xfrm>
              <a:off x="4474464" y="3867912"/>
              <a:ext cx="0" cy="65836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ounded Rectangle 11"/>
            <p:cNvSpPr/>
            <p:nvPr/>
          </p:nvSpPr>
          <p:spPr>
            <a:xfrm>
              <a:off x="4017264" y="4553712"/>
              <a:ext cx="914400" cy="310896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M2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514344" y="4919472"/>
              <a:ext cx="1920240" cy="54864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요구정의</a:t>
              </a:r>
            </a:p>
          </p:txBody>
        </p:sp>
        <p:sp>
          <p:nvSpPr>
            <p:cNvPr id="14" name="Oval 13"/>
            <p:cNvSpPr/>
            <p:nvPr/>
          </p:nvSpPr>
          <p:spPr>
            <a:xfrm>
              <a:off x="4264152" y="3447288"/>
              <a:ext cx="420624" cy="420624"/>
            </a:xfrm>
            <a:prstGeom prst="ellipse">
              <a:avLst/>
            </a:prstGeom>
            <a:solidFill>
              <a:srgbClr val="29ABE2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</a:t>
              </a:r>
            </a:p>
          </p:txBody>
        </p:sp>
        <p:cxnSp>
          <p:nvCxnSpPr>
            <p:cNvPr id="15" name="Connector 14"/>
            <p:cNvCxnSpPr/>
            <p:nvPr/>
          </p:nvCxnSpPr>
          <p:spPr>
            <a:xfrm flipV="1">
              <a:off x="7714488" y="2788920"/>
              <a:ext cx="0" cy="65836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ounded Rectangle 15"/>
            <p:cNvSpPr/>
            <p:nvPr/>
          </p:nvSpPr>
          <p:spPr>
            <a:xfrm>
              <a:off x="7257288" y="1874519"/>
              <a:ext cx="914400" cy="310896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M3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6754368" y="2240279"/>
              <a:ext cx="1920240" cy="54864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18" name="Oval 17"/>
            <p:cNvSpPr/>
            <p:nvPr/>
          </p:nvSpPr>
          <p:spPr>
            <a:xfrm>
              <a:off x="7504176" y="3447288"/>
              <a:ext cx="420624" cy="420624"/>
            </a:xfrm>
            <a:prstGeom prst="ellipse">
              <a:avLst/>
            </a:prstGeom>
            <a:solidFill>
              <a:srgbClr val="2A4A7F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</a:t>
              </a:r>
            </a:p>
          </p:txBody>
        </p:sp>
        <p:cxnSp>
          <p:nvCxnSpPr>
            <p:cNvPr id="19" name="Connector 18"/>
            <p:cNvCxnSpPr/>
            <p:nvPr/>
          </p:nvCxnSpPr>
          <p:spPr>
            <a:xfrm>
              <a:off x="10954512" y="3867912"/>
              <a:ext cx="0" cy="65836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Rounded Rectangle 19"/>
            <p:cNvSpPr/>
            <p:nvPr/>
          </p:nvSpPr>
          <p:spPr>
            <a:xfrm>
              <a:off x="10497312" y="4553712"/>
              <a:ext cx="914400" cy="310896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M4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9994392" y="4919472"/>
              <a:ext cx="1920240" cy="54864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상세설계</a:t>
              </a:r>
            </a:p>
          </p:txBody>
        </p:sp>
        <p:sp>
          <p:nvSpPr>
            <p:cNvPr id="22" name="Oval 21"/>
            <p:cNvSpPr/>
            <p:nvPr/>
          </p:nvSpPr>
          <p:spPr>
            <a:xfrm>
              <a:off x="10744200" y="3447288"/>
              <a:ext cx="420624" cy="420624"/>
            </a:xfrm>
            <a:prstGeom prst="ellipse">
              <a:avLst/>
            </a:prstGeom>
            <a:solidFill>
              <a:srgbClr val="7B2D8E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TML-089</a:t>
            </a:r>
          </a:p>
        </p:txBody>
      </p:sp>
      <p:grpSp>
        <p:nvGrpSpPr>
          <p:cNvPr id="27" name="asset:TML-089"/>
          <p:cNvGrpSpPr/>
          <p:nvPr/>
        </p:nvGrpSpPr>
        <p:grpSpPr>
          <a:xfrm>
            <a:off x="274320" y="475488"/>
            <a:ext cx="11640312" cy="4992624"/>
            <a:chOff x="274320" y="475488"/>
            <a:chExt cx="11640312" cy="4992624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수평 타임라인 (5 마일스톤)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가로 기준선 위 마일스톤을 상·하 라벨로 교차 배치</a:t>
              </a:r>
            </a:p>
          </p:txBody>
        </p:sp>
        <p:cxnSp>
          <p:nvCxnSpPr>
            <p:cNvPr id="5" name="Connector 4"/>
            <p:cNvCxnSpPr/>
            <p:nvPr/>
          </p:nvCxnSpPr>
          <p:spPr>
            <a:xfrm>
              <a:off x="1234440" y="3657600"/>
              <a:ext cx="9720072" cy="0"/>
            </a:xfrm>
            <a:prstGeom prst="line">
              <a:avLst/>
            </a:prstGeom>
            <a:ln w="38100">
              <a:solidFill>
                <a:srgbClr val="2E75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Isosceles Triangle 5"/>
            <p:cNvSpPr/>
            <p:nvPr/>
          </p:nvSpPr>
          <p:spPr>
            <a:xfrm rot="5400000">
              <a:off x="10936224" y="3511296"/>
              <a:ext cx="310896" cy="292608"/>
            </a:xfrm>
            <a:prstGeom prst="triangl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7" name="Connector 6"/>
            <p:cNvCxnSpPr/>
            <p:nvPr/>
          </p:nvCxnSpPr>
          <p:spPr>
            <a:xfrm flipV="1">
              <a:off x="1234440" y="2788920"/>
              <a:ext cx="0" cy="65836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ounded Rectangle 7"/>
            <p:cNvSpPr/>
            <p:nvPr/>
          </p:nvSpPr>
          <p:spPr>
            <a:xfrm>
              <a:off x="777240" y="1874519"/>
              <a:ext cx="914400" cy="310896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M1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74320" y="2240279"/>
              <a:ext cx="1920240" cy="54864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1024128" y="3447288"/>
              <a:ext cx="420624" cy="420624"/>
            </a:xfrm>
            <a:prstGeom prst="ellipse">
              <a:avLst/>
            </a:prstGeom>
            <a:solidFill>
              <a:srgbClr val="1F9E8F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</a:t>
              </a:r>
            </a:p>
          </p:txBody>
        </p:sp>
        <p:cxnSp>
          <p:nvCxnSpPr>
            <p:cNvPr id="11" name="Connector 10"/>
            <p:cNvCxnSpPr/>
            <p:nvPr/>
          </p:nvCxnSpPr>
          <p:spPr>
            <a:xfrm>
              <a:off x="3664458" y="3867912"/>
              <a:ext cx="0" cy="65836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ounded Rectangle 11"/>
            <p:cNvSpPr/>
            <p:nvPr/>
          </p:nvSpPr>
          <p:spPr>
            <a:xfrm>
              <a:off x="3207258" y="4553712"/>
              <a:ext cx="914400" cy="310896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M2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2704338" y="4919472"/>
              <a:ext cx="1920240" cy="54864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요구정의</a:t>
              </a:r>
            </a:p>
          </p:txBody>
        </p:sp>
        <p:sp>
          <p:nvSpPr>
            <p:cNvPr id="14" name="Oval 13"/>
            <p:cNvSpPr/>
            <p:nvPr/>
          </p:nvSpPr>
          <p:spPr>
            <a:xfrm>
              <a:off x="3454146" y="3447288"/>
              <a:ext cx="420624" cy="420624"/>
            </a:xfrm>
            <a:prstGeom prst="ellipse">
              <a:avLst/>
            </a:prstGeom>
            <a:solidFill>
              <a:srgbClr val="29ABE2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</a:t>
              </a:r>
            </a:p>
          </p:txBody>
        </p:sp>
        <p:cxnSp>
          <p:nvCxnSpPr>
            <p:cNvPr id="15" name="Connector 14"/>
            <p:cNvCxnSpPr/>
            <p:nvPr/>
          </p:nvCxnSpPr>
          <p:spPr>
            <a:xfrm flipV="1">
              <a:off x="6094476" y="2788920"/>
              <a:ext cx="0" cy="65836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ounded Rectangle 15"/>
            <p:cNvSpPr/>
            <p:nvPr/>
          </p:nvSpPr>
          <p:spPr>
            <a:xfrm>
              <a:off x="5637276" y="1874519"/>
              <a:ext cx="914400" cy="310896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M3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134356" y="2240279"/>
              <a:ext cx="1920240" cy="54864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18" name="Oval 17"/>
            <p:cNvSpPr/>
            <p:nvPr/>
          </p:nvSpPr>
          <p:spPr>
            <a:xfrm>
              <a:off x="5884164" y="3447288"/>
              <a:ext cx="420624" cy="420624"/>
            </a:xfrm>
            <a:prstGeom prst="ellipse">
              <a:avLst/>
            </a:prstGeom>
            <a:solidFill>
              <a:srgbClr val="2A4A7F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</a:t>
              </a:r>
            </a:p>
          </p:txBody>
        </p:sp>
        <p:cxnSp>
          <p:nvCxnSpPr>
            <p:cNvPr id="19" name="Connector 18"/>
            <p:cNvCxnSpPr/>
            <p:nvPr/>
          </p:nvCxnSpPr>
          <p:spPr>
            <a:xfrm>
              <a:off x="8524494" y="3867912"/>
              <a:ext cx="0" cy="65836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Rounded Rectangle 19"/>
            <p:cNvSpPr/>
            <p:nvPr/>
          </p:nvSpPr>
          <p:spPr>
            <a:xfrm>
              <a:off x="8067294" y="4553712"/>
              <a:ext cx="914400" cy="310896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M4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7564373" y="4919472"/>
              <a:ext cx="1920240" cy="54864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상세설계</a:t>
              </a:r>
            </a:p>
          </p:txBody>
        </p:sp>
        <p:sp>
          <p:nvSpPr>
            <p:cNvPr id="22" name="Oval 21"/>
            <p:cNvSpPr/>
            <p:nvPr/>
          </p:nvSpPr>
          <p:spPr>
            <a:xfrm>
              <a:off x="8314181" y="3447288"/>
              <a:ext cx="420624" cy="420624"/>
            </a:xfrm>
            <a:prstGeom prst="ellipse">
              <a:avLst/>
            </a:prstGeom>
            <a:solidFill>
              <a:srgbClr val="7B2D8E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</a:t>
              </a:r>
            </a:p>
          </p:txBody>
        </p:sp>
        <p:cxnSp>
          <p:nvCxnSpPr>
            <p:cNvPr id="23" name="Connector 22"/>
            <p:cNvCxnSpPr/>
            <p:nvPr/>
          </p:nvCxnSpPr>
          <p:spPr>
            <a:xfrm flipV="1">
              <a:off x="10954512" y="2788920"/>
              <a:ext cx="0" cy="65836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ounded Rectangle 23"/>
            <p:cNvSpPr/>
            <p:nvPr/>
          </p:nvSpPr>
          <p:spPr>
            <a:xfrm>
              <a:off x="10497312" y="1874519"/>
              <a:ext cx="914400" cy="310896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M5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9994392" y="2240279"/>
              <a:ext cx="1920240" cy="54864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시스템개발</a:t>
              </a:r>
            </a:p>
          </p:txBody>
        </p:sp>
        <p:sp>
          <p:nvSpPr>
            <p:cNvPr id="26" name="Oval 25"/>
            <p:cNvSpPr/>
            <p:nvPr/>
          </p:nvSpPr>
          <p:spPr>
            <a:xfrm>
              <a:off x="10744200" y="3447288"/>
              <a:ext cx="420624" cy="420624"/>
            </a:xfrm>
            <a:prstGeom prst="ellipse">
              <a:avLst/>
            </a:prstGeom>
            <a:solidFill>
              <a:srgbClr val="2E75D6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TML-101</a:t>
            </a:r>
          </a:p>
        </p:txBody>
      </p:sp>
      <p:grpSp>
        <p:nvGrpSpPr>
          <p:cNvPr id="31" name="asset:TML-101"/>
          <p:cNvGrpSpPr/>
          <p:nvPr/>
        </p:nvGrpSpPr>
        <p:grpSpPr>
          <a:xfrm>
            <a:off x="424434" y="475488"/>
            <a:ext cx="11340084" cy="4992624"/>
            <a:chOff x="424434" y="475488"/>
            <a:chExt cx="11340084" cy="4992624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수평 타임라인 (6 마일스톤)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가로 기준선 위 마일스톤을 상·하 라벨로 교차 배치</a:t>
              </a:r>
            </a:p>
          </p:txBody>
        </p:sp>
        <p:cxnSp>
          <p:nvCxnSpPr>
            <p:cNvPr id="5" name="Connector 4"/>
            <p:cNvCxnSpPr/>
            <p:nvPr/>
          </p:nvCxnSpPr>
          <p:spPr>
            <a:xfrm>
              <a:off x="1234440" y="3657600"/>
              <a:ext cx="9720072" cy="0"/>
            </a:xfrm>
            <a:prstGeom prst="line">
              <a:avLst/>
            </a:prstGeom>
            <a:ln w="38100">
              <a:solidFill>
                <a:srgbClr val="2E75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Isosceles Triangle 5"/>
            <p:cNvSpPr/>
            <p:nvPr/>
          </p:nvSpPr>
          <p:spPr>
            <a:xfrm rot="5400000">
              <a:off x="10936224" y="3511296"/>
              <a:ext cx="310896" cy="292608"/>
            </a:xfrm>
            <a:prstGeom prst="triangl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7" name="Connector 6"/>
            <p:cNvCxnSpPr/>
            <p:nvPr/>
          </p:nvCxnSpPr>
          <p:spPr>
            <a:xfrm flipV="1">
              <a:off x="1234440" y="2788920"/>
              <a:ext cx="0" cy="65836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ounded Rectangle 7"/>
            <p:cNvSpPr/>
            <p:nvPr/>
          </p:nvSpPr>
          <p:spPr>
            <a:xfrm>
              <a:off x="777240" y="1874519"/>
              <a:ext cx="914400" cy="310896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M1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24434" y="2240279"/>
              <a:ext cx="1620012" cy="54864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1024128" y="3447288"/>
              <a:ext cx="420624" cy="420624"/>
            </a:xfrm>
            <a:prstGeom prst="ellipse">
              <a:avLst/>
            </a:prstGeom>
            <a:solidFill>
              <a:srgbClr val="1F9E8F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</a:t>
              </a:r>
            </a:p>
          </p:txBody>
        </p:sp>
        <p:cxnSp>
          <p:nvCxnSpPr>
            <p:cNvPr id="11" name="Connector 10"/>
            <p:cNvCxnSpPr/>
            <p:nvPr/>
          </p:nvCxnSpPr>
          <p:spPr>
            <a:xfrm>
              <a:off x="3178454" y="3867912"/>
              <a:ext cx="0" cy="65836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ounded Rectangle 11"/>
            <p:cNvSpPr/>
            <p:nvPr/>
          </p:nvSpPr>
          <p:spPr>
            <a:xfrm>
              <a:off x="2721254" y="4553712"/>
              <a:ext cx="914400" cy="310896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M2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2368448" y="4919472"/>
              <a:ext cx="1620012" cy="54864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요구정의</a:t>
              </a:r>
            </a:p>
          </p:txBody>
        </p:sp>
        <p:sp>
          <p:nvSpPr>
            <p:cNvPr id="14" name="Oval 13"/>
            <p:cNvSpPr/>
            <p:nvPr/>
          </p:nvSpPr>
          <p:spPr>
            <a:xfrm>
              <a:off x="2968142" y="3447288"/>
              <a:ext cx="420624" cy="420624"/>
            </a:xfrm>
            <a:prstGeom prst="ellipse">
              <a:avLst/>
            </a:prstGeom>
            <a:solidFill>
              <a:srgbClr val="29ABE2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</a:t>
              </a:r>
            </a:p>
          </p:txBody>
        </p:sp>
        <p:cxnSp>
          <p:nvCxnSpPr>
            <p:cNvPr id="15" name="Connector 14"/>
            <p:cNvCxnSpPr/>
            <p:nvPr/>
          </p:nvCxnSpPr>
          <p:spPr>
            <a:xfrm flipV="1">
              <a:off x="5122468" y="2788920"/>
              <a:ext cx="0" cy="65836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ounded Rectangle 15"/>
            <p:cNvSpPr/>
            <p:nvPr/>
          </p:nvSpPr>
          <p:spPr>
            <a:xfrm>
              <a:off x="4665268" y="1874519"/>
              <a:ext cx="914400" cy="310896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M3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4312462" y="2240279"/>
              <a:ext cx="1620012" cy="54864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18" name="Oval 17"/>
            <p:cNvSpPr/>
            <p:nvPr/>
          </p:nvSpPr>
          <p:spPr>
            <a:xfrm>
              <a:off x="4912156" y="3447288"/>
              <a:ext cx="420624" cy="420624"/>
            </a:xfrm>
            <a:prstGeom prst="ellipse">
              <a:avLst/>
            </a:prstGeom>
            <a:solidFill>
              <a:srgbClr val="2A4A7F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</a:t>
              </a:r>
            </a:p>
          </p:txBody>
        </p:sp>
        <p:cxnSp>
          <p:nvCxnSpPr>
            <p:cNvPr id="19" name="Connector 18"/>
            <p:cNvCxnSpPr/>
            <p:nvPr/>
          </p:nvCxnSpPr>
          <p:spPr>
            <a:xfrm>
              <a:off x="7066483" y="3867912"/>
              <a:ext cx="0" cy="65836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Rounded Rectangle 19"/>
            <p:cNvSpPr/>
            <p:nvPr/>
          </p:nvSpPr>
          <p:spPr>
            <a:xfrm>
              <a:off x="6609283" y="4553712"/>
              <a:ext cx="914400" cy="310896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M4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256477" y="4919472"/>
              <a:ext cx="1620012" cy="54864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상세설계</a:t>
              </a:r>
            </a:p>
          </p:txBody>
        </p:sp>
        <p:sp>
          <p:nvSpPr>
            <p:cNvPr id="22" name="Oval 21"/>
            <p:cNvSpPr/>
            <p:nvPr/>
          </p:nvSpPr>
          <p:spPr>
            <a:xfrm>
              <a:off x="6856171" y="3447288"/>
              <a:ext cx="420624" cy="420624"/>
            </a:xfrm>
            <a:prstGeom prst="ellipse">
              <a:avLst/>
            </a:prstGeom>
            <a:solidFill>
              <a:srgbClr val="7B2D8E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</a:t>
              </a:r>
            </a:p>
          </p:txBody>
        </p:sp>
        <p:cxnSp>
          <p:nvCxnSpPr>
            <p:cNvPr id="23" name="Connector 22"/>
            <p:cNvCxnSpPr/>
            <p:nvPr/>
          </p:nvCxnSpPr>
          <p:spPr>
            <a:xfrm flipV="1">
              <a:off x="9010497" y="2788920"/>
              <a:ext cx="0" cy="65836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ounded Rectangle 23"/>
            <p:cNvSpPr/>
            <p:nvPr/>
          </p:nvSpPr>
          <p:spPr>
            <a:xfrm>
              <a:off x="8553297" y="1874519"/>
              <a:ext cx="914400" cy="310896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M5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8200491" y="2240279"/>
              <a:ext cx="1620012" cy="54864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시스템개발</a:t>
              </a:r>
            </a:p>
          </p:txBody>
        </p:sp>
        <p:sp>
          <p:nvSpPr>
            <p:cNvPr id="26" name="Oval 25"/>
            <p:cNvSpPr/>
            <p:nvPr/>
          </p:nvSpPr>
          <p:spPr>
            <a:xfrm>
              <a:off x="8800185" y="3447288"/>
              <a:ext cx="420624" cy="420624"/>
            </a:xfrm>
            <a:prstGeom prst="ellipse">
              <a:avLst/>
            </a:prstGeom>
            <a:solidFill>
              <a:srgbClr val="2E75D6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</a:t>
              </a:r>
            </a:p>
          </p:txBody>
        </p:sp>
        <p:cxnSp>
          <p:nvCxnSpPr>
            <p:cNvPr id="27" name="Connector 26"/>
            <p:cNvCxnSpPr/>
            <p:nvPr/>
          </p:nvCxnSpPr>
          <p:spPr>
            <a:xfrm>
              <a:off x="10954512" y="3867912"/>
              <a:ext cx="0" cy="65836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Rounded Rectangle 27"/>
            <p:cNvSpPr/>
            <p:nvPr/>
          </p:nvSpPr>
          <p:spPr>
            <a:xfrm>
              <a:off x="10497312" y="4553712"/>
              <a:ext cx="914400" cy="310896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M6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0144506" y="4919472"/>
              <a:ext cx="1620012" cy="54864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통합시험</a:t>
              </a:r>
            </a:p>
          </p:txBody>
        </p:sp>
        <p:sp>
          <p:nvSpPr>
            <p:cNvPr id="30" name="Oval 29"/>
            <p:cNvSpPr/>
            <p:nvPr/>
          </p:nvSpPr>
          <p:spPr>
            <a:xfrm>
              <a:off x="10744200" y="3447288"/>
              <a:ext cx="420624" cy="420624"/>
            </a:xfrm>
            <a:prstGeom prst="ellipse">
              <a:avLst/>
            </a:prstGeom>
            <a:solidFill>
              <a:srgbClr val="1F9E8F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6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TML-113</a:t>
            </a:r>
          </a:p>
        </p:txBody>
      </p:sp>
      <p:grpSp>
        <p:nvGrpSpPr>
          <p:cNvPr id="19" name="asset:TML-113"/>
          <p:cNvGrpSpPr/>
          <p:nvPr/>
        </p:nvGrpSpPr>
        <p:grpSpPr>
          <a:xfrm>
            <a:off x="274320" y="475488"/>
            <a:ext cx="11640312" cy="4992624"/>
            <a:chOff x="274320" y="475488"/>
            <a:chExt cx="11640312" cy="4992624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수평 타임라인 (3 마일스톤)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가로 기준선 위 마일스톤을 상·하 라벨로 교차 배치</a:t>
              </a:r>
            </a:p>
          </p:txBody>
        </p:sp>
        <p:cxnSp>
          <p:nvCxnSpPr>
            <p:cNvPr id="5" name="Connector 4"/>
            <p:cNvCxnSpPr/>
            <p:nvPr/>
          </p:nvCxnSpPr>
          <p:spPr>
            <a:xfrm>
              <a:off x="1234440" y="3657600"/>
              <a:ext cx="9720072" cy="0"/>
            </a:xfrm>
            <a:prstGeom prst="line">
              <a:avLst/>
            </a:prstGeom>
            <a:ln w="38100">
              <a:solidFill>
                <a:srgbClr val="2E75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Isosceles Triangle 5"/>
            <p:cNvSpPr/>
            <p:nvPr/>
          </p:nvSpPr>
          <p:spPr>
            <a:xfrm rot="5400000">
              <a:off x="10936224" y="3511296"/>
              <a:ext cx="310896" cy="292608"/>
            </a:xfrm>
            <a:prstGeom prst="triangl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7" name="Connector 6"/>
            <p:cNvCxnSpPr/>
            <p:nvPr/>
          </p:nvCxnSpPr>
          <p:spPr>
            <a:xfrm flipV="1">
              <a:off x="1234440" y="2788920"/>
              <a:ext cx="0" cy="65836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ounded Rectangle 7"/>
            <p:cNvSpPr/>
            <p:nvPr/>
          </p:nvSpPr>
          <p:spPr>
            <a:xfrm>
              <a:off x="777240" y="1874519"/>
              <a:ext cx="914400" cy="310896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M1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74320" y="2240279"/>
              <a:ext cx="1920240" cy="54864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1024128" y="3447288"/>
              <a:ext cx="420624" cy="420624"/>
            </a:xfrm>
            <a:prstGeom prst="ellipse">
              <a:avLst/>
            </a:prstGeom>
            <a:solidFill>
              <a:srgbClr val="29ABE2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</a:t>
              </a:r>
            </a:p>
          </p:txBody>
        </p:sp>
        <p:cxnSp>
          <p:nvCxnSpPr>
            <p:cNvPr id="11" name="Connector 10"/>
            <p:cNvCxnSpPr/>
            <p:nvPr/>
          </p:nvCxnSpPr>
          <p:spPr>
            <a:xfrm>
              <a:off x="6094476" y="3867912"/>
              <a:ext cx="0" cy="65836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ounded Rectangle 11"/>
            <p:cNvSpPr/>
            <p:nvPr/>
          </p:nvSpPr>
          <p:spPr>
            <a:xfrm>
              <a:off x="5637276" y="4553712"/>
              <a:ext cx="914400" cy="310896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M2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134356" y="4919472"/>
              <a:ext cx="1920240" cy="54864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요구정의</a:t>
              </a:r>
            </a:p>
          </p:txBody>
        </p:sp>
        <p:sp>
          <p:nvSpPr>
            <p:cNvPr id="14" name="Oval 13"/>
            <p:cNvSpPr/>
            <p:nvPr/>
          </p:nvSpPr>
          <p:spPr>
            <a:xfrm>
              <a:off x="5884164" y="3447288"/>
              <a:ext cx="420624" cy="420624"/>
            </a:xfrm>
            <a:prstGeom prst="ellipse">
              <a:avLst/>
            </a:prstGeom>
            <a:solidFill>
              <a:srgbClr val="2A4A7F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</a:t>
              </a:r>
            </a:p>
          </p:txBody>
        </p:sp>
        <p:cxnSp>
          <p:nvCxnSpPr>
            <p:cNvPr id="15" name="Connector 14"/>
            <p:cNvCxnSpPr/>
            <p:nvPr/>
          </p:nvCxnSpPr>
          <p:spPr>
            <a:xfrm flipV="1">
              <a:off x="10954512" y="2788920"/>
              <a:ext cx="0" cy="65836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ounded Rectangle 15"/>
            <p:cNvSpPr/>
            <p:nvPr/>
          </p:nvSpPr>
          <p:spPr>
            <a:xfrm>
              <a:off x="10497312" y="1874519"/>
              <a:ext cx="914400" cy="310896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M3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9994392" y="2240279"/>
              <a:ext cx="1920240" cy="54864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18" name="Oval 17"/>
            <p:cNvSpPr/>
            <p:nvPr/>
          </p:nvSpPr>
          <p:spPr>
            <a:xfrm>
              <a:off x="10744200" y="3447288"/>
              <a:ext cx="420624" cy="420624"/>
            </a:xfrm>
            <a:prstGeom prst="ellipse">
              <a:avLst/>
            </a:prstGeom>
            <a:solidFill>
              <a:srgbClr val="7B2D8E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TML-125</a:t>
            </a:r>
          </a:p>
        </p:txBody>
      </p:sp>
      <p:grpSp>
        <p:nvGrpSpPr>
          <p:cNvPr id="23" name="asset:TML-125"/>
          <p:cNvGrpSpPr/>
          <p:nvPr/>
        </p:nvGrpSpPr>
        <p:grpSpPr>
          <a:xfrm>
            <a:off x="274320" y="475488"/>
            <a:ext cx="11640312" cy="4992624"/>
            <a:chOff x="274320" y="475488"/>
            <a:chExt cx="11640312" cy="4992624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수평 타임라인 (4 마일스톤)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가로 기준선 위 마일스톤을 상·하 라벨로 교차 배치</a:t>
              </a:r>
            </a:p>
          </p:txBody>
        </p:sp>
        <p:cxnSp>
          <p:nvCxnSpPr>
            <p:cNvPr id="5" name="Connector 4"/>
            <p:cNvCxnSpPr/>
            <p:nvPr/>
          </p:nvCxnSpPr>
          <p:spPr>
            <a:xfrm>
              <a:off x="1234440" y="3657600"/>
              <a:ext cx="9720072" cy="0"/>
            </a:xfrm>
            <a:prstGeom prst="line">
              <a:avLst/>
            </a:prstGeom>
            <a:ln w="38100">
              <a:solidFill>
                <a:srgbClr val="2E75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Isosceles Triangle 5"/>
            <p:cNvSpPr/>
            <p:nvPr/>
          </p:nvSpPr>
          <p:spPr>
            <a:xfrm rot="5400000">
              <a:off x="10936224" y="3511296"/>
              <a:ext cx="310896" cy="292608"/>
            </a:xfrm>
            <a:prstGeom prst="triangl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7" name="Connector 6"/>
            <p:cNvCxnSpPr/>
            <p:nvPr/>
          </p:nvCxnSpPr>
          <p:spPr>
            <a:xfrm flipV="1">
              <a:off x="1234440" y="2788920"/>
              <a:ext cx="0" cy="65836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ounded Rectangle 7"/>
            <p:cNvSpPr/>
            <p:nvPr/>
          </p:nvSpPr>
          <p:spPr>
            <a:xfrm>
              <a:off x="777240" y="1874519"/>
              <a:ext cx="914400" cy="310896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M1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74320" y="2240279"/>
              <a:ext cx="1920240" cy="54864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1024128" y="3447288"/>
              <a:ext cx="420624" cy="420624"/>
            </a:xfrm>
            <a:prstGeom prst="ellipse">
              <a:avLst/>
            </a:prstGeom>
            <a:solidFill>
              <a:srgbClr val="29ABE2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</a:t>
              </a:r>
            </a:p>
          </p:txBody>
        </p:sp>
        <p:cxnSp>
          <p:nvCxnSpPr>
            <p:cNvPr id="11" name="Connector 10"/>
            <p:cNvCxnSpPr/>
            <p:nvPr/>
          </p:nvCxnSpPr>
          <p:spPr>
            <a:xfrm>
              <a:off x="4474464" y="3867912"/>
              <a:ext cx="0" cy="65836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ounded Rectangle 11"/>
            <p:cNvSpPr/>
            <p:nvPr/>
          </p:nvSpPr>
          <p:spPr>
            <a:xfrm>
              <a:off x="4017264" y="4553712"/>
              <a:ext cx="914400" cy="310896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M2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514344" y="4919472"/>
              <a:ext cx="1920240" cy="54864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요구정의</a:t>
              </a:r>
            </a:p>
          </p:txBody>
        </p:sp>
        <p:sp>
          <p:nvSpPr>
            <p:cNvPr id="14" name="Oval 13"/>
            <p:cNvSpPr/>
            <p:nvPr/>
          </p:nvSpPr>
          <p:spPr>
            <a:xfrm>
              <a:off x="4264152" y="3447288"/>
              <a:ext cx="420624" cy="420624"/>
            </a:xfrm>
            <a:prstGeom prst="ellipse">
              <a:avLst/>
            </a:prstGeom>
            <a:solidFill>
              <a:srgbClr val="2A4A7F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</a:t>
              </a:r>
            </a:p>
          </p:txBody>
        </p:sp>
        <p:cxnSp>
          <p:nvCxnSpPr>
            <p:cNvPr id="15" name="Connector 14"/>
            <p:cNvCxnSpPr/>
            <p:nvPr/>
          </p:nvCxnSpPr>
          <p:spPr>
            <a:xfrm flipV="1">
              <a:off x="7714488" y="2788920"/>
              <a:ext cx="0" cy="65836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ounded Rectangle 15"/>
            <p:cNvSpPr/>
            <p:nvPr/>
          </p:nvSpPr>
          <p:spPr>
            <a:xfrm>
              <a:off x="7257288" y="1874519"/>
              <a:ext cx="914400" cy="310896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M3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6754368" y="2240279"/>
              <a:ext cx="1920240" cy="54864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18" name="Oval 17"/>
            <p:cNvSpPr/>
            <p:nvPr/>
          </p:nvSpPr>
          <p:spPr>
            <a:xfrm>
              <a:off x="7504176" y="3447288"/>
              <a:ext cx="420624" cy="420624"/>
            </a:xfrm>
            <a:prstGeom prst="ellipse">
              <a:avLst/>
            </a:prstGeom>
            <a:solidFill>
              <a:srgbClr val="7B2D8E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</a:t>
              </a:r>
            </a:p>
          </p:txBody>
        </p:sp>
        <p:cxnSp>
          <p:nvCxnSpPr>
            <p:cNvPr id="19" name="Connector 18"/>
            <p:cNvCxnSpPr/>
            <p:nvPr/>
          </p:nvCxnSpPr>
          <p:spPr>
            <a:xfrm>
              <a:off x="10954512" y="3867912"/>
              <a:ext cx="0" cy="65836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Rounded Rectangle 19"/>
            <p:cNvSpPr/>
            <p:nvPr/>
          </p:nvSpPr>
          <p:spPr>
            <a:xfrm>
              <a:off x="10497312" y="4553712"/>
              <a:ext cx="914400" cy="310896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M4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9994392" y="4919472"/>
              <a:ext cx="1920240" cy="54864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상세설계</a:t>
              </a:r>
            </a:p>
          </p:txBody>
        </p:sp>
        <p:sp>
          <p:nvSpPr>
            <p:cNvPr id="22" name="Oval 21"/>
            <p:cNvSpPr/>
            <p:nvPr/>
          </p:nvSpPr>
          <p:spPr>
            <a:xfrm>
              <a:off x="10744200" y="3447288"/>
              <a:ext cx="420624" cy="420624"/>
            </a:xfrm>
            <a:prstGeom prst="ellipse">
              <a:avLst/>
            </a:prstGeom>
            <a:solidFill>
              <a:srgbClr val="2E75D6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TML-137</a:t>
            </a:r>
          </a:p>
        </p:txBody>
      </p:sp>
      <p:grpSp>
        <p:nvGrpSpPr>
          <p:cNvPr id="27" name="asset:TML-137"/>
          <p:cNvGrpSpPr/>
          <p:nvPr/>
        </p:nvGrpSpPr>
        <p:grpSpPr>
          <a:xfrm>
            <a:off x="274320" y="475488"/>
            <a:ext cx="11640312" cy="4992624"/>
            <a:chOff x="274320" y="475488"/>
            <a:chExt cx="11640312" cy="4992624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수평 타임라인 (5 마일스톤)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가로 기준선 위 마일스톤을 상·하 라벨로 교차 배치</a:t>
              </a:r>
            </a:p>
          </p:txBody>
        </p:sp>
        <p:cxnSp>
          <p:nvCxnSpPr>
            <p:cNvPr id="5" name="Connector 4"/>
            <p:cNvCxnSpPr/>
            <p:nvPr/>
          </p:nvCxnSpPr>
          <p:spPr>
            <a:xfrm>
              <a:off x="1234440" y="3657600"/>
              <a:ext cx="9720072" cy="0"/>
            </a:xfrm>
            <a:prstGeom prst="line">
              <a:avLst/>
            </a:prstGeom>
            <a:ln w="38100">
              <a:solidFill>
                <a:srgbClr val="2E75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Isosceles Triangle 5"/>
            <p:cNvSpPr/>
            <p:nvPr/>
          </p:nvSpPr>
          <p:spPr>
            <a:xfrm rot="5400000">
              <a:off x="10936224" y="3511296"/>
              <a:ext cx="310896" cy="292608"/>
            </a:xfrm>
            <a:prstGeom prst="triangl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7" name="Connector 6"/>
            <p:cNvCxnSpPr/>
            <p:nvPr/>
          </p:nvCxnSpPr>
          <p:spPr>
            <a:xfrm flipV="1">
              <a:off x="1234440" y="2788920"/>
              <a:ext cx="0" cy="65836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ounded Rectangle 7"/>
            <p:cNvSpPr/>
            <p:nvPr/>
          </p:nvSpPr>
          <p:spPr>
            <a:xfrm>
              <a:off x="777240" y="1874519"/>
              <a:ext cx="914400" cy="310896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M1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74320" y="2240279"/>
              <a:ext cx="1920240" cy="54864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1024128" y="3447288"/>
              <a:ext cx="420624" cy="420624"/>
            </a:xfrm>
            <a:prstGeom prst="ellipse">
              <a:avLst/>
            </a:prstGeom>
            <a:solidFill>
              <a:srgbClr val="29ABE2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</a:t>
              </a:r>
            </a:p>
          </p:txBody>
        </p:sp>
        <p:cxnSp>
          <p:nvCxnSpPr>
            <p:cNvPr id="11" name="Connector 10"/>
            <p:cNvCxnSpPr/>
            <p:nvPr/>
          </p:nvCxnSpPr>
          <p:spPr>
            <a:xfrm>
              <a:off x="3664458" y="3867912"/>
              <a:ext cx="0" cy="65836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ounded Rectangle 11"/>
            <p:cNvSpPr/>
            <p:nvPr/>
          </p:nvSpPr>
          <p:spPr>
            <a:xfrm>
              <a:off x="3207258" y="4553712"/>
              <a:ext cx="914400" cy="310896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M2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2704338" y="4919472"/>
              <a:ext cx="1920240" cy="54864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요구정의</a:t>
              </a:r>
            </a:p>
          </p:txBody>
        </p:sp>
        <p:sp>
          <p:nvSpPr>
            <p:cNvPr id="14" name="Oval 13"/>
            <p:cNvSpPr/>
            <p:nvPr/>
          </p:nvSpPr>
          <p:spPr>
            <a:xfrm>
              <a:off x="3454146" y="3447288"/>
              <a:ext cx="420624" cy="420624"/>
            </a:xfrm>
            <a:prstGeom prst="ellipse">
              <a:avLst/>
            </a:prstGeom>
            <a:solidFill>
              <a:srgbClr val="2A4A7F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</a:t>
              </a:r>
            </a:p>
          </p:txBody>
        </p:sp>
        <p:cxnSp>
          <p:nvCxnSpPr>
            <p:cNvPr id="15" name="Connector 14"/>
            <p:cNvCxnSpPr/>
            <p:nvPr/>
          </p:nvCxnSpPr>
          <p:spPr>
            <a:xfrm flipV="1">
              <a:off x="6094476" y="2788920"/>
              <a:ext cx="0" cy="65836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ounded Rectangle 15"/>
            <p:cNvSpPr/>
            <p:nvPr/>
          </p:nvSpPr>
          <p:spPr>
            <a:xfrm>
              <a:off x="5637276" y="1874519"/>
              <a:ext cx="914400" cy="310896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M3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134356" y="2240279"/>
              <a:ext cx="1920240" cy="54864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18" name="Oval 17"/>
            <p:cNvSpPr/>
            <p:nvPr/>
          </p:nvSpPr>
          <p:spPr>
            <a:xfrm>
              <a:off x="5884164" y="3447288"/>
              <a:ext cx="420624" cy="420624"/>
            </a:xfrm>
            <a:prstGeom prst="ellipse">
              <a:avLst/>
            </a:prstGeom>
            <a:solidFill>
              <a:srgbClr val="7B2D8E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</a:t>
              </a:r>
            </a:p>
          </p:txBody>
        </p:sp>
        <p:cxnSp>
          <p:nvCxnSpPr>
            <p:cNvPr id="19" name="Connector 18"/>
            <p:cNvCxnSpPr/>
            <p:nvPr/>
          </p:nvCxnSpPr>
          <p:spPr>
            <a:xfrm>
              <a:off x="8524494" y="3867912"/>
              <a:ext cx="0" cy="65836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Rounded Rectangle 19"/>
            <p:cNvSpPr/>
            <p:nvPr/>
          </p:nvSpPr>
          <p:spPr>
            <a:xfrm>
              <a:off x="8067294" y="4553712"/>
              <a:ext cx="914400" cy="310896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M4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7564373" y="4919472"/>
              <a:ext cx="1920240" cy="54864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상세설계</a:t>
              </a:r>
            </a:p>
          </p:txBody>
        </p:sp>
        <p:sp>
          <p:nvSpPr>
            <p:cNvPr id="22" name="Oval 21"/>
            <p:cNvSpPr/>
            <p:nvPr/>
          </p:nvSpPr>
          <p:spPr>
            <a:xfrm>
              <a:off x="8314181" y="3447288"/>
              <a:ext cx="420624" cy="420624"/>
            </a:xfrm>
            <a:prstGeom prst="ellipse">
              <a:avLst/>
            </a:prstGeom>
            <a:solidFill>
              <a:srgbClr val="2E75D6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</a:t>
              </a:r>
            </a:p>
          </p:txBody>
        </p:sp>
        <p:cxnSp>
          <p:nvCxnSpPr>
            <p:cNvPr id="23" name="Connector 22"/>
            <p:cNvCxnSpPr/>
            <p:nvPr/>
          </p:nvCxnSpPr>
          <p:spPr>
            <a:xfrm flipV="1">
              <a:off x="10954512" y="2788920"/>
              <a:ext cx="0" cy="65836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ounded Rectangle 23"/>
            <p:cNvSpPr/>
            <p:nvPr/>
          </p:nvSpPr>
          <p:spPr>
            <a:xfrm>
              <a:off x="10497312" y="1874519"/>
              <a:ext cx="914400" cy="310896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M5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9994392" y="2240279"/>
              <a:ext cx="1920240" cy="54864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시스템개발</a:t>
              </a:r>
            </a:p>
          </p:txBody>
        </p:sp>
        <p:sp>
          <p:nvSpPr>
            <p:cNvPr id="26" name="Oval 25"/>
            <p:cNvSpPr/>
            <p:nvPr/>
          </p:nvSpPr>
          <p:spPr>
            <a:xfrm>
              <a:off x="10744200" y="3447288"/>
              <a:ext cx="420624" cy="420624"/>
            </a:xfrm>
            <a:prstGeom prst="ellipse">
              <a:avLst/>
            </a:prstGeom>
            <a:solidFill>
              <a:srgbClr val="1F9E8F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TML-149</a:t>
            </a:r>
          </a:p>
        </p:txBody>
      </p:sp>
      <p:grpSp>
        <p:nvGrpSpPr>
          <p:cNvPr id="31" name="asset:TML-149"/>
          <p:cNvGrpSpPr/>
          <p:nvPr/>
        </p:nvGrpSpPr>
        <p:grpSpPr>
          <a:xfrm>
            <a:off x="424434" y="475488"/>
            <a:ext cx="11340084" cy="4992624"/>
            <a:chOff x="424434" y="475488"/>
            <a:chExt cx="11340084" cy="4992624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수평 타임라인 (6 마일스톤)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가로 기준선 위 마일스톤을 상·하 라벨로 교차 배치</a:t>
              </a:r>
            </a:p>
          </p:txBody>
        </p:sp>
        <p:cxnSp>
          <p:nvCxnSpPr>
            <p:cNvPr id="5" name="Connector 4"/>
            <p:cNvCxnSpPr/>
            <p:nvPr/>
          </p:nvCxnSpPr>
          <p:spPr>
            <a:xfrm>
              <a:off x="1234440" y="3657600"/>
              <a:ext cx="9720072" cy="0"/>
            </a:xfrm>
            <a:prstGeom prst="line">
              <a:avLst/>
            </a:prstGeom>
            <a:ln w="38100">
              <a:solidFill>
                <a:srgbClr val="2E75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Isosceles Triangle 5"/>
            <p:cNvSpPr/>
            <p:nvPr/>
          </p:nvSpPr>
          <p:spPr>
            <a:xfrm rot="5400000">
              <a:off x="10936224" y="3511296"/>
              <a:ext cx="310896" cy="292608"/>
            </a:xfrm>
            <a:prstGeom prst="triangl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7" name="Connector 6"/>
            <p:cNvCxnSpPr/>
            <p:nvPr/>
          </p:nvCxnSpPr>
          <p:spPr>
            <a:xfrm flipV="1">
              <a:off x="1234440" y="2788920"/>
              <a:ext cx="0" cy="65836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ounded Rectangle 7"/>
            <p:cNvSpPr/>
            <p:nvPr/>
          </p:nvSpPr>
          <p:spPr>
            <a:xfrm>
              <a:off x="777240" y="1874519"/>
              <a:ext cx="914400" cy="310896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M1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24434" y="2240279"/>
              <a:ext cx="1620012" cy="54864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1024128" y="3447288"/>
              <a:ext cx="420624" cy="420624"/>
            </a:xfrm>
            <a:prstGeom prst="ellipse">
              <a:avLst/>
            </a:prstGeom>
            <a:solidFill>
              <a:srgbClr val="29ABE2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</a:t>
              </a:r>
            </a:p>
          </p:txBody>
        </p:sp>
        <p:cxnSp>
          <p:nvCxnSpPr>
            <p:cNvPr id="11" name="Connector 10"/>
            <p:cNvCxnSpPr/>
            <p:nvPr/>
          </p:nvCxnSpPr>
          <p:spPr>
            <a:xfrm>
              <a:off x="3178454" y="3867912"/>
              <a:ext cx="0" cy="65836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ounded Rectangle 11"/>
            <p:cNvSpPr/>
            <p:nvPr/>
          </p:nvSpPr>
          <p:spPr>
            <a:xfrm>
              <a:off x="2721254" y="4553712"/>
              <a:ext cx="914400" cy="310896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M2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2368448" y="4919472"/>
              <a:ext cx="1620012" cy="54864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요구정의</a:t>
              </a:r>
            </a:p>
          </p:txBody>
        </p:sp>
        <p:sp>
          <p:nvSpPr>
            <p:cNvPr id="14" name="Oval 13"/>
            <p:cNvSpPr/>
            <p:nvPr/>
          </p:nvSpPr>
          <p:spPr>
            <a:xfrm>
              <a:off x="2968142" y="3447288"/>
              <a:ext cx="420624" cy="420624"/>
            </a:xfrm>
            <a:prstGeom prst="ellipse">
              <a:avLst/>
            </a:prstGeom>
            <a:solidFill>
              <a:srgbClr val="2A4A7F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</a:t>
              </a:r>
            </a:p>
          </p:txBody>
        </p:sp>
        <p:cxnSp>
          <p:nvCxnSpPr>
            <p:cNvPr id="15" name="Connector 14"/>
            <p:cNvCxnSpPr/>
            <p:nvPr/>
          </p:nvCxnSpPr>
          <p:spPr>
            <a:xfrm flipV="1">
              <a:off x="5122468" y="2788920"/>
              <a:ext cx="0" cy="65836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ounded Rectangle 15"/>
            <p:cNvSpPr/>
            <p:nvPr/>
          </p:nvSpPr>
          <p:spPr>
            <a:xfrm>
              <a:off x="4665268" y="1874519"/>
              <a:ext cx="914400" cy="310896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M3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4312462" y="2240279"/>
              <a:ext cx="1620012" cy="54864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18" name="Oval 17"/>
            <p:cNvSpPr/>
            <p:nvPr/>
          </p:nvSpPr>
          <p:spPr>
            <a:xfrm>
              <a:off x="4912156" y="3447288"/>
              <a:ext cx="420624" cy="420624"/>
            </a:xfrm>
            <a:prstGeom prst="ellipse">
              <a:avLst/>
            </a:prstGeom>
            <a:solidFill>
              <a:srgbClr val="7B2D8E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</a:t>
              </a:r>
            </a:p>
          </p:txBody>
        </p:sp>
        <p:cxnSp>
          <p:nvCxnSpPr>
            <p:cNvPr id="19" name="Connector 18"/>
            <p:cNvCxnSpPr/>
            <p:nvPr/>
          </p:nvCxnSpPr>
          <p:spPr>
            <a:xfrm>
              <a:off x="7066483" y="3867912"/>
              <a:ext cx="0" cy="65836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Rounded Rectangle 19"/>
            <p:cNvSpPr/>
            <p:nvPr/>
          </p:nvSpPr>
          <p:spPr>
            <a:xfrm>
              <a:off x="6609283" y="4553712"/>
              <a:ext cx="914400" cy="310896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M4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256477" y="4919472"/>
              <a:ext cx="1620012" cy="54864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상세설계</a:t>
              </a:r>
            </a:p>
          </p:txBody>
        </p:sp>
        <p:sp>
          <p:nvSpPr>
            <p:cNvPr id="22" name="Oval 21"/>
            <p:cNvSpPr/>
            <p:nvPr/>
          </p:nvSpPr>
          <p:spPr>
            <a:xfrm>
              <a:off x="6856171" y="3447288"/>
              <a:ext cx="420624" cy="420624"/>
            </a:xfrm>
            <a:prstGeom prst="ellipse">
              <a:avLst/>
            </a:prstGeom>
            <a:solidFill>
              <a:srgbClr val="2E75D6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</a:t>
              </a:r>
            </a:p>
          </p:txBody>
        </p:sp>
        <p:cxnSp>
          <p:nvCxnSpPr>
            <p:cNvPr id="23" name="Connector 22"/>
            <p:cNvCxnSpPr/>
            <p:nvPr/>
          </p:nvCxnSpPr>
          <p:spPr>
            <a:xfrm flipV="1">
              <a:off x="9010497" y="2788920"/>
              <a:ext cx="0" cy="65836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ounded Rectangle 23"/>
            <p:cNvSpPr/>
            <p:nvPr/>
          </p:nvSpPr>
          <p:spPr>
            <a:xfrm>
              <a:off x="8553297" y="1874519"/>
              <a:ext cx="914400" cy="310896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M5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8200491" y="2240279"/>
              <a:ext cx="1620012" cy="54864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시스템개발</a:t>
              </a:r>
            </a:p>
          </p:txBody>
        </p:sp>
        <p:sp>
          <p:nvSpPr>
            <p:cNvPr id="26" name="Oval 25"/>
            <p:cNvSpPr/>
            <p:nvPr/>
          </p:nvSpPr>
          <p:spPr>
            <a:xfrm>
              <a:off x="8800185" y="3447288"/>
              <a:ext cx="420624" cy="420624"/>
            </a:xfrm>
            <a:prstGeom prst="ellipse">
              <a:avLst/>
            </a:prstGeom>
            <a:solidFill>
              <a:srgbClr val="1F9E8F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</a:t>
              </a:r>
            </a:p>
          </p:txBody>
        </p:sp>
        <p:cxnSp>
          <p:nvCxnSpPr>
            <p:cNvPr id="27" name="Connector 26"/>
            <p:cNvCxnSpPr/>
            <p:nvPr/>
          </p:nvCxnSpPr>
          <p:spPr>
            <a:xfrm>
              <a:off x="10954512" y="3867912"/>
              <a:ext cx="0" cy="65836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Rounded Rectangle 27"/>
            <p:cNvSpPr/>
            <p:nvPr/>
          </p:nvSpPr>
          <p:spPr>
            <a:xfrm>
              <a:off x="10497312" y="4553712"/>
              <a:ext cx="914400" cy="310896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M6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0144506" y="4919472"/>
              <a:ext cx="1620012" cy="54864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통합시험</a:t>
              </a:r>
            </a:p>
          </p:txBody>
        </p:sp>
        <p:sp>
          <p:nvSpPr>
            <p:cNvPr id="30" name="Oval 29"/>
            <p:cNvSpPr/>
            <p:nvPr/>
          </p:nvSpPr>
          <p:spPr>
            <a:xfrm>
              <a:off x="10744200" y="3447288"/>
              <a:ext cx="420624" cy="420624"/>
            </a:xfrm>
            <a:prstGeom prst="ellipse">
              <a:avLst/>
            </a:prstGeom>
            <a:solidFill>
              <a:srgbClr val="29ABE2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6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TML-161</a:t>
            </a:r>
          </a:p>
        </p:txBody>
      </p:sp>
      <p:grpSp>
        <p:nvGrpSpPr>
          <p:cNvPr id="19" name="asset:TML-161"/>
          <p:cNvGrpSpPr/>
          <p:nvPr/>
        </p:nvGrpSpPr>
        <p:grpSpPr>
          <a:xfrm>
            <a:off x="274320" y="475488"/>
            <a:ext cx="11640312" cy="4992624"/>
            <a:chOff x="274320" y="475488"/>
            <a:chExt cx="11640312" cy="4992624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수평 타임라인 (3 마일스톤)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가로 기준선 위 마일스톤을 상·하 라벨로 교차 배치</a:t>
              </a:r>
            </a:p>
          </p:txBody>
        </p:sp>
        <p:cxnSp>
          <p:nvCxnSpPr>
            <p:cNvPr id="5" name="Connector 4"/>
            <p:cNvCxnSpPr/>
            <p:nvPr/>
          </p:nvCxnSpPr>
          <p:spPr>
            <a:xfrm>
              <a:off x="1234440" y="3657600"/>
              <a:ext cx="9720072" cy="0"/>
            </a:xfrm>
            <a:prstGeom prst="line">
              <a:avLst/>
            </a:prstGeom>
            <a:ln w="38100">
              <a:solidFill>
                <a:srgbClr val="2E75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Isosceles Triangle 5"/>
            <p:cNvSpPr/>
            <p:nvPr/>
          </p:nvSpPr>
          <p:spPr>
            <a:xfrm rot="5400000">
              <a:off x="10936224" y="3511296"/>
              <a:ext cx="310896" cy="292608"/>
            </a:xfrm>
            <a:prstGeom prst="triangl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7" name="Connector 6"/>
            <p:cNvCxnSpPr/>
            <p:nvPr/>
          </p:nvCxnSpPr>
          <p:spPr>
            <a:xfrm flipV="1">
              <a:off x="1234440" y="2788920"/>
              <a:ext cx="0" cy="65836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ounded Rectangle 7"/>
            <p:cNvSpPr/>
            <p:nvPr/>
          </p:nvSpPr>
          <p:spPr>
            <a:xfrm>
              <a:off x="777240" y="1874519"/>
              <a:ext cx="914400" cy="310896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M1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74320" y="2240279"/>
              <a:ext cx="1920240" cy="54864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1024128" y="3447288"/>
              <a:ext cx="420624" cy="420624"/>
            </a:xfrm>
            <a:prstGeom prst="ellipse">
              <a:avLst/>
            </a:prstGeom>
            <a:solidFill>
              <a:srgbClr val="2A4A7F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</a:t>
              </a:r>
            </a:p>
          </p:txBody>
        </p:sp>
        <p:cxnSp>
          <p:nvCxnSpPr>
            <p:cNvPr id="11" name="Connector 10"/>
            <p:cNvCxnSpPr/>
            <p:nvPr/>
          </p:nvCxnSpPr>
          <p:spPr>
            <a:xfrm>
              <a:off x="6094476" y="3867912"/>
              <a:ext cx="0" cy="65836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ounded Rectangle 11"/>
            <p:cNvSpPr/>
            <p:nvPr/>
          </p:nvSpPr>
          <p:spPr>
            <a:xfrm>
              <a:off x="5637276" y="4553712"/>
              <a:ext cx="914400" cy="310896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M2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134356" y="4919472"/>
              <a:ext cx="1920240" cy="54864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요구정의</a:t>
              </a:r>
            </a:p>
          </p:txBody>
        </p:sp>
        <p:sp>
          <p:nvSpPr>
            <p:cNvPr id="14" name="Oval 13"/>
            <p:cNvSpPr/>
            <p:nvPr/>
          </p:nvSpPr>
          <p:spPr>
            <a:xfrm>
              <a:off x="5884164" y="3447288"/>
              <a:ext cx="420624" cy="420624"/>
            </a:xfrm>
            <a:prstGeom prst="ellipse">
              <a:avLst/>
            </a:prstGeom>
            <a:solidFill>
              <a:srgbClr val="7B2D8E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</a:t>
              </a:r>
            </a:p>
          </p:txBody>
        </p:sp>
        <p:cxnSp>
          <p:nvCxnSpPr>
            <p:cNvPr id="15" name="Connector 14"/>
            <p:cNvCxnSpPr/>
            <p:nvPr/>
          </p:nvCxnSpPr>
          <p:spPr>
            <a:xfrm flipV="1">
              <a:off x="10954512" y="2788920"/>
              <a:ext cx="0" cy="65836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ounded Rectangle 15"/>
            <p:cNvSpPr/>
            <p:nvPr/>
          </p:nvSpPr>
          <p:spPr>
            <a:xfrm>
              <a:off x="10497312" y="1874519"/>
              <a:ext cx="914400" cy="310896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M3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9994392" y="2240279"/>
              <a:ext cx="1920240" cy="54864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18" name="Oval 17"/>
            <p:cNvSpPr/>
            <p:nvPr/>
          </p:nvSpPr>
          <p:spPr>
            <a:xfrm>
              <a:off x="10744200" y="3447288"/>
              <a:ext cx="420624" cy="420624"/>
            </a:xfrm>
            <a:prstGeom prst="ellipse">
              <a:avLst/>
            </a:prstGeom>
            <a:solidFill>
              <a:srgbClr val="2E75D6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TML-173</a:t>
            </a:r>
          </a:p>
        </p:txBody>
      </p:sp>
      <p:grpSp>
        <p:nvGrpSpPr>
          <p:cNvPr id="23" name="asset:TML-173"/>
          <p:cNvGrpSpPr/>
          <p:nvPr/>
        </p:nvGrpSpPr>
        <p:grpSpPr>
          <a:xfrm>
            <a:off x="274320" y="475488"/>
            <a:ext cx="11640312" cy="4992624"/>
            <a:chOff x="274320" y="475488"/>
            <a:chExt cx="11640312" cy="4992624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수평 타임라인 (4 마일스톤)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가로 기준선 위 마일스톤을 상·하 라벨로 교차 배치</a:t>
              </a:r>
            </a:p>
          </p:txBody>
        </p:sp>
        <p:cxnSp>
          <p:nvCxnSpPr>
            <p:cNvPr id="5" name="Connector 4"/>
            <p:cNvCxnSpPr/>
            <p:nvPr/>
          </p:nvCxnSpPr>
          <p:spPr>
            <a:xfrm>
              <a:off x="1234440" y="3657600"/>
              <a:ext cx="9720072" cy="0"/>
            </a:xfrm>
            <a:prstGeom prst="line">
              <a:avLst/>
            </a:prstGeom>
            <a:ln w="38100">
              <a:solidFill>
                <a:srgbClr val="2E75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Isosceles Triangle 5"/>
            <p:cNvSpPr/>
            <p:nvPr/>
          </p:nvSpPr>
          <p:spPr>
            <a:xfrm rot="5400000">
              <a:off x="10936224" y="3511296"/>
              <a:ext cx="310896" cy="292608"/>
            </a:xfrm>
            <a:prstGeom prst="triangl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7" name="Connector 6"/>
            <p:cNvCxnSpPr/>
            <p:nvPr/>
          </p:nvCxnSpPr>
          <p:spPr>
            <a:xfrm flipV="1">
              <a:off x="1234440" y="2788920"/>
              <a:ext cx="0" cy="65836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ounded Rectangle 7"/>
            <p:cNvSpPr/>
            <p:nvPr/>
          </p:nvSpPr>
          <p:spPr>
            <a:xfrm>
              <a:off x="777240" y="1874519"/>
              <a:ext cx="914400" cy="310896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M1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74320" y="2240279"/>
              <a:ext cx="1920240" cy="54864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1024128" y="3447288"/>
              <a:ext cx="420624" cy="420624"/>
            </a:xfrm>
            <a:prstGeom prst="ellipse">
              <a:avLst/>
            </a:prstGeom>
            <a:solidFill>
              <a:srgbClr val="2A4A7F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</a:t>
              </a:r>
            </a:p>
          </p:txBody>
        </p:sp>
        <p:cxnSp>
          <p:nvCxnSpPr>
            <p:cNvPr id="11" name="Connector 10"/>
            <p:cNvCxnSpPr/>
            <p:nvPr/>
          </p:nvCxnSpPr>
          <p:spPr>
            <a:xfrm>
              <a:off x="4474464" y="3867912"/>
              <a:ext cx="0" cy="65836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ounded Rectangle 11"/>
            <p:cNvSpPr/>
            <p:nvPr/>
          </p:nvSpPr>
          <p:spPr>
            <a:xfrm>
              <a:off x="4017264" y="4553712"/>
              <a:ext cx="914400" cy="310896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M2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514344" y="4919472"/>
              <a:ext cx="1920240" cy="54864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요구정의</a:t>
              </a:r>
            </a:p>
          </p:txBody>
        </p:sp>
        <p:sp>
          <p:nvSpPr>
            <p:cNvPr id="14" name="Oval 13"/>
            <p:cNvSpPr/>
            <p:nvPr/>
          </p:nvSpPr>
          <p:spPr>
            <a:xfrm>
              <a:off x="4264152" y="3447288"/>
              <a:ext cx="420624" cy="420624"/>
            </a:xfrm>
            <a:prstGeom prst="ellipse">
              <a:avLst/>
            </a:prstGeom>
            <a:solidFill>
              <a:srgbClr val="7B2D8E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</a:t>
              </a:r>
            </a:p>
          </p:txBody>
        </p:sp>
        <p:cxnSp>
          <p:nvCxnSpPr>
            <p:cNvPr id="15" name="Connector 14"/>
            <p:cNvCxnSpPr/>
            <p:nvPr/>
          </p:nvCxnSpPr>
          <p:spPr>
            <a:xfrm flipV="1">
              <a:off x="7714488" y="2788920"/>
              <a:ext cx="0" cy="65836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ounded Rectangle 15"/>
            <p:cNvSpPr/>
            <p:nvPr/>
          </p:nvSpPr>
          <p:spPr>
            <a:xfrm>
              <a:off x="7257288" y="1874519"/>
              <a:ext cx="914400" cy="310896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M3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6754368" y="2240279"/>
              <a:ext cx="1920240" cy="54864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18" name="Oval 17"/>
            <p:cNvSpPr/>
            <p:nvPr/>
          </p:nvSpPr>
          <p:spPr>
            <a:xfrm>
              <a:off x="7504176" y="3447288"/>
              <a:ext cx="420624" cy="420624"/>
            </a:xfrm>
            <a:prstGeom prst="ellipse">
              <a:avLst/>
            </a:prstGeom>
            <a:solidFill>
              <a:srgbClr val="2E75D6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</a:t>
              </a:r>
            </a:p>
          </p:txBody>
        </p:sp>
        <p:cxnSp>
          <p:nvCxnSpPr>
            <p:cNvPr id="19" name="Connector 18"/>
            <p:cNvCxnSpPr/>
            <p:nvPr/>
          </p:nvCxnSpPr>
          <p:spPr>
            <a:xfrm>
              <a:off x="10954512" y="3867912"/>
              <a:ext cx="0" cy="65836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Rounded Rectangle 19"/>
            <p:cNvSpPr/>
            <p:nvPr/>
          </p:nvSpPr>
          <p:spPr>
            <a:xfrm>
              <a:off x="10497312" y="4553712"/>
              <a:ext cx="914400" cy="310896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M4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9994392" y="4919472"/>
              <a:ext cx="1920240" cy="54864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상세설계</a:t>
              </a:r>
            </a:p>
          </p:txBody>
        </p:sp>
        <p:sp>
          <p:nvSpPr>
            <p:cNvPr id="22" name="Oval 21"/>
            <p:cNvSpPr/>
            <p:nvPr/>
          </p:nvSpPr>
          <p:spPr>
            <a:xfrm>
              <a:off x="10744200" y="3447288"/>
              <a:ext cx="420624" cy="420624"/>
            </a:xfrm>
            <a:prstGeom prst="ellipse">
              <a:avLst/>
            </a:prstGeom>
            <a:solidFill>
              <a:srgbClr val="1F9E8F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TML-185</a:t>
            </a:r>
          </a:p>
        </p:txBody>
      </p:sp>
      <p:grpSp>
        <p:nvGrpSpPr>
          <p:cNvPr id="27" name="asset:TML-185"/>
          <p:cNvGrpSpPr/>
          <p:nvPr/>
        </p:nvGrpSpPr>
        <p:grpSpPr>
          <a:xfrm>
            <a:off x="274320" y="475488"/>
            <a:ext cx="11640312" cy="4992624"/>
            <a:chOff x="274320" y="475488"/>
            <a:chExt cx="11640312" cy="4992624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수평 타임라인 (5 마일스톤)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가로 기준선 위 마일스톤을 상·하 라벨로 교차 배치</a:t>
              </a:r>
            </a:p>
          </p:txBody>
        </p:sp>
        <p:cxnSp>
          <p:nvCxnSpPr>
            <p:cNvPr id="5" name="Connector 4"/>
            <p:cNvCxnSpPr/>
            <p:nvPr/>
          </p:nvCxnSpPr>
          <p:spPr>
            <a:xfrm>
              <a:off x="1234440" y="3657600"/>
              <a:ext cx="9720072" cy="0"/>
            </a:xfrm>
            <a:prstGeom prst="line">
              <a:avLst/>
            </a:prstGeom>
            <a:ln w="38100">
              <a:solidFill>
                <a:srgbClr val="2E75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Isosceles Triangle 5"/>
            <p:cNvSpPr/>
            <p:nvPr/>
          </p:nvSpPr>
          <p:spPr>
            <a:xfrm rot="5400000">
              <a:off x="10936224" y="3511296"/>
              <a:ext cx="310896" cy="292608"/>
            </a:xfrm>
            <a:prstGeom prst="triangl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7" name="Connector 6"/>
            <p:cNvCxnSpPr/>
            <p:nvPr/>
          </p:nvCxnSpPr>
          <p:spPr>
            <a:xfrm flipV="1">
              <a:off x="1234440" y="2788920"/>
              <a:ext cx="0" cy="65836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ounded Rectangle 7"/>
            <p:cNvSpPr/>
            <p:nvPr/>
          </p:nvSpPr>
          <p:spPr>
            <a:xfrm>
              <a:off x="777240" y="1874519"/>
              <a:ext cx="914400" cy="310896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M1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74320" y="2240279"/>
              <a:ext cx="1920240" cy="54864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1024128" y="3447288"/>
              <a:ext cx="420624" cy="420624"/>
            </a:xfrm>
            <a:prstGeom prst="ellipse">
              <a:avLst/>
            </a:prstGeom>
            <a:solidFill>
              <a:srgbClr val="2A4A7F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</a:t>
              </a:r>
            </a:p>
          </p:txBody>
        </p:sp>
        <p:cxnSp>
          <p:nvCxnSpPr>
            <p:cNvPr id="11" name="Connector 10"/>
            <p:cNvCxnSpPr/>
            <p:nvPr/>
          </p:nvCxnSpPr>
          <p:spPr>
            <a:xfrm>
              <a:off x="3664458" y="3867912"/>
              <a:ext cx="0" cy="65836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ounded Rectangle 11"/>
            <p:cNvSpPr/>
            <p:nvPr/>
          </p:nvSpPr>
          <p:spPr>
            <a:xfrm>
              <a:off x="3207258" y="4553712"/>
              <a:ext cx="914400" cy="310896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M2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2704338" y="4919472"/>
              <a:ext cx="1920240" cy="54864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요구정의</a:t>
              </a:r>
            </a:p>
          </p:txBody>
        </p:sp>
        <p:sp>
          <p:nvSpPr>
            <p:cNvPr id="14" name="Oval 13"/>
            <p:cNvSpPr/>
            <p:nvPr/>
          </p:nvSpPr>
          <p:spPr>
            <a:xfrm>
              <a:off x="3454146" y="3447288"/>
              <a:ext cx="420624" cy="420624"/>
            </a:xfrm>
            <a:prstGeom prst="ellipse">
              <a:avLst/>
            </a:prstGeom>
            <a:solidFill>
              <a:srgbClr val="7B2D8E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</a:t>
              </a:r>
            </a:p>
          </p:txBody>
        </p:sp>
        <p:cxnSp>
          <p:nvCxnSpPr>
            <p:cNvPr id="15" name="Connector 14"/>
            <p:cNvCxnSpPr/>
            <p:nvPr/>
          </p:nvCxnSpPr>
          <p:spPr>
            <a:xfrm flipV="1">
              <a:off x="6094476" y="2788920"/>
              <a:ext cx="0" cy="65836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ounded Rectangle 15"/>
            <p:cNvSpPr/>
            <p:nvPr/>
          </p:nvSpPr>
          <p:spPr>
            <a:xfrm>
              <a:off x="5637276" y="1874519"/>
              <a:ext cx="914400" cy="310896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M3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134356" y="2240279"/>
              <a:ext cx="1920240" cy="54864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18" name="Oval 17"/>
            <p:cNvSpPr/>
            <p:nvPr/>
          </p:nvSpPr>
          <p:spPr>
            <a:xfrm>
              <a:off x="5884164" y="3447288"/>
              <a:ext cx="420624" cy="420624"/>
            </a:xfrm>
            <a:prstGeom prst="ellipse">
              <a:avLst/>
            </a:prstGeom>
            <a:solidFill>
              <a:srgbClr val="2E75D6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</a:t>
              </a:r>
            </a:p>
          </p:txBody>
        </p:sp>
        <p:cxnSp>
          <p:nvCxnSpPr>
            <p:cNvPr id="19" name="Connector 18"/>
            <p:cNvCxnSpPr/>
            <p:nvPr/>
          </p:nvCxnSpPr>
          <p:spPr>
            <a:xfrm>
              <a:off x="8524494" y="3867912"/>
              <a:ext cx="0" cy="65836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Rounded Rectangle 19"/>
            <p:cNvSpPr/>
            <p:nvPr/>
          </p:nvSpPr>
          <p:spPr>
            <a:xfrm>
              <a:off x="8067294" y="4553712"/>
              <a:ext cx="914400" cy="310896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M4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7564373" y="4919472"/>
              <a:ext cx="1920240" cy="54864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상세설계</a:t>
              </a:r>
            </a:p>
          </p:txBody>
        </p:sp>
        <p:sp>
          <p:nvSpPr>
            <p:cNvPr id="22" name="Oval 21"/>
            <p:cNvSpPr/>
            <p:nvPr/>
          </p:nvSpPr>
          <p:spPr>
            <a:xfrm>
              <a:off x="8314181" y="3447288"/>
              <a:ext cx="420624" cy="420624"/>
            </a:xfrm>
            <a:prstGeom prst="ellipse">
              <a:avLst/>
            </a:prstGeom>
            <a:solidFill>
              <a:srgbClr val="1F9E8F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</a:t>
              </a:r>
            </a:p>
          </p:txBody>
        </p:sp>
        <p:cxnSp>
          <p:nvCxnSpPr>
            <p:cNvPr id="23" name="Connector 22"/>
            <p:cNvCxnSpPr/>
            <p:nvPr/>
          </p:nvCxnSpPr>
          <p:spPr>
            <a:xfrm flipV="1">
              <a:off x="10954512" y="2788920"/>
              <a:ext cx="0" cy="65836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ounded Rectangle 23"/>
            <p:cNvSpPr/>
            <p:nvPr/>
          </p:nvSpPr>
          <p:spPr>
            <a:xfrm>
              <a:off x="10497312" y="1874519"/>
              <a:ext cx="914400" cy="310896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M5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9994392" y="2240279"/>
              <a:ext cx="1920240" cy="54864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시스템개발</a:t>
              </a:r>
            </a:p>
          </p:txBody>
        </p:sp>
        <p:sp>
          <p:nvSpPr>
            <p:cNvPr id="26" name="Oval 25"/>
            <p:cNvSpPr/>
            <p:nvPr/>
          </p:nvSpPr>
          <p:spPr>
            <a:xfrm>
              <a:off x="10744200" y="3447288"/>
              <a:ext cx="420624" cy="420624"/>
            </a:xfrm>
            <a:prstGeom prst="ellipse">
              <a:avLst/>
            </a:prstGeom>
            <a:solidFill>
              <a:srgbClr val="29ABE2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TML-197</a:t>
            </a:r>
          </a:p>
        </p:txBody>
      </p:sp>
      <p:grpSp>
        <p:nvGrpSpPr>
          <p:cNvPr id="31" name="asset:TML-197"/>
          <p:cNvGrpSpPr/>
          <p:nvPr/>
        </p:nvGrpSpPr>
        <p:grpSpPr>
          <a:xfrm>
            <a:off x="424434" y="475488"/>
            <a:ext cx="11340084" cy="4992624"/>
            <a:chOff x="424434" y="475488"/>
            <a:chExt cx="11340084" cy="4992624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수평 타임라인 (6 마일스톤)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가로 기준선 위 마일스톤을 상·하 라벨로 교차 배치</a:t>
              </a:r>
            </a:p>
          </p:txBody>
        </p:sp>
        <p:cxnSp>
          <p:nvCxnSpPr>
            <p:cNvPr id="5" name="Connector 4"/>
            <p:cNvCxnSpPr/>
            <p:nvPr/>
          </p:nvCxnSpPr>
          <p:spPr>
            <a:xfrm>
              <a:off x="1234440" y="3657600"/>
              <a:ext cx="9720072" cy="0"/>
            </a:xfrm>
            <a:prstGeom prst="line">
              <a:avLst/>
            </a:prstGeom>
            <a:ln w="38100">
              <a:solidFill>
                <a:srgbClr val="2E75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Isosceles Triangle 5"/>
            <p:cNvSpPr/>
            <p:nvPr/>
          </p:nvSpPr>
          <p:spPr>
            <a:xfrm rot="5400000">
              <a:off x="10936224" y="3511296"/>
              <a:ext cx="310896" cy="292608"/>
            </a:xfrm>
            <a:prstGeom prst="triangl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7" name="Connector 6"/>
            <p:cNvCxnSpPr/>
            <p:nvPr/>
          </p:nvCxnSpPr>
          <p:spPr>
            <a:xfrm flipV="1">
              <a:off x="1234440" y="2788920"/>
              <a:ext cx="0" cy="65836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ounded Rectangle 7"/>
            <p:cNvSpPr/>
            <p:nvPr/>
          </p:nvSpPr>
          <p:spPr>
            <a:xfrm>
              <a:off x="777240" y="1874519"/>
              <a:ext cx="914400" cy="310896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M1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24434" y="2240279"/>
              <a:ext cx="1620012" cy="54864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1024128" y="3447288"/>
              <a:ext cx="420624" cy="420624"/>
            </a:xfrm>
            <a:prstGeom prst="ellipse">
              <a:avLst/>
            </a:prstGeom>
            <a:solidFill>
              <a:srgbClr val="2A4A7F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</a:t>
              </a:r>
            </a:p>
          </p:txBody>
        </p:sp>
        <p:cxnSp>
          <p:nvCxnSpPr>
            <p:cNvPr id="11" name="Connector 10"/>
            <p:cNvCxnSpPr/>
            <p:nvPr/>
          </p:nvCxnSpPr>
          <p:spPr>
            <a:xfrm>
              <a:off x="3178454" y="3867912"/>
              <a:ext cx="0" cy="65836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ounded Rectangle 11"/>
            <p:cNvSpPr/>
            <p:nvPr/>
          </p:nvSpPr>
          <p:spPr>
            <a:xfrm>
              <a:off x="2721254" y="4553712"/>
              <a:ext cx="914400" cy="310896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M2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2368448" y="4919472"/>
              <a:ext cx="1620012" cy="54864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요구정의</a:t>
              </a:r>
            </a:p>
          </p:txBody>
        </p:sp>
        <p:sp>
          <p:nvSpPr>
            <p:cNvPr id="14" name="Oval 13"/>
            <p:cNvSpPr/>
            <p:nvPr/>
          </p:nvSpPr>
          <p:spPr>
            <a:xfrm>
              <a:off x="2968142" y="3447288"/>
              <a:ext cx="420624" cy="420624"/>
            </a:xfrm>
            <a:prstGeom prst="ellipse">
              <a:avLst/>
            </a:prstGeom>
            <a:solidFill>
              <a:srgbClr val="7B2D8E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</a:t>
              </a:r>
            </a:p>
          </p:txBody>
        </p:sp>
        <p:cxnSp>
          <p:nvCxnSpPr>
            <p:cNvPr id="15" name="Connector 14"/>
            <p:cNvCxnSpPr/>
            <p:nvPr/>
          </p:nvCxnSpPr>
          <p:spPr>
            <a:xfrm flipV="1">
              <a:off x="5122468" y="2788920"/>
              <a:ext cx="0" cy="65836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ounded Rectangle 15"/>
            <p:cNvSpPr/>
            <p:nvPr/>
          </p:nvSpPr>
          <p:spPr>
            <a:xfrm>
              <a:off x="4665268" y="1874519"/>
              <a:ext cx="914400" cy="310896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M3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4312462" y="2240279"/>
              <a:ext cx="1620012" cy="54864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18" name="Oval 17"/>
            <p:cNvSpPr/>
            <p:nvPr/>
          </p:nvSpPr>
          <p:spPr>
            <a:xfrm>
              <a:off x="4912156" y="3447288"/>
              <a:ext cx="420624" cy="420624"/>
            </a:xfrm>
            <a:prstGeom prst="ellipse">
              <a:avLst/>
            </a:prstGeom>
            <a:solidFill>
              <a:srgbClr val="2E75D6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</a:t>
              </a:r>
            </a:p>
          </p:txBody>
        </p:sp>
        <p:cxnSp>
          <p:nvCxnSpPr>
            <p:cNvPr id="19" name="Connector 18"/>
            <p:cNvCxnSpPr/>
            <p:nvPr/>
          </p:nvCxnSpPr>
          <p:spPr>
            <a:xfrm>
              <a:off x="7066483" y="3867912"/>
              <a:ext cx="0" cy="65836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Rounded Rectangle 19"/>
            <p:cNvSpPr/>
            <p:nvPr/>
          </p:nvSpPr>
          <p:spPr>
            <a:xfrm>
              <a:off x="6609283" y="4553712"/>
              <a:ext cx="914400" cy="310896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M4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256477" y="4919472"/>
              <a:ext cx="1620012" cy="54864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상세설계</a:t>
              </a:r>
            </a:p>
          </p:txBody>
        </p:sp>
        <p:sp>
          <p:nvSpPr>
            <p:cNvPr id="22" name="Oval 21"/>
            <p:cNvSpPr/>
            <p:nvPr/>
          </p:nvSpPr>
          <p:spPr>
            <a:xfrm>
              <a:off x="6856171" y="3447288"/>
              <a:ext cx="420624" cy="420624"/>
            </a:xfrm>
            <a:prstGeom prst="ellipse">
              <a:avLst/>
            </a:prstGeom>
            <a:solidFill>
              <a:srgbClr val="1F9E8F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</a:t>
              </a:r>
            </a:p>
          </p:txBody>
        </p:sp>
        <p:cxnSp>
          <p:nvCxnSpPr>
            <p:cNvPr id="23" name="Connector 22"/>
            <p:cNvCxnSpPr/>
            <p:nvPr/>
          </p:nvCxnSpPr>
          <p:spPr>
            <a:xfrm flipV="1">
              <a:off x="9010497" y="2788920"/>
              <a:ext cx="0" cy="65836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ounded Rectangle 23"/>
            <p:cNvSpPr/>
            <p:nvPr/>
          </p:nvSpPr>
          <p:spPr>
            <a:xfrm>
              <a:off x="8553297" y="1874519"/>
              <a:ext cx="914400" cy="310896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M5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8200491" y="2240279"/>
              <a:ext cx="1620012" cy="54864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시스템개발</a:t>
              </a:r>
            </a:p>
          </p:txBody>
        </p:sp>
        <p:sp>
          <p:nvSpPr>
            <p:cNvPr id="26" name="Oval 25"/>
            <p:cNvSpPr/>
            <p:nvPr/>
          </p:nvSpPr>
          <p:spPr>
            <a:xfrm>
              <a:off x="8800185" y="3447288"/>
              <a:ext cx="420624" cy="420624"/>
            </a:xfrm>
            <a:prstGeom prst="ellipse">
              <a:avLst/>
            </a:prstGeom>
            <a:solidFill>
              <a:srgbClr val="29ABE2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</a:t>
              </a:r>
            </a:p>
          </p:txBody>
        </p:sp>
        <p:cxnSp>
          <p:nvCxnSpPr>
            <p:cNvPr id="27" name="Connector 26"/>
            <p:cNvCxnSpPr/>
            <p:nvPr/>
          </p:nvCxnSpPr>
          <p:spPr>
            <a:xfrm>
              <a:off x="10954512" y="3867912"/>
              <a:ext cx="0" cy="65836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Rounded Rectangle 27"/>
            <p:cNvSpPr/>
            <p:nvPr/>
          </p:nvSpPr>
          <p:spPr>
            <a:xfrm>
              <a:off x="10497312" y="4553712"/>
              <a:ext cx="914400" cy="310896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M6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0144506" y="4919472"/>
              <a:ext cx="1620012" cy="54864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통합시험</a:t>
              </a:r>
            </a:p>
          </p:txBody>
        </p:sp>
        <p:sp>
          <p:nvSpPr>
            <p:cNvPr id="30" name="Oval 29"/>
            <p:cNvSpPr/>
            <p:nvPr/>
          </p:nvSpPr>
          <p:spPr>
            <a:xfrm>
              <a:off x="10744200" y="3447288"/>
              <a:ext cx="420624" cy="420624"/>
            </a:xfrm>
            <a:prstGeom prst="ellipse">
              <a:avLst/>
            </a:prstGeom>
            <a:solidFill>
              <a:srgbClr val="2A4A7F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6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