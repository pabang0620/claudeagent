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TML-017</a:t>
            </a:r>
          </a:p>
        </p:txBody>
      </p:sp>
      <p:grpSp>
        <p:nvGrpSpPr>
          <p:cNvPr id="19" name="asset:TML-017"/>
          <p:cNvGrpSpPr/>
          <p:nvPr/>
        </p:nvGrpSpPr>
        <p:grpSpPr>
          <a:xfrm>
            <a:off x="274320" y="475488"/>
            <a:ext cx="11640312" cy="4992624"/>
            <a:chOff x="274320" y="475488"/>
            <a:chExt cx="11640312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(3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4320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094476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5637276" y="4553712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134356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5884164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10954512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10497312" y="1874519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994392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TML-029</a:t>
            </a:r>
          </a:p>
        </p:txBody>
      </p:sp>
      <p:grpSp>
        <p:nvGrpSpPr>
          <p:cNvPr id="23" name="asset:TML-029"/>
          <p:cNvGrpSpPr/>
          <p:nvPr/>
        </p:nvGrpSpPr>
        <p:grpSpPr>
          <a:xfrm>
            <a:off x="274320" y="475488"/>
            <a:ext cx="11640312" cy="4992624"/>
            <a:chOff x="274320" y="475488"/>
            <a:chExt cx="11640312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(4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4320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4474464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4017264" y="4553712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514344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4264152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7714488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7257288" y="1874519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754368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7504176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0954512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10497312" y="4553712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994392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TML-041</a:t>
            </a:r>
          </a:p>
        </p:txBody>
      </p:sp>
      <p:grpSp>
        <p:nvGrpSpPr>
          <p:cNvPr id="27" name="asset:TML-041"/>
          <p:cNvGrpSpPr/>
          <p:nvPr/>
        </p:nvGrpSpPr>
        <p:grpSpPr>
          <a:xfrm>
            <a:off x="274320" y="475488"/>
            <a:ext cx="11640312" cy="4992624"/>
            <a:chOff x="274320" y="475488"/>
            <a:chExt cx="11640312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(5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4320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664458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3207258" y="4553712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704338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3454146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6094476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5637276" y="1874519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134356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5884164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8524494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8067294" y="4553712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564373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8314181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10954512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497312" y="1874519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994392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TML-053</a:t>
            </a:r>
          </a:p>
        </p:txBody>
      </p:sp>
      <p:grpSp>
        <p:nvGrpSpPr>
          <p:cNvPr id="31" name="asset:TML-053"/>
          <p:cNvGrpSpPr/>
          <p:nvPr/>
        </p:nvGrpSpPr>
        <p:grpSpPr>
          <a:xfrm>
            <a:off x="424434" y="475488"/>
            <a:ext cx="11340084" cy="4992624"/>
            <a:chOff x="424434" y="475488"/>
            <a:chExt cx="11340084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(6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24434" y="2240279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178454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2721254" y="4553712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368448" y="4919472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2968142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5122468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4665268" y="1874519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312462" y="2240279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4912156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7066483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6609283" y="4553712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256477" y="4919472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6856171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9010497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8553297" y="1874519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200491" y="2240279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8800185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10954512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ounded Rectangle 27"/>
            <p:cNvSpPr/>
            <p:nvPr/>
          </p:nvSpPr>
          <p:spPr>
            <a:xfrm>
              <a:off x="10497312" y="4553712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M6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144506" y="4919472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TML-065</a:t>
            </a:r>
          </a:p>
        </p:txBody>
      </p:sp>
      <p:grpSp>
        <p:nvGrpSpPr>
          <p:cNvPr id="19" name="asset:TML-065"/>
          <p:cNvGrpSpPr/>
          <p:nvPr/>
        </p:nvGrpSpPr>
        <p:grpSpPr>
          <a:xfrm>
            <a:off x="274320" y="475488"/>
            <a:ext cx="11640312" cy="4992624"/>
            <a:chOff x="274320" y="475488"/>
            <a:chExt cx="11640312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(3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4320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094476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5637276" y="4553712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134356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5884164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10954512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10497312" y="1874519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994392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TML-077</a:t>
            </a:r>
          </a:p>
        </p:txBody>
      </p:sp>
      <p:grpSp>
        <p:nvGrpSpPr>
          <p:cNvPr id="23" name="asset:TML-077"/>
          <p:cNvGrpSpPr/>
          <p:nvPr/>
        </p:nvGrpSpPr>
        <p:grpSpPr>
          <a:xfrm>
            <a:off x="274320" y="475488"/>
            <a:ext cx="11640312" cy="4992624"/>
            <a:chOff x="274320" y="475488"/>
            <a:chExt cx="11640312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(4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4320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4474464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4017264" y="4553712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514344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4264152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7714488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7257288" y="1874519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754368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7504176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0954512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10497312" y="4553712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994392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TML-089</a:t>
            </a:r>
          </a:p>
        </p:txBody>
      </p:sp>
      <p:grpSp>
        <p:nvGrpSpPr>
          <p:cNvPr id="27" name="asset:TML-089"/>
          <p:cNvGrpSpPr/>
          <p:nvPr/>
        </p:nvGrpSpPr>
        <p:grpSpPr>
          <a:xfrm>
            <a:off x="274320" y="475488"/>
            <a:ext cx="11640312" cy="4992624"/>
            <a:chOff x="274320" y="475488"/>
            <a:chExt cx="11640312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(5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4320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664458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3207258" y="4553712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704338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3454146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6094476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5637276" y="1874519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134356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5884164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8524494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8067294" y="4553712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564373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8314181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10954512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497312" y="1874519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994392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TML-101</a:t>
            </a:r>
          </a:p>
        </p:txBody>
      </p:sp>
      <p:grpSp>
        <p:nvGrpSpPr>
          <p:cNvPr id="31" name="asset:TML-101"/>
          <p:cNvGrpSpPr/>
          <p:nvPr/>
        </p:nvGrpSpPr>
        <p:grpSpPr>
          <a:xfrm>
            <a:off x="424434" y="475488"/>
            <a:ext cx="11340084" cy="4992624"/>
            <a:chOff x="424434" y="475488"/>
            <a:chExt cx="11340084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(6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24434" y="2240279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178454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2721254" y="4553712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368448" y="4919472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2968142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5122468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4665268" y="1874519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312462" y="2240279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4912156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7066483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6609283" y="4553712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256477" y="4919472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6856171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9010497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8553297" y="1874519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200491" y="2240279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8800185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10954512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ounded Rectangle 27"/>
            <p:cNvSpPr/>
            <p:nvPr/>
          </p:nvSpPr>
          <p:spPr>
            <a:xfrm>
              <a:off x="10497312" y="4553712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M6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144506" y="4919472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TML-113</a:t>
            </a:r>
          </a:p>
        </p:txBody>
      </p:sp>
      <p:grpSp>
        <p:nvGrpSpPr>
          <p:cNvPr id="19" name="asset:TML-113"/>
          <p:cNvGrpSpPr/>
          <p:nvPr/>
        </p:nvGrpSpPr>
        <p:grpSpPr>
          <a:xfrm>
            <a:off x="274320" y="475488"/>
            <a:ext cx="11640312" cy="4992624"/>
            <a:chOff x="274320" y="475488"/>
            <a:chExt cx="11640312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(3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4320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094476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5637276" y="4553712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134356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5884164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10954512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10497312" y="1874519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994392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TML-125</a:t>
            </a:r>
          </a:p>
        </p:txBody>
      </p:sp>
      <p:grpSp>
        <p:nvGrpSpPr>
          <p:cNvPr id="23" name="asset:TML-125"/>
          <p:cNvGrpSpPr/>
          <p:nvPr/>
        </p:nvGrpSpPr>
        <p:grpSpPr>
          <a:xfrm>
            <a:off x="274320" y="475488"/>
            <a:ext cx="11640312" cy="4992624"/>
            <a:chOff x="274320" y="475488"/>
            <a:chExt cx="11640312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(4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4320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4474464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4017264" y="4553712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514344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4264152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7714488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7257288" y="1874519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754368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7504176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0954512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10497312" y="4553712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994392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TML-137</a:t>
            </a:r>
          </a:p>
        </p:txBody>
      </p:sp>
      <p:grpSp>
        <p:nvGrpSpPr>
          <p:cNvPr id="27" name="asset:TML-137"/>
          <p:cNvGrpSpPr/>
          <p:nvPr/>
        </p:nvGrpSpPr>
        <p:grpSpPr>
          <a:xfrm>
            <a:off x="274320" y="475488"/>
            <a:ext cx="11640312" cy="4992624"/>
            <a:chOff x="274320" y="475488"/>
            <a:chExt cx="11640312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(5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4320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664458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3207258" y="4553712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704338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3454146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6094476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5637276" y="1874519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134356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5884164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8524494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8067294" y="4553712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564373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8314181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10954512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497312" y="1874519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994392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TML-149</a:t>
            </a:r>
          </a:p>
        </p:txBody>
      </p:sp>
      <p:grpSp>
        <p:nvGrpSpPr>
          <p:cNvPr id="31" name="asset:TML-149"/>
          <p:cNvGrpSpPr/>
          <p:nvPr/>
        </p:nvGrpSpPr>
        <p:grpSpPr>
          <a:xfrm>
            <a:off x="424434" y="475488"/>
            <a:ext cx="11340084" cy="4992624"/>
            <a:chOff x="424434" y="475488"/>
            <a:chExt cx="11340084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(6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24434" y="2240279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178454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2721254" y="4553712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368448" y="4919472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2968142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5122468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4665268" y="1874519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312462" y="2240279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4912156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7066483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6609283" y="4553712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256477" y="4919472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6856171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9010497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8553297" y="1874519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200491" y="2240279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8800185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10954512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ounded Rectangle 27"/>
            <p:cNvSpPr/>
            <p:nvPr/>
          </p:nvSpPr>
          <p:spPr>
            <a:xfrm>
              <a:off x="10497312" y="4553712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M6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144506" y="4919472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TML-161</a:t>
            </a:r>
          </a:p>
        </p:txBody>
      </p:sp>
      <p:grpSp>
        <p:nvGrpSpPr>
          <p:cNvPr id="19" name="asset:TML-161"/>
          <p:cNvGrpSpPr/>
          <p:nvPr/>
        </p:nvGrpSpPr>
        <p:grpSpPr>
          <a:xfrm>
            <a:off x="274320" y="475488"/>
            <a:ext cx="11640312" cy="4992624"/>
            <a:chOff x="274320" y="475488"/>
            <a:chExt cx="11640312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(3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4320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6094476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5637276" y="4553712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5134356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5884164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10954512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10497312" y="1874519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9994392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TML-173</a:t>
            </a:r>
          </a:p>
        </p:txBody>
      </p:sp>
      <p:grpSp>
        <p:nvGrpSpPr>
          <p:cNvPr id="23" name="asset:TML-173"/>
          <p:cNvGrpSpPr/>
          <p:nvPr/>
        </p:nvGrpSpPr>
        <p:grpSpPr>
          <a:xfrm>
            <a:off x="274320" y="475488"/>
            <a:ext cx="11640312" cy="4992624"/>
            <a:chOff x="274320" y="475488"/>
            <a:chExt cx="11640312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(4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4320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4474464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4017264" y="4553712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3514344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4264152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7714488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7257288" y="1874519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6754368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7504176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10954512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10497312" y="4553712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9994392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TML-185</a:t>
            </a:r>
          </a:p>
        </p:txBody>
      </p:sp>
      <p:grpSp>
        <p:nvGrpSpPr>
          <p:cNvPr id="27" name="asset:TML-185"/>
          <p:cNvGrpSpPr/>
          <p:nvPr/>
        </p:nvGrpSpPr>
        <p:grpSpPr>
          <a:xfrm>
            <a:off x="274320" y="475488"/>
            <a:ext cx="11640312" cy="4992624"/>
            <a:chOff x="274320" y="475488"/>
            <a:chExt cx="11640312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(5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274320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664458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3207258" y="4553712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704338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3454146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6094476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5637276" y="1874519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5134356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5884164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8524494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8067294" y="4553712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7564373" y="4919472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8314181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10954512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10497312" y="1874519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9994392" y="2240279"/>
              <a:ext cx="1920240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37160" y="73152"/>
            <a:ext cx="3657600" cy="274320"/>
          </a:xfrm>
          <a:prstGeom prst="rect">
            <a:avLst/>
          </a:prstGeom>
          <a:noFill/>
        </p:spPr>
        <p:txBody>
          <a:bodyPr wrap="square" anchor="ctr" lIns="38100" rIns="38100" tIns="25400" bIns="25400">
            <a:spAutoFit/>
          </a:bodyPr>
          <a:lstStyle/>
          <a:p>
            <a:pPr algn="l"/>
            <a:r>
              <a:rPr sz="900" b="1">
                <a:solidFill>
                  <a:srgbClr val="808080"/>
                </a:solidFill>
                <a:latin typeface="Pretendard"/>
                <a:ea typeface="Pretendard"/>
                <a:cs typeface="Pretendard"/>
              </a:rPr>
              <a:t>TML-197</a:t>
            </a:r>
          </a:p>
        </p:txBody>
      </p:sp>
      <p:grpSp>
        <p:nvGrpSpPr>
          <p:cNvPr id="31" name="asset:TML-197"/>
          <p:cNvGrpSpPr/>
          <p:nvPr/>
        </p:nvGrpSpPr>
        <p:grpSpPr>
          <a:xfrm>
            <a:off x="424434" y="475488"/>
            <a:ext cx="11340084" cy="4992624"/>
            <a:chOff x="424434" y="475488"/>
            <a:chExt cx="11340084" cy="4992624"/>
          </a:xfrm>
        </p:grpSpPr>
        <p:sp>
          <p:nvSpPr>
            <p:cNvPr id="3" name="TextBox 2"/>
            <p:cNvSpPr txBox="1"/>
            <p:nvPr/>
          </p:nvSpPr>
          <p:spPr>
            <a:xfrm>
              <a:off x="502920" y="475488"/>
              <a:ext cx="11155680" cy="457200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800" b="1">
                  <a:solidFill>
                    <a:srgbClr val="1F3864"/>
                  </a:solidFill>
                  <a:latin typeface="Pretendard"/>
                  <a:ea typeface="Pretendard"/>
                  <a:cs typeface="Pretendard"/>
                </a:rPr>
                <a:t>수평 타임라인 (6 마일스톤)</a:t>
              </a:r>
            </a:p>
          </p:txBody>
        </p:sp>
        <p:sp>
          <p:nvSpPr>
            <p:cNvPr id="4" name="TextBox 3"/>
            <p:cNvSpPr txBox="1"/>
            <p:nvPr/>
          </p:nvSpPr>
          <p:spPr>
            <a:xfrm>
              <a:off x="502920" y="932688"/>
              <a:ext cx="11155680" cy="292608"/>
            </a:xfrm>
            <a:prstGeom prst="rect">
              <a:avLst/>
            </a:prstGeom>
            <a:noFill/>
          </p:spPr>
          <p:txBody>
            <a:bodyPr wrap="square" anchor="ctr" lIns="38100" rIns="38100" tIns="25400" bIns="25400">
              <a:spAutoFit/>
            </a:bodyPr>
            <a:lstStyle/>
            <a:p>
              <a:pPr algn="l"/>
              <a:r>
                <a:rPr sz="1100" b="0">
                  <a:solidFill>
                    <a:srgbClr val="595959"/>
                  </a:solidFill>
                  <a:latin typeface="Pretendard"/>
                  <a:ea typeface="Pretendard"/>
                  <a:cs typeface="Pretendard"/>
                </a:rPr>
                <a:t>가로 기준선 위 마일스톤을 상·하 라벨로 교차 배치</a:t>
              </a:r>
            </a:p>
          </p:txBody>
        </p:sp>
        <p:cxnSp>
          <p:nvCxnSpPr>
            <p:cNvPr id="5" name="Connector 4"/>
            <p:cNvCxnSpPr/>
            <p:nvPr/>
          </p:nvCxnSpPr>
          <p:spPr>
            <a:xfrm>
              <a:off x="1234440" y="3657600"/>
              <a:ext cx="9720072" cy="0"/>
            </a:xfrm>
            <a:prstGeom prst="line">
              <a:avLst/>
            </a:prstGeom>
            <a:ln w="38100">
              <a:solidFill>
                <a:srgbClr val="2E75D6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6" name="Isosceles Triangle 5"/>
            <p:cNvSpPr/>
            <p:nvPr/>
          </p:nvSpPr>
          <p:spPr>
            <a:xfrm rot="5400000">
              <a:off x="10936224" y="3511296"/>
              <a:ext cx="310896" cy="292608"/>
            </a:xfrm>
            <a:prstGeom prst="triangle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7" name="Connector 6"/>
            <p:cNvCxnSpPr/>
            <p:nvPr/>
          </p:nvCxnSpPr>
          <p:spPr>
            <a:xfrm flipV="1">
              <a:off x="1234440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" name="Rounded Rectangle 7"/>
            <p:cNvSpPr/>
            <p:nvPr/>
          </p:nvSpPr>
          <p:spPr>
            <a:xfrm>
              <a:off x="777240" y="1874519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M1</a:t>
              </a:r>
            </a:p>
          </p:txBody>
        </p:sp>
        <p:sp>
          <p:nvSpPr>
            <p:cNvPr id="9" name="TextBox 8"/>
            <p:cNvSpPr txBox="1"/>
            <p:nvPr/>
          </p:nvSpPr>
          <p:spPr>
            <a:xfrm>
              <a:off x="424434" y="2240279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착수·분석</a:t>
              </a:r>
            </a:p>
          </p:txBody>
        </p:sp>
        <p:sp>
          <p:nvSpPr>
            <p:cNvPr id="10" name="Oval 9"/>
            <p:cNvSpPr/>
            <p:nvPr/>
          </p:nvSpPr>
          <p:spPr>
            <a:xfrm>
              <a:off x="1024128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1</a:t>
              </a:r>
            </a:p>
          </p:txBody>
        </p:sp>
        <p:cxnSp>
          <p:nvCxnSpPr>
            <p:cNvPr id="11" name="Connector 10"/>
            <p:cNvCxnSpPr/>
            <p:nvPr/>
          </p:nvCxnSpPr>
          <p:spPr>
            <a:xfrm>
              <a:off x="3178454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" name="Rounded Rectangle 11"/>
            <p:cNvSpPr/>
            <p:nvPr/>
          </p:nvSpPr>
          <p:spPr>
            <a:xfrm>
              <a:off x="2721254" y="4553712"/>
              <a:ext cx="914400" cy="310896"/>
            </a:xfrm>
            <a:prstGeom prst="roundRect">
              <a:avLst/>
            </a:prstGeom>
            <a:solidFill>
              <a:srgbClr val="7B2D8E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M2</a:t>
              </a:r>
            </a:p>
          </p:txBody>
        </p:sp>
        <p:sp>
          <p:nvSpPr>
            <p:cNvPr id="13" name="TextBox 12"/>
            <p:cNvSpPr txBox="1"/>
            <p:nvPr/>
          </p:nvSpPr>
          <p:spPr>
            <a:xfrm>
              <a:off x="2368448" y="4919472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요구정의</a:t>
              </a:r>
            </a:p>
          </p:txBody>
        </p:sp>
        <p:sp>
          <p:nvSpPr>
            <p:cNvPr id="14" name="Oval 13"/>
            <p:cNvSpPr/>
            <p:nvPr/>
          </p:nvSpPr>
          <p:spPr>
            <a:xfrm>
              <a:off x="2968142" y="3447288"/>
              <a:ext cx="420624" cy="420624"/>
            </a:xfrm>
            <a:prstGeom prst="ellipse">
              <a:avLst/>
            </a:prstGeom>
            <a:solidFill>
              <a:srgbClr val="7B2D8E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2</a:t>
              </a:r>
            </a:p>
          </p:txBody>
        </p:sp>
        <p:cxnSp>
          <p:nvCxnSpPr>
            <p:cNvPr id="15" name="Connector 14"/>
            <p:cNvCxnSpPr/>
            <p:nvPr/>
          </p:nvCxnSpPr>
          <p:spPr>
            <a:xfrm flipV="1">
              <a:off x="5122468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6" name="Rounded Rectangle 15"/>
            <p:cNvSpPr/>
            <p:nvPr/>
          </p:nvSpPr>
          <p:spPr>
            <a:xfrm>
              <a:off x="4665268" y="1874519"/>
              <a:ext cx="914400" cy="310896"/>
            </a:xfrm>
            <a:prstGeom prst="roundRect">
              <a:avLst/>
            </a:prstGeom>
            <a:solidFill>
              <a:srgbClr val="2E75D6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M3</a:t>
              </a: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4312462" y="2240279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기본설계</a:t>
              </a:r>
            </a:p>
          </p:txBody>
        </p:sp>
        <p:sp>
          <p:nvSpPr>
            <p:cNvPr id="18" name="Oval 17"/>
            <p:cNvSpPr/>
            <p:nvPr/>
          </p:nvSpPr>
          <p:spPr>
            <a:xfrm>
              <a:off x="4912156" y="3447288"/>
              <a:ext cx="420624" cy="420624"/>
            </a:xfrm>
            <a:prstGeom prst="ellipse">
              <a:avLst/>
            </a:prstGeom>
            <a:solidFill>
              <a:srgbClr val="2E75D6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3</a:t>
              </a:r>
            </a:p>
          </p:txBody>
        </p:sp>
        <p:cxnSp>
          <p:nvCxnSpPr>
            <p:cNvPr id="19" name="Connector 18"/>
            <p:cNvCxnSpPr/>
            <p:nvPr/>
          </p:nvCxnSpPr>
          <p:spPr>
            <a:xfrm>
              <a:off x="7066483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" name="Rounded Rectangle 19"/>
            <p:cNvSpPr/>
            <p:nvPr/>
          </p:nvSpPr>
          <p:spPr>
            <a:xfrm>
              <a:off x="6609283" y="4553712"/>
              <a:ext cx="914400" cy="310896"/>
            </a:xfrm>
            <a:prstGeom prst="roundRect">
              <a:avLst/>
            </a:prstGeom>
            <a:solidFill>
              <a:srgbClr val="1F9E8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M4</a:t>
              </a: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6256477" y="4919472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상세설계</a:t>
              </a:r>
            </a:p>
          </p:txBody>
        </p:sp>
        <p:sp>
          <p:nvSpPr>
            <p:cNvPr id="22" name="Oval 21"/>
            <p:cNvSpPr/>
            <p:nvPr/>
          </p:nvSpPr>
          <p:spPr>
            <a:xfrm>
              <a:off x="6856171" y="3447288"/>
              <a:ext cx="420624" cy="420624"/>
            </a:xfrm>
            <a:prstGeom prst="ellipse">
              <a:avLst/>
            </a:prstGeom>
            <a:solidFill>
              <a:srgbClr val="1F9E8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4</a:t>
              </a:r>
            </a:p>
          </p:txBody>
        </p:sp>
        <p:cxnSp>
          <p:nvCxnSpPr>
            <p:cNvPr id="23" name="Connector 22"/>
            <p:cNvCxnSpPr/>
            <p:nvPr/>
          </p:nvCxnSpPr>
          <p:spPr>
            <a:xfrm flipV="1">
              <a:off x="9010497" y="2788920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4" name="Rounded Rectangle 23"/>
            <p:cNvSpPr/>
            <p:nvPr/>
          </p:nvSpPr>
          <p:spPr>
            <a:xfrm>
              <a:off x="8553297" y="1874519"/>
              <a:ext cx="914400" cy="310896"/>
            </a:xfrm>
            <a:prstGeom prst="roundRect">
              <a:avLst/>
            </a:prstGeom>
            <a:solidFill>
              <a:srgbClr val="29ABE2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M5</a:t>
              </a: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8200491" y="2240279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시스템개발</a:t>
              </a:r>
            </a:p>
          </p:txBody>
        </p:sp>
        <p:sp>
          <p:nvSpPr>
            <p:cNvPr id="26" name="Oval 25"/>
            <p:cNvSpPr/>
            <p:nvPr/>
          </p:nvSpPr>
          <p:spPr>
            <a:xfrm>
              <a:off x="8800185" y="3447288"/>
              <a:ext cx="420624" cy="420624"/>
            </a:xfrm>
            <a:prstGeom prst="ellipse">
              <a:avLst/>
            </a:prstGeom>
            <a:solidFill>
              <a:srgbClr val="29ABE2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5</a:t>
              </a:r>
            </a:p>
          </p:txBody>
        </p:sp>
        <p:cxnSp>
          <p:nvCxnSpPr>
            <p:cNvPr id="27" name="Connector 26"/>
            <p:cNvCxnSpPr/>
            <p:nvPr/>
          </p:nvCxnSpPr>
          <p:spPr>
            <a:xfrm>
              <a:off x="10954512" y="3867912"/>
              <a:ext cx="0" cy="658368"/>
            </a:xfrm>
            <a:prstGeom prst="line">
              <a:avLst/>
            </a:prstGeom>
            <a:ln w="12700">
              <a:solidFill>
                <a:srgbClr val="D9D9D9"/>
              </a:solidFill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8" name="Rounded Rectangle 27"/>
            <p:cNvSpPr/>
            <p:nvPr/>
          </p:nvSpPr>
          <p:spPr>
            <a:xfrm>
              <a:off x="10497312" y="4553712"/>
              <a:ext cx="914400" cy="310896"/>
            </a:xfrm>
            <a:prstGeom prst="roundRect">
              <a:avLst/>
            </a:prstGeom>
            <a:solidFill>
              <a:srgbClr val="2A4A7F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0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M6</a:t>
              </a:r>
            </a:p>
          </p:txBody>
        </p:sp>
        <p:sp>
          <p:nvSpPr>
            <p:cNvPr id="29" name="TextBox 28"/>
            <p:cNvSpPr txBox="1"/>
            <p:nvPr/>
          </p:nvSpPr>
          <p:spPr>
            <a:xfrm>
              <a:off x="10144506" y="4919472"/>
              <a:ext cx="1620012" cy="548640"/>
            </a:xfrm>
            <a:prstGeom prst="rect">
              <a:avLst/>
            </a:prstGeom>
            <a:noFill/>
          </p:spPr>
          <p:txBody>
            <a:bodyPr wrap="square" anchor="t" lIns="38100" rIns="38100" tIns="25400" bIns="25400">
              <a:spAutoFit/>
            </a:bodyPr>
            <a:lstStyle/>
            <a:p>
              <a:pPr algn="ctr"/>
              <a:r>
                <a:rPr sz="1100" b="1">
                  <a:solidFill>
                    <a:srgbClr val="222222"/>
                  </a:solidFill>
                  <a:latin typeface="Pretendard"/>
                  <a:ea typeface="Pretendard"/>
                  <a:cs typeface="Pretendard"/>
                </a:rPr>
                <a:t>통합시험</a:t>
              </a:r>
            </a:p>
          </p:txBody>
        </p:sp>
        <p:sp>
          <p:nvSpPr>
            <p:cNvPr id="30" name="Oval 29"/>
            <p:cNvSpPr/>
            <p:nvPr/>
          </p:nvSpPr>
          <p:spPr>
            <a:xfrm>
              <a:off x="10744200" y="3447288"/>
              <a:ext cx="420624" cy="420624"/>
            </a:xfrm>
            <a:prstGeom prst="ellipse">
              <a:avLst/>
            </a:prstGeom>
            <a:solidFill>
              <a:srgbClr val="2A4A7F"/>
            </a:solidFill>
            <a:ln w="31750">
              <a:solidFill>
                <a:srgbClr val="FFFFFF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 wrap="square"/>
            <a:lstStyle/>
            <a:p>
              <a:pPr algn="ctr"/>
              <a:r>
                <a:rPr sz="1300" b="1">
                  <a:solidFill>
                    <a:srgbClr val="FFFFFF"/>
                  </a:solidFill>
                  <a:latin typeface="Pretendard"/>
                  <a:ea typeface="Pretendard"/>
                  <a:cs typeface="Pretendard"/>
                </a:rPr>
                <a:t>6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