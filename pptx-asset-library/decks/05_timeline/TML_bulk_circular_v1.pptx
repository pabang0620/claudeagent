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TML-023</a:t>
            </a:r>
          </a:p>
        </p:txBody>
      </p:sp>
      <p:grpSp>
        <p:nvGrpSpPr>
          <p:cNvPr id="21" name="asset:TML-023"/>
          <p:cNvGrpSpPr/>
          <p:nvPr/>
        </p:nvGrpSpPr>
        <p:grpSpPr>
          <a:xfrm>
            <a:off x="502920" y="475488"/>
            <a:ext cx="11155680" cy="5152644"/>
            <a:chOff x="502920" y="475488"/>
            <a:chExt cx="11155680" cy="51526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TML-035</a:t>
            </a:r>
          </a:p>
        </p:txBody>
      </p:sp>
      <p:grpSp>
        <p:nvGrpSpPr>
          <p:cNvPr id="26" name="asset:TML-035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86016" y="3557015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438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986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986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57200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51376" y="3557015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146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94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94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TML-047</a:t>
            </a:r>
          </a:p>
        </p:txBody>
      </p:sp>
      <p:grpSp>
        <p:nvGrpSpPr>
          <p:cNvPr id="31" name="asset:TML-047"/>
          <p:cNvGrpSpPr/>
          <p:nvPr/>
        </p:nvGrpSpPr>
        <p:grpSpPr>
          <a:xfrm>
            <a:off x="502920" y="475488"/>
            <a:ext cx="11155680" cy="5929698"/>
            <a:chOff x="502920" y="475488"/>
            <a:chExt cx="11155680" cy="592969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539664"/>
              <a:ext cx="1347951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16647" y="3119040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20726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5590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5590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833079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401775" y="4703651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507244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62108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62108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5156240" y="3977639"/>
              <a:ext cx="833080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735616" y="4703651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51155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06019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06019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4641368" y="3539664"/>
              <a:ext cx="1347952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220744" y="3119040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637673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92537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692537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TML-059</a:t>
            </a:r>
          </a:p>
        </p:txBody>
      </p:sp>
      <p:grpSp>
        <p:nvGrpSpPr>
          <p:cNvPr id="36" name="asset:TML-059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268979"/>
              <a:ext cx="1227435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284835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 flipH="1" flipV="1">
              <a:off x="4761884" y="3268979"/>
              <a:ext cx="1227436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4341260" y="2848355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851492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06356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6년차 성숙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06356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성장·확대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TML-071</a:t>
            </a:r>
          </a:p>
        </p:txBody>
      </p:sp>
      <p:grpSp>
        <p:nvGrpSpPr>
          <p:cNvPr id="21" name="asset:TML-071"/>
          <p:cNvGrpSpPr/>
          <p:nvPr/>
        </p:nvGrpSpPr>
        <p:grpSpPr>
          <a:xfrm>
            <a:off x="502920" y="475488"/>
            <a:ext cx="11155680" cy="5152644"/>
            <a:chOff x="502920" y="475488"/>
            <a:chExt cx="11155680" cy="51526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TML-083</a:t>
            </a:r>
          </a:p>
        </p:txBody>
      </p:sp>
      <p:grpSp>
        <p:nvGrpSpPr>
          <p:cNvPr id="26" name="asset:TML-083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86016" y="3557015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438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986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986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57200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51376" y="3557015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146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94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94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TML-095</a:t>
            </a:r>
          </a:p>
        </p:txBody>
      </p:sp>
      <p:grpSp>
        <p:nvGrpSpPr>
          <p:cNvPr id="31" name="asset:TML-095"/>
          <p:cNvGrpSpPr/>
          <p:nvPr/>
        </p:nvGrpSpPr>
        <p:grpSpPr>
          <a:xfrm>
            <a:off x="502920" y="475488"/>
            <a:ext cx="11155680" cy="5929698"/>
            <a:chOff x="502920" y="475488"/>
            <a:chExt cx="11155680" cy="592969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539664"/>
              <a:ext cx="1347951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16647" y="3119040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20726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5590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5590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833079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401775" y="4703651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507244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62108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62108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5156240" y="3977639"/>
              <a:ext cx="833080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735616" y="4703651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51155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06019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06019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4641368" y="3539664"/>
              <a:ext cx="1347952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220744" y="3119040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637673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92537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692537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TML-107</a:t>
            </a:r>
          </a:p>
        </p:txBody>
      </p:sp>
      <p:grpSp>
        <p:nvGrpSpPr>
          <p:cNvPr id="36" name="asset:TML-107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268979"/>
              <a:ext cx="1227435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284835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 flipH="1" flipV="1">
              <a:off x="4761884" y="3268979"/>
              <a:ext cx="1227436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4341260" y="2848355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851492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06356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6년차 성숙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06356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성장·확대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TML-119</a:t>
            </a:r>
          </a:p>
        </p:txBody>
      </p:sp>
      <p:grpSp>
        <p:nvGrpSpPr>
          <p:cNvPr id="21" name="asset:TML-119"/>
          <p:cNvGrpSpPr/>
          <p:nvPr/>
        </p:nvGrpSpPr>
        <p:grpSpPr>
          <a:xfrm>
            <a:off x="502920" y="475488"/>
            <a:ext cx="11155680" cy="5152644"/>
            <a:chOff x="502920" y="475488"/>
            <a:chExt cx="11155680" cy="51526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TML-131</a:t>
            </a:r>
          </a:p>
        </p:txBody>
      </p:sp>
      <p:grpSp>
        <p:nvGrpSpPr>
          <p:cNvPr id="26" name="asset:TML-131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86016" y="3557015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438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986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986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57200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51376" y="3557015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146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94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94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TML-143</a:t>
            </a:r>
          </a:p>
        </p:txBody>
      </p:sp>
      <p:grpSp>
        <p:nvGrpSpPr>
          <p:cNvPr id="31" name="asset:TML-143"/>
          <p:cNvGrpSpPr/>
          <p:nvPr/>
        </p:nvGrpSpPr>
        <p:grpSpPr>
          <a:xfrm>
            <a:off x="502920" y="475488"/>
            <a:ext cx="11155680" cy="5929698"/>
            <a:chOff x="502920" y="475488"/>
            <a:chExt cx="11155680" cy="592969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539664"/>
              <a:ext cx="1347951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16647" y="3119040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20726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5590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5590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833079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401775" y="4703651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507244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62108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62108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5156240" y="3977639"/>
              <a:ext cx="833080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735616" y="4703651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51155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06019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06019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4641368" y="3539664"/>
              <a:ext cx="1347952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220744" y="3119040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637673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92537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692537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TML-155</a:t>
            </a:r>
          </a:p>
        </p:txBody>
      </p:sp>
      <p:grpSp>
        <p:nvGrpSpPr>
          <p:cNvPr id="36" name="asset:TML-155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268979"/>
              <a:ext cx="1227435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284835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 flipH="1" flipV="1">
              <a:off x="4761884" y="3268979"/>
              <a:ext cx="1227436" cy="70866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4341260" y="2848355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851492" y="23271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06356" y="23820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6년차 성숙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06356" y="27111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성장·확대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TML-167</a:t>
            </a:r>
          </a:p>
        </p:txBody>
      </p:sp>
      <p:grpSp>
        <p:nvGrpSpPr>
          <p:cNvPr id="21" name="asset:TML-167"/>
          <p:cNvGrpSpPr/>
          <p:nvPr/>
        </p:nvGrpSpPr>
        <p:grpSpPr>
          <a:xfrm>
            <a:off x="502920" y="475488"/>
            <a:ext cx="11155680" cy="5152644"/>
            <a:chOff x="502920" y="475488"/>
            <a:chExt cx="11155680" cy="51526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227435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796131" y="4265676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06907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1771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61771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H="1">
              <a:off x="4761884" y="3977639"/>
              <a:ext cx="1227436" cy="708661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4341260" y="426567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51492" y="48417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06356" y="48966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6356" y="52257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TML-179</a:t>
            </a:r>
          </a:p>
        </p:txBody>
      </p:sp>
      <p:grpSp>
        <p:nvGrpSpPr>
          <p:cNvPr id="26" name="asset:TML-179"/>
          <p:cNvGrpSpPr/>
          <p:nvPr/>
        </p:nvGrpSpPr>
        <p:grpSpPr>
          <a:xfrm>
            <a:off x="502920" y="475488"/>
            <a:ext cx="11155680" cy="6409944"/>
            <a:chOff x="502920" y="475488"/>
            <a:chExt cx="11155680" cy="640994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98932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86016" y="3557015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438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986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986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0" cy="141732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568696" y="4974336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029200" y="6099048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84064" y="6153912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84064" y="64830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572000" y="3977639"/>
              <a:ext cx="1417320" cy="0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51376" y="3557015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14600" y="35844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9464" y="36393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9464" y="3968496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TML-191</a:t>
            </a:r>
          </a:p>
        </p:txBody>
      </p:sp>
      <p:grpSp>
        <p:nvGrpSpPr>
          <p:cNvPr id="31" name="asset:TML-191"/>
          <p:cNvGrpSpPr/>
          <p:nvPr/>
        </p:nvGrpSpPr>
        <p:grpSpPr>
          <a:xfrm>
            <a:off x="502920" y="475488"/>
            <a:ext cx="11155680" cy="5929698"/>
            <a:chOff x="502920" y="475488"/>
            <a:chExt cx="11155680" cy="592969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연차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중심 허브를 둘러싼 원 둘레에 단계를 등간격 배치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66359" y="3154679"/>
              <a:ext cx="1645920" cy="164592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로드맵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5989320" y="2560320"/>
              <a:ext cx="0" cy="1417319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568696" y="2139696"/>
              <a:ext cx="841248" cy="84124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29200" y="1069847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84064" y="1124711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1년차 기반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84064" y="1453895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체계 수립·기반 구축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989320" y="3539664"/>
              <a:ext cx="1347951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916647" y="3119040"/>
              <a:ext cx="841248" cy="84124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20726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5590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2년차 확산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5590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기능 확대·고도화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5989320" y="3977639"/>
              <a:ext cx="833079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401775" y="4703651"/>
              <a:ext cx="841248" cy="84124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507244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62108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3년차 성과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62108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전면 확산·성과 창출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5156240" y="3977639"/>
              <a:ext cx="833080" cy="1146636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735616" y="4703651"/>
              <a:ext cx="841248" cy="84124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51155" y="5618802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06019" y="5673666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4년차 정착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06019" y="6002850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자립 운영·지속 확산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4641368" y="3539664"/>
              <a:ext cx="1347952" cy="437975"/>
            </a:xfrm>
            <a:prstGeom prst="line">
              <a:avLst/>
            </a:prstGeom>
            <a:ln w="1587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220744" y="3119040"/>
              <a:ext cx="841248" cy="84124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637673" y="2807393"/>
              <a:ext cx="1920240" cy="786384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92537" y="2862257"/>
              <a:ext cx="1810512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5년차 도약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692537" y="3191441"/>
              <a:ext cx="1810512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고도화·지능화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