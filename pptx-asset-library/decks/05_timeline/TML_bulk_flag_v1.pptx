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TML-027</a:t>
            </a:r>
          </a:p>
        </p:txBody>
      </p:sp>
      <p:grpSp>
        <p:nvGrpSpPr>
          <p:cNvPr id="18" name="asset:TML-027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(3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TML-039</a:t>
            </a:r>
          </a:p>
        </p:txBody>
      </p:sp>
      <p:grpSp>
        <p:nvGrpSpPr>
          <p:cNvPr id="22" name="asset:TML-039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(4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33120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44500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4468367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29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592567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144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772972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7428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TML-051</a:t>
            </a:r>
          </a:p>
        </p:txBody>
      </p:sp>
      <p:grpSp>
        <p:nvGrpSpPr>
          <p:cNvPr id="26" name="asset:TML-051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(5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1586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63473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653027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9757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407907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85267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8545067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896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TML-063</a:t>
            </a:r>
          </a:p>
        </p:txBody>
      </p:sp>
      <p:grpSp>
        <p:nvGrpSpPr>
          <p:cNvPr id="30" name="asset:TML-063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(6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026664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145536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163824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08376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983480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02352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5120640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65192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6940295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7059167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7077455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22007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897112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5984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9034272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78824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entagon 27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TML-075</a:t>
            </a:r>
          </a:p>
        </p:txBody>
      </p:sp>
      <p:grpSp>
        <p:nvGrpSpPr>
          <p:cNvPr id="18" name="asset:TML-075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(3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TML-087</a:t>
            </a:r>
          </a:p>
        </p:txBody>
      </p:sp>
      <p:grpSp>
        <p:nvGrpSpPr>
          <p:cNvPr id="22" name="asset:TML-087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(4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33120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44500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4468367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29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592567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144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772972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7428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TML-099</a:t>
            </a:r>
          </a:p>
        </p:txBody>
      </p:sp>
      <p:grpSp>
        <p:nvGrpSpPr>
          <p:cNvPr id="26" name="asset:TML-099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(5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1586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63473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653027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9757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407907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85267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8545067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896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TML-111</a:t>
            </a:r>
          </a:p>
        </p:txBody>
      </p:sp>
      <p:grpSp>
        <p:nvGrpSpPr>
          <p:cNvPr id="30" name="asset:TML-111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(6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026664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145536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163824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08376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983480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02352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5120640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65192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6940295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7059167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7077455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22007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897112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5984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9034272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78824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entagon 27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TML-123</a:t>
            </a:r>
          </a:p>
        </p:txBody>
      </p:sp>
      <p:grpSp>
        <p:nvGrpSpPr>
          <p:cNvPr id="18" name="asset:TML-123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(3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TML-135</a:t>
            </a:r>
          </a:p>
        </p:txBody>
      </p:sp>
      <p:grpSp>
        <p:nvGrpSpPr>
          <p:cNvPr id="22" name="asset:TML-135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(4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33120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44500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4468367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29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592567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144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7729728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7428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TML-147</a:t>
            </a:r>
          </a:p>
        </p:txBody>
      </p:sp>
      <p:grpSp>
        <p:nvGrpSpPr>
          <p:cNvPr id="26" name="asset:TML-147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(5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1586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63473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653027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9757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407907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85267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8545067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896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TML-159</a:t>
            </a:r>
          </a:p>
        </p:txBody>
      </p:sp>
      <p:grpSp>
        <p:nvGrpSpPr>
          <p:cNvPr id="30" name="asset:TML-159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(6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026664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145536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163824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08376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983480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02352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5120640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65192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6940295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7059167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7077455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22007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897112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5984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9034272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78824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entagon 27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TML-171</a:t>
            </a:r>
          </a:p>
        </p:txBody>
      </p:sp>
      <p:grpSp>
        <p:nvGrpSpPr>
          <p:cNvPr id="18" name="asset:TML-171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(3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TML-183</a:t>
            </a:r>
          </a:p>
        </p:txBody>
      </p:sp>
      <p:grpSp>
        <p:nvGrpSpPr>
          <p:cNvPr id="22" name="asset:TML-183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(4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33120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44500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4468367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29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592567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144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7729728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7428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TML-195</a:t>
            </a:r>
          </a:p>
        </p:txBody>
      </p:sp>
      <p:grpSp>
        <p:nvGrpSpPr>
          <p:cNvPr id="26" name="asset:TML-195"/>
          <p:cNvGrpSpPr/>
          <p:nvPr/>
        </p:nvGrpSpPr>
        <p:grpSpPr>
          <a:xfrm>
            <a:off x="502920" y="475488"/>
            <a:ext cx="12024360" cy="5038344"/>
            <a:chOff x="502920" y="475488"/>
            <a:chExt cx="12024360" cy="50383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플래그 마일스톤 (5 깃발)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기준선의 시점마다 깃대와 깃발로 마일스톤을 강조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88720" y="5394960"/>
              <a:ext cx="9784080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069848" y="527608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18872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entagon 7"/>
            <p:cNvSpPr/>
            <p:nvPr/>
          </p:nvSpPr>
          <p:spPr>
            <a:xfrm>
              <a:off x="1207008" y="2743200"/>
              <a:ext cx="1417320" cy="603504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15868" y="527608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363473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entagon 11"/>
            <p:cNvSpPr/>
            <p:nvPr/>
          </p:nvSpPr>
          <p:spPr>
            <a:xfrm>
              <a:off x="3653027" y="2743200"/>
              <a:ext cx="1417320" cy="60350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9757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961888" y="527608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80759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6099047" y="2743200"/>
              <a:ext cx="1417320" cy="60350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59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407907" y="527608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852678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>
              <a:off x="8545067" y="2743200"/>
              <a:ext cx="1417320" cy="60350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89619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853928" y="527608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72800" y="2743200"/>
              <a:ext cx="0" cy="26517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entagon 23"/>
            <p:cNvSpPr/>
            <p:nvPr/>
          </p:nvSpPr>
          <p:spPr>
            <a:xfrm>
              <a:off x="10991088" y="2743200"/>
              <a:ext cx="1417320" cy="60350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35640" y="3383280"/>
              <a:ext cx="169164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