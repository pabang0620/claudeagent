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TML-027</a:t>
            </a:r>
          </a:p>
        </p:txBody>
      </p:sp>
      <p:grpSp>
        <p:nvGrpSpPr>
          <p:cNvPr id="18" name="asset:TML-027"/>
          <p:cNvGrpSpPr/>
          <p:nvPr/>
        </p:nvGrpSpPr>
        <p:grpSpPr>
          <a:xfrm>
            <a:off x="502920" y="475488"/>
            <a:ext cx="12024360" cy="5038344"/>
            <a:chOff x="502920" y="475488"/>
            <a:chExt cx="12024360" cy="50383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플래그 마일스톤 (3 깃발)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기준선의 시점마다 깃대와 깃발로 마일스톤을 강조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188720" y="5394960"/>
              <a:ext cx="9784080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069848" y="527608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18872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Pentagon 7"/>
            <p:cNvSpPr/>
            <p:nvPr/>
          </p:nvSpPr>
          <p:spPr>
            <a:xfrm>
              <a:off x="1207008" y="2743200"/>
              <a:ext cx="1417320" cy="603504"/>
            </a:xfrm>
            <a:prstGeom prst="homePlat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5156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961888" y="527608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6080759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Pentagon 11"/>
            <p:cNvSpPr/>
            <p:nvPr/>
          </p:nvSpPr>
          <p:spPr>
            <a:xfrm>
              <a:off x="6099047" y="2743200"/>
              <a:ext cx="1417320" cy="603504"/>
            </a:xfrm>
            <a:prstGeom prst="homePlat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43599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10853928" y="527608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1097280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Pentagon 15"/>
            <p:cNvSpPr/>
            <p:nvPr/>
          </p:nvSpPr>
          <p:spPr>
            <a:xfrm>
              <a:off x="10991088" y="2743200"/>
              <a:ext cx="1417320" cy="603504"/>
            </a:xfrm>
            <a:prstGeom prst="homePlat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83564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TML-039</a:t>
            </a:r>
          </a:p>
        </p:txBody>
      </p:sp>
      <p:grpSp>
        <p:nvGrpSpPr>
          <p:cNvPr id="22" name="asset:TML-039"/>
          <p:cNvGrpSpPr/>
          <p:nvPr/>
        </p:nvGrpSpPr>
        <p:grpSpPr>
          <a:xfrm>
            <a:off x="502920" y="475488"/>
            <a:ext cx="12024360" cy="5038344"/>
            <a:chOff x="502920" y="475488"/>
            <a:chExt cx="12024360" cy="50383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플래그 마일스톤 (4 깃발)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기준선의 시점마다 깃대와 깃발로 마일스톤을 강조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188720" y="5394960"/>
              <a:ext cx="9784080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069848" y="527608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18872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Pentagon 7"/>
            <p:cNvSpPr/>
            <p:nvPr/>
          </p:nvSpPr>
          <p:spPr>
            <a:xfrm>
              <a:off x="1207008" y="2743200"/>
              <a:ext cx="1417320" cy="603504"/>
            </a:xfrm>
            <a:prstGeom prst="homePlat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5156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4331208" y="527608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445008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Pentagon 11"/>
            <p:cNvSpPr/>
            <p:nvPr/>
          </p:nvSpPr>
          <p:spPr>
            <a:xfrm>
              <a:off x="4468367" y="2743200"/>
              <a:ext cx="1417320" cy="603504"/>
            </a:xfrm>
            <a:prstGeom prst="homePlat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312919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7592567" y="527608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771144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Pentagon 15"/>
            <p:cNvSpPr/>
            <p:nvPr/>
          </p:nvSpPr>
          <p:spPr>
            <a:xfrm>
              <a:off x="7729728" y="2743200"/>
              <a:ext cx="1417320" cy="603504"/>
            </a:xfrm>
            <a:prstGeom prst="homePlat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57428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10853928" y="527608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 flipV="1">
              <a:off x="1097280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Pentagon 19"/>
            <p:cNvSpPr/>
            <p:nvPr/>
          </p:nvSpPr>
          <p:spPr>
            <a:xfrm>
              <a:off x="10991088" y="2743200"/>
              <a:ext cx="1417320" cy="603504"/>
            </a:xfrm>
            <a:prstGeom prst="homePlat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83564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TML-051</a:t>
            </a:r>
          </a:p>
        </p:txBody>
      </p:sp>
      <p:grpSp>
        <p:nvGrpSpPr>
          <p:cNvPr id="26" name="asset:TML-051"/>
          <p:cNvGrpSpPr/>
          <p:nvPr/>
        </p:nvGrpSpPr>
        <p:grpSpPr>
          <a:xfrm>
            <a:off x="502920" y="475488"/>
            <a:ext cx="12024360" cy="5038344"/>
            <a:chOff x="502920" y="475488"/>
            <a:chExt cx="12024360" cy="50383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플래그 마일스톤 (5 깃발)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기준선의 시점마다 깃대와 깃발로 마일스톤을 강조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188720" y="5394960"/>
              <a:ext cx="9784080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069848" y="527608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18872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Pentagon 7"/>
            <p:cNvSpPr/>
            <p:nvPr/>
          </p:nvSpPr>
          <p:spPr>
            <a:xfrm>
              <a:off x="1207008" y="2743200"/>
              <a:ext cx="1417320" cy="603504"/>
            </a:xfrm>
            <a:prstGeom prst="homePlat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5156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3515868" y="527608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3634739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Pentagon 11"/>
            <p:cNvSpPr/>
            <p:nvPr/>
          </p:nvSpPr>
          <p:spPr>
            <a:xfrm>
              <a:off x="3653027" y="2743200"/>
              <a:ext cx="1417320" cy="603504"/>
            </a:xfrm>
            <a:prstGeom prst="homePlat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497579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5961888" y="527608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6080759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Pentagon 15"/>
            <p:cNvSpPr/>
            <p:nvPr/>
          </p:nvSpPr>
          <p:spPr>
            <a:xfrm>
              <a:off x="6099047" y="2743200"/>
              <a:ext cx="1417320" cy="603504"/>
            </a:xfrm>
            <a:prstGeom prst="homePlat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943599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8407907" y="527608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 flipV="1">
              <a:off x="852678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Pentagon 19"/>
            <p:cNvSpPr/>
            <p:nvPr/>
          </p:nvSpPr>
          <p:spPr>
            <a:xfrm>
              <a:off x="8545067" y="2743200"/>
              <a:ext cx="1417320" cy="603504"/>
            </a:xfrm>
            <a:prstGeom prst="homePlat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389619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10853928" y="527608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Connector 22"/>
            <p:cNvCxnSpPr/>
            <p:nvPr/>
          </p:nvCxnSpPr>
          <p:spPr>
            <a:xfrm flipV="1">
              <a:off x="1097280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Pentagon 23"/>
            <p:cNvSpPr/>
            <p:nvPr/>
          </p:nvSpPr>
          <p:spPr>
            <a:xfrm>
              <a:off x="10991088" y="2743200"/>
              <a:ext cx="1417320" cy="603504"/>
            </a:xfrm>
            <a:prstGeom prst="homePlat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83564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TML-063</a:t>
            </a:r>
          </a:p>
        </p:txBody>
      </p:sp>
      <p:grpSp>
        <p:nvGrpSpPr>
          <p:cNvPr id="30" name="asset:TML-063"/>
          <p:cNvGrpSpPr/>
          <p:nvPr/>
        </p:nvGrpSpPr>
        <p:grpSpPr>
          <a:xfrm>
            <a:off x="502920" y="475488"/>
            <a:ext cx="12024360" cy="5038344"/>
            <a:chOff x="502920" y="475488"/>
            <a:chExt cx="12024360" cy="50383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플래그 마일스톤 (6 깃발)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기준선의 시점마다 깃대와 깃발로 마일스톤을 강조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188720" y="5394960"/>
              <a:ext cx="9784080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069848" y="527608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18872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Pentagon 7"/>
            <p:cNvSpPr/>
            <p:nvPr/>
          </p:nvSpPr>
          <p:spPr>
            <a:xfrm>
              <a:off x="1207008" y="2743200"/>
              <a:ext cx="1417320" cy="603504"/>
            </a:xfrm>
            <a:prstGeom prst="homePlat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5156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3026664" y="527608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3145536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Pentagon 11"/>
            <p:cNvSpPr/>
            <p:nvPr/>
          </p:nvSpPr>
          <p:spPr>
            <a:xfrm>
              <a:off x="3163824" y="2743200"/>
              <a:ext cx="1417320" cy="603504"/>
            </a:xfrm>
            <a:prstGeom prst="homePlat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008376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4983480" y="527608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5102352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Pentagon 15"/>
            <p:cNvSpPr/>
            <p:nvPr/>
          </p:nvSpPr>
          <p:spPr>
            <a:xfrm>
              <a:off x="5120640" y="2743200"/>
              <a:ext cx="1417320" cy="603504"/>
            </a:xfrm>
            <a:prstGeom prst="homePlat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965192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6940295" y="527608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 flipV="1">
              <a:off x="7059167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Pentagon 19"/>
            <p:cNvSpPr/>
            <p:nvPr/>
          </p:nvSpPr>
          <p:spPr>
            <a:xfrm>
              <a:off x="7077455" y="2743200"/>
              <a:ext cx="1417320" cy="603504"/>
            </a:xfrm>
            <a:prstGeom prst="homePlat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922007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8897112" y="527608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Connector 22"/>
            <p:cNvCxnSpPr/>
            <p:nvPr/>
          </p:nvCxnSpPr>
          <p:spPr>
            <a:xfrm flipV="1">
              <a:off x="9015984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Pentagon 23"/>
            <p:cNvSpPr/>
            <p:nvPr/>
          </p:nvSpPr>
          <p:spPr>
            <a:xfrm>
              <a:off x="9034272" y="2743200"/>
              <a:ext cx="1417320" cy="603504"/>
            </a:xfrm>
            <a:prstGeom prst="homePlat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878824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10853928" y="527608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7" name="Connector 26"/>
            <p:cNvCxnSpPr/>
            <p:nvPr/>
          </p:nvCxnSpPr>
          <p:spPr>
            <a:xfrm flipV="1">
              <a:off x="1097280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Pentagon 27"/>
            <p:cNvSpPr/>
            <p:nvPr/>
          </p:nvSpPr>
          <p:spPr>
            <a:xfrm>
              <a:off x="10991088" y="2743200"/>
              <a:ext cx="1417320" cy="603504"/>
            </a:xfrm>
            <a:prstGeom prst="homePlat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M6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83564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TML-075</a:t>
            </a:r>
          </a:p>
        </p:txBody>
      </p:sp>
      <p:grpSp>
        <p:nvGrpSpPr>
          <p:cNvPr id="18" name="asset:TML-075"/>
          <p:cNvGrpSpPr/>
          <p:nvPr/>
        </p:nvGrpSpPr>
        <p:grpSpPr>
          <a:xfrm>
            <a:off x="502920" y="475488"/>
            <a:ext cx="12024360" cy="5038344"/>
            <a:chOff x="502920" y="475488"/>
            <a:chExt cx="12024360" cy="50383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플래그 마일스톤 (3 깃발)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기준선의 시점마다 깃대와 깃발로 마일스톤을 강조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188720" y="5394960"/>
              <a:ext cx="9784080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069848" y="527608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18872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Pentagon 7"/>
            <p:cNvSpPr/>
            <p:nvPr/>
          </p:nvSpPr>
          <p:spPr>
            <a:xfrm>
              <a:off x="1207008" y="2743200"/>
              <a:ext cx="1417320" cy="603504"/>
            </a:xfrm>
            <a:prstGeom prst="homePlat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5156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961888" y="527608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6080759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Pentagon 11"/>
            <p:cNvSpPr/>
            <p:nvPr/>
          </p:nvSpPr>
          <p:spPr>
            <a:xfrm>
              <a:off x="6099047" y="2743200"/>
              <a:ext cx="1417320" cy="603504"/>
            </a:xfrm>
            <a:prstGeom prst="homePlat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43599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10853928" y="527608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1097280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Pentagon 15"/>
            <p:cNvSpPr/>
            <p:nvPr/>
          </p:nvSpPr>
          <p:spPr>
            <a:xfrm>
              <a:off x="10991088" y="2743200"/>
              <a:ext cx="1417320" cy="603504"/>
            </a:xfrm>
            <a:prstGeom prst="homePlat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83564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TML-087</a:t>
            </a:r>
          </a:p>
        </p:txBody>
      </p:sp>
      <p:grpSp>
        <p:nvGrpSpPr>
          <p:cNvPr id="22" name="asset:TML-087"/>
          <p:cNvGrpSpPr/>
          <p:nvPr/>
        </p:nvGrpSpPr>
        <p:grpSpPr>
          <a:xfrm>
            <a:off x="502920" y="475488"/>
            <a:ext cx="12024360" cy="5038344"/>
            <a:chOff x="502920" y="475488"/>
            <a:chExt cx="12024360" cy="50383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플래그 마일스톤 (4 깃발)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기준선의 시점마다 깃대와 깃발로 마일스톤을 강조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188720" y="5394960"/>
              <a:ext cx="9784080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069848" y="527608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18872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Pentagon 7"/>
            <p:cNvSpPr/>
            <p:nvPr/>
          </p:nvSpPr>
          <p:spPr>
            <a:xfrm>
              <a:off x="1207008" y="2743200"/>
              <a:ext cx="1417320" cy="603504"/>
            </a:xfrm>
            <a:prstGeom prst="homePlat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5156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4331208" y="527608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445008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Pentagon 11"/>
            <p:cNvSpPr/>
            <p:nvPr/>
          </p:nvSpPr>
          <p:spPr>
            <a:xfrm>
              <a:off x="4468367" y="2743200"/>
              <a:ext cx="1417320" cy="603504"/>
            </a:xfrm>
            <a:prstGeom prst="homePlat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312919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7592567" y="527608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771144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Pentagon 15"/>
            <p:cNvSpPr/>
            <p:nvPr/>
          </p:nvSpPr>
          <p:spPr>
            <a:xfrm>
              <a:off x="7729728" y="2743200"/>
              <a:ext cx="1417320" cy="603504"/>
            </a:xfrm>
            <a:prstGeom prst="homePlat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57428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10853928" y="527608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 flipV="1">
              <a:off x="1097280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Pentagon 19"/>
            <p:cNvSpPr/>
            <p:nvPr/>
          </p:nvSpPr>
          <p:spPr>
            <a:xfrm>
              <a:off x="10991088" y="2743200"/>
              <a:ext cx="1417320" cy="603504"/>
            </a:xfrm>
            <a:prstGeom prst="homePlat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83564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TML-099</a:t>
            </a:r>
          </a:p>
        </p:txBody>
      </p:sp>
      <p:grpSp>
        <p:nvGrpSpPr>
          <p:cNvPr id="26" name="asset:TML-099"/>
          <p:cNvGrpSpPr/>
          <p:nvPr/>
        </p:nvGrpSpPr>
        <p:grpSpPr>
          <a:xfrm>
            <a:off x="502920" y="475488"/>
            <a:ext cx="12024360" cy="5038344"/>
            <a:chOff x="502920" y="475488"/>
            <a:chExt cx="12024360" cy="50383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플래그 마일스톤 (5 깃발)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기준선의 시점마다 깃대와 깃발로 마일스톤을 강조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188720" y="5394960"/>
              <a:ext cx="9784080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069848" y="527608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18872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Pentagon 7"/>
            <p:cNvSpPr/>
            <p:nvPr/>
          </p:nvSpPr>
          <p:spPr>
            <a:xfrm>
              <a:off x="1207008" y="2743200"/>
              <a:ext cx="1417320" cy="603504"/>
            </a:xfrm>
            <a:prstGeom prst="homePlat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5156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3515868" y="527608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3634739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Pentagon 11"/>
            <p:cNvSpPr/>
            <p:nvPr/>
          </p:nvSpPr>
          <p:spPr>
            <a:xfrm>
              <a:off x="3653027" y="2743200"/>
              <a:ext cx="1417320" cy="603504"/>
            </a:xfrm>
            <a:prstGeom prst="homePlat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497579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5961888" y="527608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6080759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Pentagon 15"/>
            <p:cNvSpPr/>
            <p:nvPr/>
          </p:nvSpPr>
          <p:spPr>
            <a:xfrm>
              <a:off x="6099047" y="2743200"/>
              <a:ext cx="1417320" cy="603504"/>
            </a:xfrm>
            <a:prstGeom prst="homePlat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943599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8407907" y="527608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 flipV="1">
              <a:off x="852678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Pentagon 19"/>
            <p:cNvSpPr/>
            <p:nvPr/>
          </p:nvSpPr>
          <p:spPr>
            <a:xfrm>
              <a:off x="8545067" y="2743200"/>
              <a:ext cx="1417320" cy="603504"/>
            </a:xfrm>
            <a:prstGeom prst="homePlat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389619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10853928" y="527608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Connector 22"/>
            <p:cNvCxnSpPr/>
            <p:nvPr/>
          </p:nvCxnSpPr>
          <p:spPr>
            <a:xfrm flipV="1">
              <a:off x="1097280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Pentagon 23"/>
            <p:cNvSpPr/>
            <p:nvPr/>
          </p:nvSpPr>
          <p:spPr>
            <a:xfrm>
              <a:off x="10991088" y="2743200"/>
              <a:ext cx="1417320" cy="603504"/>
            </a:xfrm>
            <a:prstGeom prst="homePlat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83564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TML-111</a:t>
            </a:r>
          </a:p>
        </p:txBody>
      </p:sp>
      <p:grpSp>
        <p:nvGrpSpPr>
          <p:cNvPr id="30" name="asset:TML-111"/>
          <p:cNvGrpSpPr/>
          <p:nvPr/>
        </p:nvGrpSpPr>
        <p:grpSpPr>
          <a:xfrm>
            <a:off x="502920" y="475488"/>
            <a:ext cx="12024360" cy="5038344"/>
            <a:chOff x="502920" y="475488"/>
            <a:chExt cx="12024360" cy="50383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플래그 마일스톤 (6 깃발)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기준선의 시점마다 깃대와 깃발로 마일스톤을 강조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188720" y="5394960"/>
              <a:ext cx="9784080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069848" y="527608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18872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Pentagon 7"/>
            <p:cNvSpPr/>
            <p:nvPr/>
          </p:nvSpPr>
          <p:spPr>
            <a:xfrm>
              <a:off x="1207008" y="2743200"/>
              <a:ext cx="1417320" cy="603504"/>
            </a:xfrm>
            <a:prstGeom prst="homePlat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5156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3026664" y="527608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3145536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Pentagon 11"/>
            <p:cNvSpPr/>
            <p:nvPr/>
          </p:nvSpPr>
          <p:spPr>
            <a:xfrm>
              <a:off x="3163824" y="2743200"/>
              <a:ext cx="1417320" cy="603504"/>
            </a:xfrm>
            <a:prstGeom prst="homePlat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008376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4983480" y="527608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5102352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Pentagon 15"/>
            <p:cNvSpPr/>
            <p:nvPr/>
          </p:nvSpPr>
          <p:spPr>
            <a:xfrm>
              <a:off x="5120640" y="2743200"/>
              <a:ext cx="1417320" cy="603504"/>
            </a:xfrm>
            <a:prstGeom prst="homePlat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965192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6940295" y="527608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 flipV="1">
              <a:off x="7059167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Pentagon 19"/>
            <p:cNvSpPr/>
            <p:nvPr/>
          </p:nvSpPr>
          <p:spPr>
            <a:xfrm>
              <a:off x="7077455" y="2743200"/>
              <a:ext cx="1417320" cy="603504"/>
            </a:xfrm>
            <a:prstGeom prst="homePlat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922007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8897112" y="527608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Connector 22"/>
            <p:cNvCxnSpPr/>
            <p:nvPr/>
          </p:nvCxnSpPr>
          <p:spPr>
            <a:xfrm flipV="1">
              <a:off x="9015984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Pentagon 23"/>
            <p:cNvSpPr/>
            <p:nvPr/>
          </p:nvSpPr>
          <p:spPr>
            <a:xfrm>
              <a:off x="9034272" y="2743200"/>
              <a:ext cx="1417320" cy="603504"/>
            </a:xfrm>
            <a:prstGeom prst="homePlat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878824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10853928" y="527608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7" name="Connector 26"/>
            <p:cNvCxnSpPr/>
            <p:nvPr/>
          </p:nvCxnSpPr>
          <p:spPr>
            <a:xfrm flipV="1">
              <a:off x="1097280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Pentagon 27"/>
            <p:cNvSpPr/>
            <p:nvPr/>
          </p:nvSpPr>
          <p:spPr>
            <a:xfrm>
              <a:off x="10991088" y="2743200"/>
              <a:ext cx="1417320" cy="603504"/>
            </a:xfrm>
            <a:prstGeom prst="homePlat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M6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83564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TML-123</a:t>
            </a:r>
          </a:p>
        </p:txBody>
      </p:sp>
      <p:grpSp>
        <p:nvGrpSpPr>
          <p:cNvPr id="18" name="asset:TML-123"/>
          <p:cNvGrpSpPr/>
          <p:nvPr/>
        </p:nvGrpSpPr>
        <p:grpSpPr>
          <a:xfrm>
            <a:off x="502920" y="475488"/>
            <a:ext cx="12024360" cy="5038344"/>
            <a:chOff x="502920" y="475488"/>
            <a:chExt cx="12024360" cy="50383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플래그 마일스톤 (3 깃발)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기준선의 시점마다 깃대와 깃발로 마일스톤을 강조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188720" y="5394960"/>
              <a:ext cx="9784080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069848" y="527608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18872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Pentagon 7"/>
            <p:cNvSpPr/>
            <p:nvPr/>
          </p:nvSpPr>
          <p:spPr>
            <a:xfrm>
              <a:off x="1207008" y="2743200"/>
              <a:ext cx="1417320" cy="603504"/>
            </a:xfrm>
            <a:prstGeom prst="homePlat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5156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961888" y="527608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6080759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Pentagon 11"/>
            <p:cNvSpPr/>
            <p:nvPr/>
          </p:nvSpPr>
          <p:spPr>
            <a:xfrm>
              <a:off x="6099047" y="2743200"/>
              <a:ext cx="1417320" cy="603504"/>
            </a:xfrm>
            <a:prstGeom prst="homePlat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43599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10853928" y="527608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1097280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Pentagon 15"/>
            <p:cNvSpPr/>
            <p:nvPr/>
          </p:nvSpPr>
          <p:spPr>
            <a:xfrm>
              <a:off x="10991088" y="2743200"/>
              <a:ext cx="1417320" cy="603504"/>
            </a:xfrm>
            <a:prstGeom prst="homePlat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83564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TML-135</a:t>
            </a:r>
          </a:p>
        </p:txBody>
      </p:sp>
      <p:grpSp>
        <p:nvGrpSpPr>
          <p:cNvPr id="22" name="asset:TML-135"/>
          <p:cNvGrpSpPr/>
          <p:nvPr/>
        </p:nvGrpSpPr>
        <p:grpSpPr>
          <a:xfrm>
            <a:off x="502920" y="475488"/>
            <a:ext cx="12024360" cy="5038344"/>
            <a:chOff x="502920" y="475488"/>
            <a:chExt cx="12024360" cy="50383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플래그 마일스톤 (4 깃발)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기준선의 시점마다 깃대와 깃발로 마일스톤을 강조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188720" y="5394960"/>
              <a:ext cx="9784080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069848" y="527608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18872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Pentagon 7"/>
            <p:cNvSpPr/>
            <p:nvPr/>
          </p:nvSpPr>
          <p:spPr>
            <a:xfrm>
              <a:off x="1207008" y="2743200"/>
              <a:ext cx="1417320" cy="603504"/>
            </a:xfrm>
            <a:prstGeom prst="homePlat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5156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4331208" y="527608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445008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Pentagon 11"/>
            <p:cNvSpPr/>
            <p:nvPr/>
          </p:nvSpPr>
          <p:spPr>
            <a:xfrm>
              <a:off x="4468367" y="2743200"/>
              <a:ext cx="1417320" cy="603504"/>
            </a:xfrm>
            <a:prstGeom prst="homePlat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312919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7592567" y="527608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771144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Pentagon 15"/>
            <p:cNvSpPr/>
            <p:nvPr/>
          </p:nvSpPr>
          <p:spPr>
            <a:xfrm>
              <a:off x="7729728" y="2743200"/>
              <a:ext cx="1417320" cy="603504"/>
            </a:xfrm>
            <a:prstGeom prst="homePlat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57428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10853928" y="527608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 flipV="1">
              <a:off x="1097280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Pentagon 19"/>
            <p:cNvSpPr/>
            <p:nvPr/>
          </p:nvSpPr>
          <p:spPr>
            <a:xfrm>
              <a:off x="10991088" y="2743200"/>
              <a:ext cx="1417320" cy="603504"/>
            </a:xfrm>
            <a:prstGeom prst="homePlat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83564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TML-147</a:t>
            </a:r>
          </a:p>
        </p:txBody>
      </p:sp>
      <p:grpSp>
        <p:nvGrpSpPr>
          <p:cNvPr id="26" name="asset:TML-147"/>
          <p:cNvGrpSpPr/>
          <p:nvPr/>
        </p:nvGrpSpPr>
        <p:grpSpPr>
          <a:xfrm>
            <a:off x="502920" y="475488"/>
            <a:ext cx="12024360" cy="5038344"/>
            <a:chOff x="502920" y="475488"/>
            <a:chExt cx="12024360" cy="50383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플래그 마일스톤 (5 깃발)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기준선의 시점마다 깃대와 깃발로 마일스톤을 강조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188720" y="5394960"/>
              <a:ext cx="9784080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069848" y="527608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18872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Pentagon 7"/>
            <p:cNvSpPr/>
            <p:nvPr/>
          </p:nvSpPr>
          <p:spPr>
            <a:xfrm>
              <a:off x="1207008" y="2743200"/>
              <a:ext cx="1417320" cy="603504"/>
            </a:xfrm>
            <a:prstGeom prst="homePlat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5156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3515868" y="527608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3634739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Pentagon 11"/>
            <p:cNvSpPr/>
            <p:nvPr/>
          </p:nvSpPr>
          <p:spPr>
            <a:xfrm>
              <a:off x="3653027" y="2743200"/>
              <a:ext cx="1417320" cy="603504"/>
            </a:xfrm>
            <a:prstGeom prst="homePlat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497579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5961888" y="527608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6080759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Pentagon 15"/>
            <p:cNvSpPr/>
            <p:nvPr/>
          </p:nvSpPr>
          <p:spPr>
            <a:xfrm>
              <a:off x="6099047" y="2743200"/>
              <a:ext cx="1417320" cy="603504"/>
            </a:xfrm>
            <a:prstGeom prst="homePlat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943599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8407907" y="527608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 flipV="1">
              <a:off x="852678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Pentagon 19"/>
            <p:cNvSpPr/>
            <p:nvPr/>
          </p:nvSpPr>
          <p:spPr>
            <a:xfrm>
              <a:off x="8545067" y="2743200"/>
              <a:ext cx="1417320" cy="603504"/>
            </a:xfrm>
            <a:prstGeom prst="homePlat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389619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10853928" y="527608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Connector 22"/>
            <p:cNvCxnSpPr/>
            <p:nvPr/>
          </p:nvCxnSpPr>
          <p:spPr>
            <a:xfrm flipV="1">
              <a:off x="1097280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Pentagon 23"/>
            <p:cNvSpPr/>
            <p:nvPr/>
          </p:nvSpPr>
          <p:spPr>
            <a:xfrm>
              <a:off x="10991088" y="2743200"/>
              <a:ext cx="1417320" cy="603504"/>
            </a:xfrm>
            <a:prstGeom prst="homePlat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83564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TML-159</a:t>
            </a:r>
          </a:p>
        </p:txBody>
      </p:sp>
      <p:grpSp>
        <p:nvGrpSpPr>
          <p:cNvPr id="30" name="asset:TML-159"/>
          <p:cNvGrpSpPr/>
          <p:nvPr/>
        </p:nvGrpSpPr>
        <p:grpSpPr>
          <a:xfrm>
            <a:off x="502920" y="475488"/>
            <a:ext cx="12024360" cy="5038344"/>
            <a:chOff x="502920" y="475488"/>
            <a:chExt cx="12024360" cy="50383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플래그 마일스톤 (6 깃발)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기준선의 시점마다 깃대와 깃발로 마일스톤을 강조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188720" y="5394960"/>
              <a:ext cx="9784080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069848" y="527608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18872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Pentagon 7"/>
            <p:cNvSpPr/>
            <p:nvPr/>
          </p:nvSpPr>
          <p:spPr>
            <a:xfrm>
              <a:off x="1207008" y="2743200"/>
              <a:ext cx="1417320" cy="603504"/>
            </a:xfrm>
            <a:prstGeom prst="homePlat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5156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3026664" y="527608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3145536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Pentagon 11"/>
            <p:cNvSpPr/>
            <p:nvPr/>
          </p:nvSpPr>
          <p:spPr>
            <a:xfrm>
              <a:off x="3163824" y="2743200"/>
              <a:ext cx="1417320" cy="603504"/>
            </a:xfrm>
            <a:prstGeom prst="homePlat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008376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4983480" y="527608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5102352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Pentagon 15"/>
            <p:cNvSpPr/>
            <p:nvPr/>
          </p:nvSpPr>
          <p:spPr>
            <a:xfrm>
              <a:off x="5120640" y="2743200"/>
              <a:ext cx="1417320" cy="603504"/>
            </a:xfrm>
            <a:prstGeom prst="homePlat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965192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6940295" y="527608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 flipV="1">
              <a:off x="7059167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Pentagon 19"/>
            <p:cNvSpPr/>
            <p:nvPr/>
          </p:nvSpPr>
          <p:spPr>
            <a:xfrm>
              <a:off x="7077455" y="2743200"/>
              <a:ext cx="1417320" cy="603504"/>
            </a:xfrm>
            <a:prstGeom prst="homePlat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922007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8897112" y="527608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Connector 22"/>
            <p:cNvCxnSpPr/>
            <p:nvPr/>
          </p:nvCxnSpPr>
          <p:spPr>
            <a:xfrm flipV="1">
              <a:off x="9015984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Pentagon 23"/>
            <p:cNvSpPr/>
            <p:nvPr/>
          </p:nvSpPr>
          <p:spPr>
            <a:xfrm>
              <a:off x="9034272" y="2743200"/>
              <a:ext cx="1417320" cy="603504"/>
            </a:xfrm>
            <a:prstGeom prst="homePlat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878824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10853928" y="527608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7" name="Connector 26"/>
            <p:cNvCxnSpPr/>
            <p:nvPr/>
          </p:nvCxnSpPr>
          <p:spPr>
            <a:xfrm flipV="1">
              <a:off x="1097280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Pentagon 27"/>
            <p:cNvSpPr/>
            <p:nvPr/>
          </p:nvSpPr>
          <p:spPr>
            <a:xfrm>
              <a:off x="10991088" y="2743200"/>
              <a:ext cx="1417320" cy="603504"/>
            </a:xfrm>
            <a:prstGeom prst="homePlat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M6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83564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TML-171</a:t>
            </a:r>
          </a:p>
        </p:txBody>
      </p:sp>
      <p:grpSp>
        <p:nvGrpSpPr>
          <p:cNvPr id="18" name="asset:TML-171"/>
          <p:cNvGrpSpPr/>
          <p:nvPr/>
        </p:nvGrpSpPr>
        <p:grpSpPr>
          <a:xfrm>
            <a:off x="502920" y="475488"/>
            <a:ext cx="12024360" cy="5038344"/>
            <a:chOff x="502920" y="475488"/>
            <a:chExt cx="12024360" cy="50383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플래그 마일스톤 (3 깃발)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기준선의 시점마다 깃대와 깃발로 마일스톤을 강조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188720" y="5394960"/>
              <a:ext cx="9784080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069848" y="527608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18872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Pentagon 7"/>
            <p:cNvSpPr/>
            <p:nvPr/>
          </p:nvSpPr>
          <p:spPr>
            <a:xfrm>
              <a:off x="1207008" y="2743200"/>
              <a:ext cx="1417320" cy="603504"/>
            </a:xfrm>
            <a:prstGeom prst="homePlat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5156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961888" y="527608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6080759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Pentagon 11"/>
            <p:cNvSpPr/>
            <p:nvPr/>
          </p:nvSpPr>
          <p:spPr>
            <a:xfrm>
              <a:off x="6099047" y="2743200"/>
              <a:ext cx="1417320" cy="603504"/>
            </a:xfrm>
            <a:prstGeom prst="homePlat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43599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10853928" y="527608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1097280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Pentagon 15"/>
            <p:cNvSpPr/>
            <p:nvPr/>
          </p:nvSpPr>
          <p:spPr>
            <a:xfrm>
              <a:off x="10991088" y="2743200"/>
              <a:ext cx="1417320" cy="603504"/>
            </a:xfrm>
            <a:prstGeom prst="homePlat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83564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TML-183</a:t>
            </a:r>
          </a:p>
        </p:txBody>
      </p:sp>
      <p:grpSp>
        <p:nvGrpSpPr>
          <p:cNvPr id="22" name="asset:TML-183"/>
          <p:cNvGrpSpPr/>
          <p:nvPr/>
        </p:nvGrpSpPr>
        <p:grpSpPr>
          <a:xfrm>
            <a:off x="502920" y="475488"/>
            <a:ext cx="12024360" cy="5038344"/>
            <a:chOff x="502920" y="475488"/>
            <a:chExt cx="12024360" cy="50383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플래그 마일스톤 (4 깃발)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기준선의 시점마다 깃대와 깃발로 마일스톤을 강조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188720" y="5394960"/>
              <a:ext cx="9784080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069848" y="527608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18872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Pentagon 7"/>
            <p:cNvSpPr/>
            <p:nvPr/>
          </p:nvSpPr>
          <p:spPr>
            <a:xfrm>
              <a:off x="1207008" y="2743200"/>
              <a:ext cx="1417320" cy="603504"/>
            </a:xfrm>
            <a:prstGeom prst="homePlat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5156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4331208" y="527608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445008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Pentagon 11"/>
            <p:cNvSpPr/>
            <p:nvPr/>
          </p:nvSpPr>
          <p:spPr>
            <a:xfrm>
              <a:off x="4468367" y="2743200"/>
              <a:ext cx="1417320" cy="603504"/>
            </a:xfrm>
            <a:prstGeom prst="homePlat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312919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7592567" y="527608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771144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Pentagon 15"/>
            <p:cNvSpPr/>
            <p:nvPr/>
          </p:nvSpPr>
          <p:spPr>
            <a:xfrm>
              <a:off x="7729728" y="2743200"/>
              <a:ext cx="1417320" cy="603504"/>
            </a:xfrm>
            <a:prstGeom prst="homePlat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57428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10853928" y="527608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 flipV="1">
              <a:off x="1097280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Pentagon 19"/>
            <p:cNvSpPr/>
            <p:nvPr/>
          </p:nvSpPr>
          <p:spPr>
            <a:xfrm>
              <a:off x="10991088" y="2743200"/>
              <a:ext cx="1417320" cy="603504"/>
            </a:xfrm>
            <a:prstGeom prst="homePlat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83564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TML-195</a:t>
            </a:r>
          </a:p>
        </p:txBody>
      </p:sp>
      <p:grpSp>
        <p:nvGrpSpPr>
          <p:cNvPr id="26" name="asset:TML-195"/>
          <p:cNvGrpSpPr/>
          <p:nvPr/>
        </p:nvGrpSpPr>
        <p:grpSpPr>
          <a:xfrm>
            <a:off x="502920" y="475488"/>
            <a:ext cx="12024360" cy="5038344"/>
            <a:chOff x="502920" y="475488"/>
            <a:chExt cx="12024360" cy="50383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플래그 마일스톤 (5 깃발)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기준선의 시점마다 깃대와 깃발로 마일스톤을 강조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188720" y="5394960"/>
              <a:ext cx="9784080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069848" y="527608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18872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Pentagon 7"/>
            <p:cNvSpPr/>
            <p:nvPr/>
          </p:nvSpPr>
          <p:spPr>
            <a:xfrm>
              <a:off x="1207008" y="2743200"/>
              <a:ext cx="1417320" cy="603504"/>
            </a:xfrm>
            <a:prstGeom prst="homePlat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5156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3515868" y="527608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3634739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Pentagon 11"/>
            <p:cNvSpPr/>
            <p:nvPr/>
          </p:nvSpPr>
          <p:spPr>
            <a:xfrm>
              <a:off x="3653027" y="2743200"/>
              <a:ext cx="1417320" cy="603504"/>
            </a:xfrm>
            <a:prstGeom prst="homePlat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497579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5961888" y="527608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6080759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Pentagon 15"/>
            <p:cNvSpPr/>
            <p:nvPr/>
          </p:nvSpPr>
          <p:spPr>
            <a:xfrm>
              <a:off x="6099047" y="2743200"/>
              <a:ext cx="1417320" cy="603504"/>
            </a:xfrm>
            <a:prstGeom prst="homePlat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943599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8407907" y="527608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 flipV="1">
              <a:off x="852678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Pentagon 19"/>
            <p:cNvSpPr/>
            <p:nvPr/>
          </p:nvSpPr>
          <p:spPr>
            <a:xfrm>
              <a:off x="8545067" y="2743200"/>
              <a:ext cx="1417320" cy="603504"/>
            </a:xfrm>
            <a:prstGeom prst="homePlat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389619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10853928" y="527608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Connector 22"/>
            <p:cNvCxnSpPr/>
            <p:nvPr/>
          </p:nvCxnSpPr>
          <p:spPr>
            <a:xfrm flipV="1">
              <a:off x="10972800" y="2743200"/>
              <a:ext cx="0" cy="26517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Pentagon 23"/>
            <p:cNvSpPr/>
            <p:nvPr/>
          </p:nvSpPr>
          <p:spPr>
            <a:xfrm>
              <a:off x="10991088" y="2743200"/>
              <a:ext cx="1417320" cy="603504"/>
            </a:xfrm>
            <a:prstGeom prst="homePlat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835640" y="3383280"/>
              <a:ext cx="169164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