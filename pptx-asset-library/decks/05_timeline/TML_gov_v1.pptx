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90536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26" name="asset:TML-201"/>
          <p:cNvGrpSpPr/>
          <p:nvPr/>
        </p:nvGrpSpPr>
        <p:grpSpPr>
          <a:xfrm>
            <a:off x="457200" y="320040"/>
            <a:ext cx="10082400" cy="7178039"/>
            <a:chOff x="457200" y="320040"/>
            <a:chExt cx="10082400" cy="7178039"/>
          </a:xfrm>
        </p:grpSpPr>
        <p:sp>
          <p:nvSpPr>
            <p:cNvPr id="2" name="TextBox 1"/>
            <p:cNvSpPr txBox="1"/>
            <p:nvPr/>
          </p:nvSpPr>
          <p:spPr>
            <a:xfrm>
              <a:off x="457200" y="320040"/>
              <a:ext cx="99909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2E4692"/>
                  </a:solidFill>
                  <a:latin typeface="Pretendard GOV Black"/>
                  <a:ea typeface="Pretendard GOV Black"/>
                  <a:cs typeface="Pretendard GOV Black"/>
                </a:rPr>
                <a:t>gov 대형 실행 스케줄 그리드</a:t>
              </a: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457200" y="777240"/>
              <a:ext cx="999096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697591"/>
                  </a:solidFill>
                  <a:latin typeface="Pretendard GOV Light"/>
                  <a:ea typeface="Pretendard GOV Light"/>
                  <a:cs typeface="Pretendard GOV Light"/>
                </a:rPr>
                <a:t>2단 헤더(월 카테고리 1/5/4/4/5/4/4 비균등 gridSpan × 27리프 컬럼, slide4 실측 구조) · 리프=ISO 주차 26~52 · 좌측 구분 + 우측 비고 컬럼</a:t>
              </a:r>
            </a:p>
          </p:txBody>
        </p:sp>
        <p:sp>
          <p:nvSpPr>
            <p:cNvPr id="4" name="Rectangle 3"/>
            <p:cNvSpPr/>
            <p:nvPr/>
          </p:nvSpPr>
          <p:spPr>
            <a:xfrm>
              <a:off x="457200" y="1234440"/>
              <a:ext cx="1737360" cy="731520"/>
            </a:xfrm>
            <a:prstGeom prst="rect">
              <a:avLst/>
            </a:prstGeom>
            <a:solidFill>
              <a:srgbClr val="8F99A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457200" y="1234440"/>
              <a:ext cx="1737360" cy="7315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 GOV ExtraBold"/>
                  <a:ea typeface="Pretendard GOV ExtraBold"/>
                  <a:cs typeface="Pretendard GOV ExtraBold"/>
                </a:rPr>
                <a:t>구분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194560" y="1234440"/>
              <a:ext cx="285368" cy="365760"/>
            </a:xfrm>
            <a:prstGeom prst="rect">
              <a:avLst/>
            </a:prstGeom>
            <a:solidFill>
              <a:srgbClr val="76829E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194560" y="123444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 GOV ExtraBold"/>
                  <a:ea typeface="Pretendard GOV ExtraBold"/>
                  <a:cs typeface="Pretendard GOV ExtraBold"/>
                </a:rPr>
                <a:t>6월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479928" y="1234440"/>
              <a:ext cx="1426844" cy="365760"/>
            </a:xfrm>
            <a:prstGeom prst="rect">
              <a:avLst/>
            </a:prstGeom>
            <a:solidFill>
              <a:srgbClr val="76829E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479928" y="1234440"/>
              <a:ext cx="142684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 GOV ExtraBold"/>
                  <a:ea typeface="Pretendard GOV ExtraBold"/>
                  <a:cs typeface="Pretendard GOV ExtraBold"/>
                </a:rPr>
                <a:t>7월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906773" y="1234440"/>
              <a:ext cx="1141475" cy="365760"/>
            </a:xfrm>
            <a:prstGeom prst="rect">
              <a:avLst/>
            </a:prstGeom>
            <a:solidFill>
              <a:srgbClr val="76829E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906773" y="1234440"/>
              <a:ext cx="1141475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 GOV ExtraBold"/>
                  <a:ea typeface="Pretendard GOV ExtraBold"/>
                  <a:cs typeface="Pretendard GOV ExtraBold"/>
                </a:rPr>
                <a:t>8월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048248" y="1234440"/>
              <a:ext cx="1141475" cy="365760"/>
            </a:xfrm>
            <a:prstGeom prst="rect">
              <a:avLst/>
            </a:prstGeom>
            <a:solidFill>
              <a:srgbClr val="76829E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048248" y="1234440"/>
              <a:ext cx="1141475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 GOV ExtraBold"/>
                  <a:ea typeface="Pretendard GOV ExtraBold"/>
                  <a:cs typeface="Pretendard GOV ExtraBold"/>
                </a:rPr>
                <a:t>9월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189724" y="1234440"/>
              <a:ext cx="1426844" cy="365760"/>
            </a:xfrm>
            <a:prstGeom prst="rect">
              <a:avLst/>
            </a:prstGeom>
            <a:solidFill>
              <a:srgbClr val="76829E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189724" y="1234440"/>
              <a:ext cx="142684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 GOV ExtraBold"/>
                  <a:ea typeface="Pretendard GOV ExtraBold"/>
                  <a:cs typeface="Pretendard GOV ExtraBold"/>
                </a:rPr>
                <a:t>10월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616568" y="1234440"/>
              <a:ext cx="1141475" cy="365760"/>
            </a:xfrm>
            <a:prstGeom prst="rect">
              <a:avLst/>
            </a:prstGeom>
            <a:solidFill>
              <a:srgbClr val="76829E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616568" y="1234440"/>
              <a:ext cx="1141475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 GOV ExtraBold"/>
                  <a:ea typeface="Pretendard GOV ExtraBold"/>
                  <a:cs typeface="Pretendard GOV ExtraBold"/>
                </a:rPr>
                <a:t>11월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758044" y="1234440"/>
              <a:ext cx="1141475" cy="365760"/>
            </a:xfrm>
            <a:prstGeom prst="rect">
              <a:avLst/>
            </a:prstGeom>
            <a:solidFill>
              <a:srgbClr val="76829E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758044" y="1234440"/>
              <a:ext cx="1141475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 GOV ExtraBold"/>
                  <a:ea typeface="Pretendard GOV ExtraBold"/>
                  <a:cs typeface="Pretendard GOV ExtraBold"/>
                </a:rPr>
                <a:t>12월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2194560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194560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26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2479928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479928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27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765297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765297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28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3050666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050666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29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336035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336035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30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621404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621404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31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906773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906773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32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4192142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192142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33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4477511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4477511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34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762879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762879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35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048248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048248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36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333617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5333617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37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5618986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5618986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38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904355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5904355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39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6189724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189724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40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6475093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6475093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41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760462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6760462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42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045831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045831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43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7331200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7331200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44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7616568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7616568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45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7901937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901937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46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8187306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8187306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47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8472675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8472675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48</a:t>
              </a:r>
            </a:p>
          </p:txBody>
        </p:sp>
        <p:sp>
          <p:nvSpPr>
            <p:cNvPr id="66" name="Rectangle 65"/>
            <p:cNvSpPr/>
            <p:nvPr/>
          </p:nvSpPr>
          <p:spPr>
            <a:xfrm>
              <a:off x="8758044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8758044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49</a:t>
              </a:r>
            </a:p>
          </p:txBody>
        </p:sp>
        <p:sp>
          <p:nvSpPr>
            <p:cNvPr id="68" name="Rectangle 67"/>
            <p:cNvSpPr/>
            <p:nvPr/>
          </p:nvSpPr>
          <p:spPr>
            <a:xfrm>
              <a:off x="9043413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9043413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50</a:t>
              </a:r>
            </a:p>
          </p:txBody>
        </p:sp>
        <p:sp>
          <p:nvSpPr>
            <p:cNvPr id="70" name="Rectangle 69"/>
            <p:cNvSpPr/>
            <p:nvPr/>
          </p:nvSpPr>
          <p:spPr>
            <a:xfrm>
              <a:off x="9328782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9328782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51</a:t>
              </a:r>
            </a:p>
          </p:txBody>
        </p:sp>
        <p:sp>
          <p:nvSpPr>
            <p:cNvPr id="72" name="Rectangle 71"/>
            <p:cNvSpPr/>
            <p:nvPr/>
          </p:nvSpPr>
          <p:spPr>
            <a:xfrm>
              <a:off x="9614151" y="1600200"/>
              <a:ext cx="285368" cy="36576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9614151" y="1600200"/>
              <a:ext cx="2853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52</a:t>
              </a: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9899520" y="1234440"/>
              <a:ext cx="640080" cy="731520"/>
            </a:xfrm>
            <a:prstGeom prst="rect">
              <a:avLst/>
            </a:prstGeom>
            <a:solidFill>
              <a:srgbClr val="8F99A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9899520" y="1234440"/>
              <a:ext cx="640080" cy="7315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 GOV ExtraBold"/>
                  <a:ea typeface="Pretendard GOV ExtraBold"/>
                  <a:cs typeface="Pretendard GOV ExtraBold"/>
                </a:rPr>
                <a:t>비고</a:t>
              </a:r>
            </a:p>
          </p:txBody>
        </p:sp>
        <p:sp>
          <p:nvSpPr>
            <p:cNvPr id="76" name="Rectangle 75"/>
            <p:cNvSpPr/>
            <p:nvPr/>
          </p:nvSpPr>
          <p:spPr>
            <a:xfrm>
              <a:off x="457200" y="1965960"/>
              <a:ext cx="173736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530352" y="1965960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주요 마일스톤</a:t>
              </a:r>
            </a:p>
          </p:txBody>
        </p:sp>
        <p:sp>
          <p:nvSpPr>
            <p:cNvPr id="78" name="Rectangle 77"/>
            <p:cNvSpPr/>
            <p:nvPr/>
          </p:nvSpPr>
          <p:spPr>
            <a:xfrm>
              <a:off x="2194560" y="1965960"/>
              <a:ext cx="7704960" cy="230504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9899520" y="1965960"/>
              <a:ext cx="64008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Rounded Rectangle 79"/>
            <p:cNvSpPr/>
            <p:nvPr/>
          </p:nvSpPr>
          <p:spPr>
            <a:xfrm>
              <a:off x="2211682" y="2016671"/>
              <a:ext cx="821862" cy="129082"/>
            </a:xfrm>
            <a:prstGeom prst="roundRect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Rectangle 80"/>
            <p:cNvSpPr/>
            <p:nvPr/>
          </p:nvSpPr>
          <p:spPr>
            <a:xfrm>
              <a:off x="457200" y="2196465"/>
              <a:ext cx="173736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530352" y="2196465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사전 자문 결과 및 전략</a:t>
              </a:r>
            </a:p>
          </p:txBody>
        </p:sp>
        <p:sp>
          <p:nvSpPr>
            <p:cNvPr id="83" name="Rectangle 82"/>
            <p:cNvSpPr/>
            <p:nvPr/>
          </p:nvSpPr>
          <p:spPr>
            <a:xfrm>
              <a:off x="2194560" y="2196465"/>
              <a:ext cx="7704960" cy="23050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9899520" y="2196465"/>
              <a:ext cx="64008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" name="Rounded Rectangle 84"/>
            <p:cNvSpPr/>
            <p:nvPr/>
          </p:nvSpPr>
          <p:spPr>
            <a:xfrm>
              <a:off x="2497051" y="2247176"/>
              <a:ext cx="821862" cy="129082"/>
            </a:xfrm>
            <a:prstGeom prst="roundRect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" name="Rectangle 85"/>
            <p:cNvSpPr/>
            <p:nvPr/>
          </p:nvSpPr>
          <p:spPr>
            <a:xfrm>
              <a:off x="457200" y="2426969"/>
              <a:ext cx="173736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530352" y="2426969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분야별 학계 전문가 자문</a:t>
              </a:r>
            </a:p>
          </p:txBody>
        </p:sp>
        <p:sp>
          <p:nvSpPr>
            <p:cNvPr id="88" name="Rectangle 87"/>
            <p:cNvSpPr/>
            <p:nvPr/>
          </p:nvSpPr>
          <p:spPr>
            <a:xfrm>
              <a:off x="2194560" y="2426969"/>
              <a:ext cx="7704960" cy="230504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9899520" y="2426969"/>
              <a:ext cx="64008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" name="Rounded Rectangle 89"/>
            <p:cNvSpPr/>
            <p:nvPr/>
          </p:nvSpPr>
          <p:spPr>
            <a:xfrm>
              <a:off x="2782419" y="2477681"/>
              <a:ext cx="821862" cy="129082"/>
            </a:xfrm>
            <a:prstGeom prst="roundRect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" name="Rectangle 90"/>
            <p:cNvSpPr/>
            <p:nvPr/>
          </p:nvSpPr>
          <p:spPr>
            <a:xfrm>
              <a:off x="457200" y="2657475"/>
              <a:ext cx="173736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30352" y="2657475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분야별 업계 전문가 자문</a:t>
              </a:r>
            </a:p>
          </p:txBody>
        </p:sp>
        <p:sp>
          <p:nvSpPr>
            <p:cNvPr id="93" name="Rectangle 92"/>
            <p:cNvSpPr/>
            <p:nvPr/>
          </p:nvSpPr>
          <p:spPr>
            <a:xfrm>
              <a:off x="2194560" y="2657475"/>
              <a:ext cx="7704960" cy="23050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9899520" y="2657475"/>
              <a:ext cx="64008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" name="Rounded Rectangle 94"/>
            <p:cNvSpPr/>
            <p:nvPr/>
          </p:nvSpPr>
          <p:spPr>
            <a:xfrm>
              <a:off x="3067788" y="2708186"/>
              <a:ext cx="821862" cy="129082"/>
            </a:xfrm>
            <a:prstGeom prst="roundRect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457200" y="2887980"/>
              <a:ext cx="173736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530352" y="2887980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자문위원회 개최(오프라인)</a:t>
              </a:r>
            </a:p>
          </p:txBody>
        </p:sp>
        <p:sp>
          <p:nvSpPr>
            <p:cNvPr id="98" name="Rectangle 97"/>
            <p:cNvSpPr/>
            <p:nvPr/>
          </p:nvSpPr>
          <p:spPr>
            <a:xfrm>
              <a:off x="2194560" y="2887980"/>
              <a:ext cx="7704960" cy="230504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9899520" y="2887980"/>
              <a:ext cx="64008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" name="Rounded Rectangle 99"/>
            <p:cNvSpPr/>
            <p:nvPr/>
          </p:nvSpPr>
          <p:spPr>
            <a:xfrm>
              <a:off x="3353157" y="2938691"/>
              <a:ext cx="821862" cy="129082"/>
            </a:xfrm>
            <a:prstGeom prst="roundRect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457200" y="3118485"/>
              <a:ext cx="173736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530352" y="3118485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적합성 검토(온라인)</a:t>
              </a:r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2194560" y="3118485"/>
              <a:ext cx="7704960" cy="23050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9899520" y="3118485"/>
              <a:ext cx="64008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" name="Rounded Rectangle 104"/>
            <p:cNvSpPr/>
            <p:nvPr/>
          </p:nvSpPr>
          <p:spPr>
            <a:xfrm>
              <a:off x="3638526" y="3169196"/>
              <a:ext cx="821862" cy="129082"/>
            </a:xfrm>
            <a:prstGeom prst="roundRect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457200" y="3348989"/>
              <a:ext cx="173736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530352" y="3348989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정량 검증 방안 수립</a:t>
              </a:r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2194560" y="3348989"/>
              <a:ext cx="7704960" cy="230504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" name="Rectangle 108"/>
            <p:cNvSpPr/>
            <p:nvPr/>
          </p:nvSpPr>
          <p:spPr>
            <a:xfrm>
              <a:off x="9899520" y="3348989"/>
              <a:ext cx="64008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" name="Rounded Rectangle 109"/>
            <p:cNvSpPr/>
            <p:nvPr/>
          </p:nvSpPr>
          <p:spPr>
            <a:xfrm>
              <a:off x="3923895" y="3399701"/>
              <a:ext cx="821862" cy="129082"/>
            </a:xfrm>
            <a:prstGeom prst="roundRect">
              <a:avLst/>
            </a:prstGeom>
            <a:solidFill>
              <a:srgbClr val="8F99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Rectangle 110"/>
            <p:cNvSpPr/>
            <p:nvPr/>
          </p:nvSpPr>
          <p:spPr>
            <a:xfrm>
              <a:off x="457200" y="3579494"/>
              <a:ext cx="173736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530352" y="3579494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대상 정보 취합</a:t>
              </a:r>
            </a:p>
          </p:txBody>
        </p:sp>
        <p:sp>
          <p:nvSpPr>
            <p:cNvPr id="113" name="Rectangle 112"/>
            <p:cNvSpPr/>
            <p:nvPr/>
          </p:nvSpPr>
          <p:spPr>
            <a:xfrm>
              <a:off x="2194560" y="3579494"/>
              <a:ext cx="7704960" cy="23050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9899520" y="3579494"/>
              <a:ext cx="64008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Rounded Rectangle 114"/>
            <p:cNvSpPr/>
            <p:nvPr/>
          </p:nvSpPr>
          <p:spPr>
            <a:xfrm>
              <a:off x="4209264" y="3630206"/>
              <a:ext cx="821862" cy="129082"/>
            </a:xfrm>
            <a:prstGeom prst="roundRect">
              <a:avLst/>
            </a:prstGeom>
            <a:solidFill>
              <a:srgbClr val="8F99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Rectangle 115"/>
            <p:cNvSpPr/>
            <p:nvPr/>
          </p:nvSpPr>
          <p:spPr>
            <a:xfrm>
              <a:off x="457200" y="3809999"/>
              <a:ext cx="173736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530352" y="3809999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1차 정량 검증 결과</a:t>
              </a:r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2194560" y="3809999"/>
              <a:ext cx="7704960" cy="230504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Rectangle 118"/>
            <p:cNvSpPr/>
            <p:nvPr/>
          </p:nvSpPr>
          <p:spPr>
            <a:xfrm>
              <a:off x="9899520" y="3809999"/>
              <a:ext cx="64008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" name="Rounded Rectangle 119"/>
            <p:cNvSpPr/>
            <p:nvPr/>
          </p:nvSpPr>
          <p:spPr>
            <a:xfrm>
              <a:off x="4494633" y="3860711"/>
              <a:ext cx="821862" cy="129082"/>
            </a:xfrm>
            <a:prstGeom prst="roundRect">
              <a:avLst/>
            </a:prstGeom>
            <a:solidFill>
              <a:srgbClr val="8F99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" name="Rectangle 120"/>
            <p:cNvSpPr/>
            <p:nvPr/>
          </p:nvSpPr>
          <p:spPr>
            <a:xfrm>
              <a:off x="457200" y="4040504"/>
              <a:ext cx="173736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" name="TextBox 121"/>
            <p:cNvSpPr txBox="1"/>
            <p:nvPr/>
          </p:nvSpPr>
          <p:spPr>
            <a:xfrm>
              <a:off x="530352" y="4040504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신용도 조회</a:t>
              </a:r>
            </a:p>
          </p:txBody>
        </p:sp>
        <p:sp>
          <p:nvSpPr>
            <p:cNvPr id="123" name="Rectangle 122"/>
            <p:cNvSpPr/>
            <p:nvPr/>
          </p:nvSpPr>
          <p:spPr>
            <a:xfrm>
              <a:off x="2194560" y="4040504"/>
              <a:ext cx="7704960" cy="23050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" name="Rectangle 123"/>
            <p:cNvSpPr/>
            <p:nvPr/>
          </p:nvSpPr>
          <p:spPr>
            <a:xfrm>
              <a:off x="9899520" y="4040504"/>
              <a:ext cx="64008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" name="Rounded Rectangle 124"/>
            <p:cNvSpPr/>
            <p:nvPr/>
          </p:nvSpPr>
          <p:spPr>
            <a:xfrm>
              <a:off x="4780002" y="4091216"/>
              <a:ext cx="821862" cy="129082"/>
            </a:xfrm>
            <a:prstGeom prst="roundRect">
              <a:avLst/>
            </a:prstGeom>
            <a:solidFill>
              <a:srgbClr val="8F99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" name="Rectangle 125"/>
            <p:cNvSpPr/>
            <p:nvPr/>
          </p:nvSpPr>
          <p:spPr>
            <a:xfrm>
              <a:off x="457200" y="4271009"/>
              <a:ext cx="173736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530352" y="4271009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2차 검증 체크리스트</a:t>
              </a:r>
            </a:p>
          </p:txBody>
        </p:sp>
        <p:sp>
          <p:nvSpPr>
            <p:cNvPr id="128" name="Rectangle 127"/>
            <p:cNvSpPr/>
            <p:nvPr/>
          </p:nvSpPr>
          <p:spPr>
            <a:xfrm>
              <a:off x="2194560" y="4271009"/>
              <a:ext cx="7704960" cy="230504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9" name="Rectangle 128"/>
            <p:cNvSpPr/>
            <p:nvPr/>
          </p:nvSpPr>
          <p:spPr>
            <a:xfrm>
              <a:off x="9899520" y="4271009"/>
              <a:ext cx="64008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0" name="Rounded Rectangle 129"/>
            <p:cNvSpPr/>
            <p:nvPr/>
          </p:nvSpPr>
          <p:spPr>
            <a:xfrm>
              <a:off x="5065371" y="4321721"/>
              <a:ext cx="821862" cy="129082"/>
            </a:xfrm>
            <a:prstGeom prst="roundRect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1" name="Rectangle 130"/>
            <p:cNvSpPr/>
            <p:nvPr/>
          </p:nvSpPr>
          <p:spPr>
            <a:xfrm>
              <a:off x="457200" y="4501514"/>
              <a:ext cx="173736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2" name="TextBox 131"/>
            <p:cNvSpPr txBox="1"/>
            <p:nvPr/>
          </p:nvSpPr>
          <p:spPr>
            <a:xfrm>
              <a:off x="530352" y="4501514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체크리스트 수집 결과</a:t>
              </a:r>
            </a:p>
          </p:txBody>
        </p:sp>
        <p:sp>
          <p:nvSpPr>
            <p:cNvPr id="133" name="Rectangle 132"/>
            <p:cNvSpPr/>
            <p:nvPr/>
          </p:nvSpPr>
          <p:spPr>
            <a:xfrm>
              <a:off x="2194560" y="4501514"/>
              <a:ext cx="7704960" cy="23050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9899520" y="4501514"/>
              <a:ext cx="64008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5" name="Rounded Rectangle 134"/>
            <p:cNvSpPr/>
            <p:nvPr/>
          </p:nvSpPr>
          <p:spPr>
            <a:xfrm>
              <a:off x="5350739" y="4552226"/>
              <a:ext cx="821862" cy="129082"/>
            </a:xfrm>
            <a:prstGeom prst="roundRect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6" name="Rectangle 135"/>
            <p:cNvSpPr/>
            <p:nvPr/>
          </p:nvSpPr>
          <p:spPr>
            <a:xfrm>
              <a:off x="457200" y="4732019"/>
              <a:ext cx="173736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530352" y="4732019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분류 기준 수립</a:t>
              </a:r>
            </a:p>
          </p:txBody>
        </p:sp>
        <p:sp>
          <p:nvSpPr>
            <p:cNvPr id="138" name="Rectangle 137"/>
            <p:cNvSpPr/>
            <p:nvPr/>
          </p:nvSpPr>
          <p:spPr>
            <a:xfrm>
              <a:off x="2194560" y="4732019"/>
              <a:ext cx="7704960" cy="230504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Rectangle 138"/>
            <p:cNvSpPr/>
            <p:nvPr/>
          </p:nvSpPr>
          <p:spPr>
            <a:xfrm>
              <a:off x="9899520" y="4732019"/>
              <a:ext cx="64008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0" name="Rounded Rectangle 139"/>
            <p:cNvSpPr/>
            <p:nvPr/>
          </p:nvSpPr>
          <p:spPr>
            <a:xfrm>
              <a:off x="5636108" y="4782731"/>
              <a:ext cx="821862" cy="129082"/>
            </a:xfrm>
            <a:prstGeom prst="roundRect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1" name="Rectangle 140"/>
            <p:cNvSpPr/>
            <p:nvPr/>
          </p:nvSpPr>
          <p:spPr>
            <a:xfrm>
              <a:off x="457200" y="4962524"/>
              <a:ext cx="173736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2" name="TextBox 141"/>
            <p:cNvSpPr txBox="1"/>
            <p:nvPr/>
          </p:nvSpPr>
          <p:spPr>
            <a:xfrm>
              <a:off x="530352" y="4962524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분류 체계 개편</a:t>
              </a:r>
            </a:p>
          </p:txBody>
        </p:sp>
        <p:sp>
          <p:nvSpPr>
            <p:cNvPr id="143" name="Rectangle 142"/>
            <p:cNvSpPr/>
            <p:nvPr/>
          </p:nvSpPr>
          <p:spPr>
            <a:xfrm>
              <a:off x="2194560" y="4962524"/>
              <a:ext cx="7704960" cy="23050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4" name="Rectangle 143"/>
            <p:cNvSpPr/>
            <p:nvPr/>
          </p:nvSpPr>
          <p:spPr>
            <a:xfrm>
              <a:off x="9899520" y="4962524"/>
              <a:ext cx="64008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5" name="Rounded Rectangle 144"/>
            <p:cNvSpPr/>
            <p:nvPr/>
          </p:nvSpPr>
          <p:spPr>
            <a:xfrm>
              <a:off x="5921477" y="5013236"/>
              <a:ext cx="821862" cy="129082"/>
            </a:xfrm>
            <a:prstGeom prst="roundRect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6" name="Rectangle 145"/>
            <p:cNvSpPr/>
            <p:nvPr/>
          </p:nvSpPr>
          <p:spPr>
            <a:xfrm>
              <a:off x="457200" y="5193029"/>
              <a:ext cx="173736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7" name="TextBox 146"/>
            <p:cNvSpPr txBox="1"/>
            <p:nvPr/>
          </p:nvSpPr>
          <p:spPr>
            <a:xfrm>
              <a:off x="530352" y="5193029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분류 체계 완성</a:t>
              </a:r>
            </a:p>
          </p:txBody>
        </p:sp>
        <p:sp>
          <p:nvSpPr>
            <p:cNvPr id="148" name="Rectangle 147"/>
            <p:cNvSpPr/>
            <p:nvPr/>
          </p:nvSpPr>
          <p:spPr>
            <a:xfrm>
              <a:off x="2194560" y="5193029"/>
              <a:ext cx="7704960" cy="230504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9" name="Rectangle 148"/>
            <p:cNvSpPr/>
            <p:nvPr/>
          </p:nvSpPr>
          <p:spPr>
            <a:xfrm>
              <a:off x="9899520" y="5193029"/>
              <a:ext cx="64008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0" name="Rounded Rectangle 149"/>
            <p:cNvSpPr/>
            <p:nvPr/>
          </p:nvSpPr>
          <p:spPr>
            <a:xfrm>
              <a:off x="6206846" y="5243741"/>
              <a:ext cx="821862" cy="129082"/>
            </a:xfrm>
            <a:prstGeom prst="roundRect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1" name="Rectangle 150"/>
            <p:cNvSpPr/>
            <p:nvPr/>
          </p:nvSpPr>
          <p:spPr>
            <a:xfrm>
              <a:off x="457200" y="5423534"/>
              <a:ext cx="173736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2" name="TextBox 151"/>
            <p:cNvSpPr txBox="1"/>
            <p:nvPr/>
          </p:nvSpPr>
          <p:spPr>
            <a:xfrm>
              <a:off x="530352" y="5423534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활용 방안 마련</a:t>
              </a:r>
            </a:p>
          </p:txBody>
        </p:sp>
        <p:sp>
          <p:nvSpPr>
            <p:cNvPr id="153" name="Rectangle 152"/>
            <p:cNvSpPr/>
            <p:nvPr/>
          </p:nvSpPr>
          <p:spPr>
            <a:xfrm>
              <a:off x="2194560" y="5423534"/>
              <a:ext cx="7704960" cy="23050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4" name="Rectangle 153"/>
            <p:cNvSpPr/>
            <p:nvPr/>
          </p:nvSpPr>
          <p:spPr>
            <a:xfrm>
              <a:off x="9899520" y="5423534"/>
              <a:ext cx="64008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5" name="Rounded Rectangle 154"/>
            <p:cNvSpPr/>
            <p:nvPr/>
          </p:nvSpPr>
          <p:spPr>
            <a:xfrm>
              <a:off x="6492215" y="5474246"/>
              <a:ext cx="821862" cy="129082"/>
            </a:xfrm>
            <a:prstGeom prst="roundRect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6" name="Rectangle 155"/>
            <p:cNvSpPr/>
            <p:nvPr/>
          </p:nvSpPr>
          <p:spPr>
            <a:xfrm>
              <a:off x="457200" y="5654039"/>
              <a:ext cx="173736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7" name="TextBox 156"/>
            <p:cNvSpPr txBox="1"/>
            <p:nvPr/>
          </p:nvSpPr>
          <p:spPr>
            <a:xfrm>
              <a:off x="530352" y="5654039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신규 항목 반영</a:t>
              </a:r>
            </a:p>
          </p:txBody>
        </p:sp>
        <p:sp>
          <p:nvSpPr>
            <p:cNvPr id="158" name="Rectangle 157"/>
            <p:cNvSpPr/>
            <p:nvPr/>
          </p:nvSpPr>
          <p:spPr>
            <a:xfrm>
              <a:off x="2194560" y="5654039"/>
              <a:ext cx="7704960" cy="230504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9" name="Rectangle 158"/>
            <p:cNvSpPr/>
            <p:nvPr/>
          </p:nvSpPr>
          <p:spPr>
            <a:xfrm>
              <a:off x="9899520" y="5654039"/>
              <a:ext cx="64008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0" name="Rounded Rectangle 159"/>
            <p:cNvSpPr/>
            <p:nvPr/>
          </p:nvSpPr>
          <p:spPr>
            <a:xfrm>
              <a:off x="6777584" y="5704751"/>
              <a:ext cx="821862" cy="129082"/>
            </a:xfrm>
            <a:prstGeom prst="roundRect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1" name="Rectangle 160"/>
            <p:cNvSpPr/>
            <p:nvPr/>
          </p:nvSpPr>
          <p:spPr>
            <a:xfrm>
              <a:off x="457200" y="5884544"/>
              <a:ext cx="173736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2" name="TextBox 161"/>
            <p:cNvSpPr txBox="1"/>
            <p:nvPr/>
          </p:nvSpPr>
          <p:spPr>
            <a:xfrm>
              <a:off x="530352" y="5884544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활성화 방안 수립</a:t>
              </a:r>
            </a:p>
          </p:txBody>
        </p:sp>
        <p:sp>
          <p:nvSpPr>
            <p:cNvPr id="163" name="Rectangle 162"/>
            <p:cNvSpPr/>
            <p:nvPr/>
          </p:nvSpPr>
          <p:spPr>
            <a:xfrm>
              <a:off x="2194560" y="5884544"/>
              <a:ext cx="7704960" cy="23050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4" name="Rectangle 163"/>
            <p:cNvSpPr/>
            <p:nvPr/>
          </p:nvSpPr>
          <p:spPr>
            <a:xfrm>
              <a:off x="9899520" y="5884544"/>
              <a:ext cx="64008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5" name="Rounded Rectangle 164"/>
            <p:cNvSpPr/>
            <p:nvPr/>
          </p:nvSpPr>
          <p:spPr>
            <a:xfrm>
              <a:off x="7062953" y="5935256"/>
              <a:ext cx="821862" cy="129082"/>
            </a:xfrm>
            <a:prstGeom prst="roundRect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6" name="Rectangle 165"/>
            <p:cNvSpPr/>
            <p:nvPr/>
          </p:nvSpPr>
          <p:spPr>
            <a:xfrm>
              <a:off x="457200" y="6115049"/>
              <a:ext cx="173736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7" name="TextBox 166"/>
            <p:cNvSpPr txBox="1"/>
            <p:nvPr/>
          </p:nvSpPr>
          <p:spPr>
            <a:xfrm>
              <a:off x="530352" y="6115049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개편 카테고리 반영</a:t>
              </a:r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2194560" y="6115049"/>
              <a:ext cx="7704960" cy="230504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9" name="Rectangle 168"/>
            <p:cNvSpPr/>
            <p:nvPr/>
          </p:nvSpPr>
          <p:spPr>
            <a:xfrm>
              <a:off x="9899520" y="6115049"/>
              <a:ext cx="64008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0" name="Rounded Rectangle 169"/>
            <p:cNvSpPr/>
            <p:nvPr/>
          </p:nvSpPr>
          <p:spPr>
            <a:xfrm>
              <a:off x="7348322" y="6165761"/>
              <a:ext cx="821862" cy="129082"/>
            </a:xfrm>
            <a:prstGeom prst="roundRect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1" name="Rectangle 170"/>
            <p:cNvSpPr/>
            <p:nvPr/>
          </p:nvSpPr>
          <p:spPr>
            <a:xfrm>
              <a:off x="457200" y="6345554"/>
              <a:ext cx="173736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2" name="TextBox 171"/>
            <p:cNvSpPr txBox="1"/>
            <p:nvPr/>
          </p:nvSpPr>
          <p:spPr>
            <a:xfrm>
              <a:off x="530352" y="6345554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데이터베이스 반영</a:t>
              </a:r>
            </a:p>
          </p:txBody>
        </p:sp>
        <p:sp>
          <p:nvSpPr>
            <p:cNvPr id="173" name="Rectangle 172"/>
            <p:cNvSpPr/>
            <p:nvPr/>
          </p:nvSpPr>
          <p:spPr>
            <a:xfrm>
              <a:off x="2194560" y="6345554"/>
              <a:ext cx="7704960" cy="23050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4" name="Rectangle 173"/>
            <p:cNvSpPr/>
            <p:nvPr/>
          </p:nvSpPr>
          <p:spPr>
            <a:xfrm>
              <a:off x="9899520" y="6345554"/>
              <a:ext cx="64008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5" name="Rounded Rectangle 174"/>
            <p:cNvSpPr/>
            <p:nvPr/>
          </p:nvSpPr>
          <p:spPr>
            <a:xfrm>
              <a:off x="7633691" y="6396266"/>
              <a:ext cx="821862" cy="129082"/>
            </a:xfrm>
            <a:prstGeom prst="roundRect">
              <a:avLst/>
            </a:prstGeom>
            <a:solidFill>
              <a:srgbClr val="8F99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6" name="Rectangle 175"/>
            <p:cNvSpPr/>
            <p:nvPr/>
          </p:nvSpPr>
          <p:spPr>
            <a:xfrm>
              <a:off x="457200" y="6576059"/>
              <a:ext cx="173736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7" name="TextBox 176"/>
            <p:cNvSpPr txBox="1"/>
            <p:nvPr/>
          </p:nvSpPr>
          <p:spPr>
            <a:xfrm>
              <a:off x="530352" y="6576059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운영 정책 기획(1)</a:t>
              </a:r>
            </a:p>
          </p:txBody>
        </p:sp>
        <p:sp>
          <p:nvSpPr>
            <p:cNvPr id="178" name="Rectangle 177"/>
            <p:cNvSpPr/>
            <p:nvPr/>
          </p:nvSpPr>
          <p:spPr>
            <a:xfrm>
              <a:off x="2194560" y="6576059"/>
              <a:ext cx="7704960" cy="230504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9" name="Rectangle 178"/>
            <p:cNvSpPr/>
            <p:nvPr/>
          </p:nvSpPr>
          <p:spPr>
            <a:xfrm>
              <a:off x="9899520" y="6576059"/>
              <a:ext cx="64008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0" name="Rounded Rectangle 179"/>
            <p:cNvSpPr/>
            <p:nvPr/>
          </p:nvSpPr>
          <p:spPr>
            <a:xfrm>
              <a:off x="7919059" y="6626771"/>
              <a:ext cx="821862" cy="129082"/>
            </a:xfrm>
            <a:prstGeom prst="roundRect">
              <a:avLst/>
            </a:prstGeom>
            <a:solidFill>
              <a:srgbClr val="8F99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1" name="Rectangle 180"/>
            <p:cNvSpPr/>
            <p:nvPr/>
          </p:nvSpPr>
          <p:spPr>
            <a:xfrm>
              <a:off x="457200" y="6806564"/>
              <a:ext cx="173736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2" name="TextBox 181"/>
            <p:cNvSpPr txBox="1"/>
            <p:nvPr/>
          </p:nvSpPr>
          <p:spPr>
            <a:xfrm>
              <a:off x="530352" y="6806564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운영 정책 기획(2)</a:t>
              </a:r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2194560" y="6806564"/>
              <a:ext cx="7704960" cy="23050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9899520" y="6806564"/>
              <a:ext cx="64008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5" name="Rounded Rectangle 184"/>
            <p:cNvSpPr/>
            <p:nvPr/>
          </p:nvSpPr>
          <p:spPr>
            <a:xfrm>
              <a:off x="8204428" y="6857276"/>
              <a:ext cx="821862" cy="129082"/>
            </a:xfrm>
            <a:prstGeom prst="roundRect">
              <a:avLst/>
            </a:prstGeom>
            <a:solidFill>
              <a:srgbClr val="8F99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6" name="Rectangle 185"/>
            <p:cNvSpPr/>
            <p:nvPr/>
          </p:nvSpPr>
          <p:spPr>
            <a:xfrm>
              <a:off x="457200" y="7037069"/>
              <a:ext cx="173736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7" name="TextBox 186"/>
            <p:cNvSpPr txBox="1"/>
            <p:nvPr/>
          </p:nvSpPr>
          <p:spPr>
            <a:xfrm>
              <a:off x="530352" y="7037069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등급 제도 기획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2194560" y="7037069"/>
              <a:ext cx="7704960" cy="230504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9" name="Rectangle 188"/>
            <p:cNvSpPr/>
            <p:nvPr/>
          </p:nvSpPr>
          <p:spPr>
            <a:xfrm>
              <a:off x="9899520" y="7037069"/>
              <a:ext cx="640080" cy="230504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0" name="Rounded Rectangle 189"/>
            <p:cNvSpPr/>
            <p:nvPr/>
          </p:nvSpPr>
          <p:spPr>
            <a:xfrm>
              <a:off x="8489797" y="7087781"/>
              <a:ext cx="821862" cy="129082"/>
            </a:xfrm>
            <a:prstGeom prst="roundRect">
              <a:avLst/>
            </a:prstGeom>
            <a:solidFill>
              <a:srgbClr val="8F99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1" name="Rectangle 190"/>
            <p:cNvSpPr/>
            <p:nvPr/>
          </p:nvSpPr>
          <p:spPr>
            <a:xfrm>
              <a:off x="457200" y="7267574"/>
              <a:ext cx="173736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2" name="TextBox 191"/>
            <p:cNvSpPr txBox="1"/>
            <p:nvPr/>
          </p:nvSpPr>
          <p:spPr>
            <a:xfrm>
              <a:off x="530352" y="7267574"/>
              <a:ext cx="1609343" cy="23050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인증마크 도입 기획</a:t>
              </a:r>
            </a:p>
          </p:txBody>
        </p:sp>
        <p:sp>
          <p:nvSpPr>
            <p:cNvPr id="193" name="Rectangle 192"/>
            <p:cNvSpPr/>
            <p:nvPr/>
          </p:nvSpPr>
          <p:spPr>
            <a:xfrm>
              <a:off x="2194560" y="7267574"/>
              <a:ext cx="7704960" cy="23050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4" name="Rectangle 193"/>
            <p:cNvSpPr/>
            <p:nvPr/>
          </p:nvSpPr>
          <p:spPr>
            <a:xfrm>
              <a:off x="9899520" y="7267574"/>
              <a:ext cx="640080" cy="2305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5" name="Rounded Rectangle 194"/>
            <p:cNvSpPr/>
            <p:nvPr/>
          </p:nvSpPr>
          <p:spPr>
            <a:xfrm>
              <a:off x="8775166" y="7318286"/>
              <a:ext cx="821862" cy="129082"/>
            </a:xfrm>
            <a:prstGeom prst="roundRect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6" name="Connector 195"/>
            <p:cNvCxnSpPr/>
            <p:nvPr/>
          </p:nvCxnSpPr>
          <p:spPr>
            <a:xfrm>
              <a:off x="2194560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Connector 196"/>
            <p:cNvCxnSpPr/>
            <p:nvPr/>
          </p:nvCxnSpPr>
          <p:spPr>
            <a:xfrm>
              <a:off x="2479928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Connector 197"/>
            <p:cNvCxnSpPr/>
            <p:nvPr/>
          </p:nvCxnSpPr>
          <p:spPr>
            <a:xfrm>
              <a:off x="2765297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Connector 198"/>
            <p:cNvCxnSpPr/>
            <p:nvPr/>
          </p:nvCxnSpPr>
          <p:spPr>
            <a:xfrm>
              <a:off x="3050666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onnector 199"/>
            <p:cNvCxnSpPr/>
            <p:nvPr/>
          </p:nvCxnSpPr>
          <p:spPr>
            <a:xfrm>
              <a:off x="3336035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Connector 200"/>
            <p:cNvCxnSpPr/>
            <p:nvPr/>
          </p:nvCxnSpPr>
          <p:spPr>
            <a:xfrm>
              <a:off x="3621404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Connector 201"/>
            <p:cNvCxnSpPr/>
            <p:nvPr/>
          </p:nvCxnSpPr>
          <p:spPr>
            <a:xfrm>
              <a:off x="3906773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onnector 202"/>
            <p:cNvCxnSpPr/>
            <p:nvPr/>
          </p:nvCxnSpPr>
          <p:spPr>
            <a:xfrm>
              <a:off x="4192142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Connector 203"/>
            <p:cNvCxnSpPr/>
            <p:nvPr/>
          </p:nvCxnSpPr>
          <p:spPr>
            <a:xfrm>
              <a:off x="4477511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Connector 204"/>
            <p:cNvCxnSpPr/>
            <p:nvPr/>
          </p:nvCxnSpPr>
          <p:spPr>
            <a:xfrm>
              <a:off x="4762879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ctor 205"/>
            <p:cNvCxnSpPr/>
            <p:nvPr/>
          </p:nvCxnSpPr>
          <p:spPr>
            <a:xfrm>
              <a:off x="5048248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ctor 206"/>
            <p:cNvCxnSpPr/>
            <p:nvPr/>
          </p:nvCxnSpPr>
          <p:spPr>
            <a:xfrm>
              <a:off x="5333617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Connector 207"/>
            <p:cNvCxnSpPr/>
            <p:nvPr/>
          </p:nvCxnSpPr>
          <p:spPr>
            <a:xfrm>
              <a:off x="5618986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Connector 208"/>
            <p:cNvCxnSpPr/>
            <p:nvPr/>
          </p:nvCxnSpPr>
          <p:spPr>
            <a:xfrm>
              <a:off x="5904355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Connector 209"/>
            <p:cNvCxnSpPr/>
            <p:nvPr/>
          </p:nvCxnSpPr>
          <p:spPr>
            <a:xfrm>
              <a:off x="6189724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Connector 210"/>
            <p:cNvCxnSpPr/>
            <p:nvPr/>
          </p:nvCxnSpPr>
          <p:spPr>
            <a:xfrm>
              <a:off x="6475093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Connector 211"/>
            <p:cNvCxnSpPr/>
            <p:nvPr/>
          </p:nvCxnSpPr>
          <p:spPr>
            <a:xfrm>
              <a:off x="6760462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Connector 212"/>
            <p:cNvCxnSpPr/>
            <p:nvPr/>
          </p:nvCxnSpPr>
          <p:spPr>
            <a:xfrm>
              <a:off x="7045831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Connector 213"/>
            <p:cNvCxnSpPr/>
            <p:nvPr/>
          </p:nvCxnSpPr>
          <p:spPr>
            <a:xfrm>
              <a:off x="7331200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ctor 214"/>
            <p:cNvCxnSpPr/>
            <p:nvPr/>
          </p:nvCxnSpPr>
          <p:spPr>
            <a:xfrm>
              <a:off x="7616568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Connector 215"/>
            <p:cNvCxnSpPr/>
            <p:nvPr/>
          </p:nvCxnSpPr>
          <p:spPr>
            <a:xfrm>
              <a:off x="7901937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Connector 216"/>
            <p:cNvCxnSpPr/>
            <p:nvPr/>
          </p:nvCxnSpPr>
          <p:spPr>
            <a:xfrm>
              <a:off x="8187306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Connector 217"/>
            <p:cNvCxnSpPr/>
            <p:nvPr/>
          </p:nvCxnSpPr>
          <p:spPr>
            <a:xfrm>
              <a:off x="8472675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Connector 218"/>
            <p:cNvCxnSpPr/>
            <p:nvPr/>
          </p:nvCxnSpPr>
          <p:spPr>
            <a:xfrm>
              <a:off x="8758044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Connector 219"/>
            <p:cNvCxnSpPr/>
            <p:nvPr/>
          </p:nvCxnSpPr>
          <p:spPr>
            <a:xfrm>
              <a:off x="9043413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Connector 220"/>
            <p:cNvCxnSpPr/>
            <p:nvPr/>
          </p:nvCxnSpPr>
          <p:spPr>
            <a:xfrm>
              <a:off x="9328782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Connector 221"/>
            <p:cNvCxnSpPr/>
            <p:nvPr/>
          </p:nvCxnSpPr>
          <p:spPr>
            <a:xfrm>
              <a:off x="9614151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Connector 222"/>
            <p:cNvCxnSpPr/>
            <p:nvPr/>
          </p:nvCxnSpPr>
          <p:spPr>
            <a:xfrm>
              <a:off x="9899520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Connector 223"/>
            <p:cNvCxnSpPr/>
            <p:nvPr/>
          </p:nvCxnSpPr>
          <p:spPr>
            <a:xfrm>
              <a:off x="457200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Connector 224"/>
            <p:cNvCxnSpPr/>
            <p:nvPr/>
          </p:nvCxnSpPr>
          <p:spPr>
            <a:xfrm>
              <a:off x="10539600" y="1234440"/>
              <a:ext cx="0" cy="6263639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7" name="TextBox 226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TML-201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88" name="asset:TML-202"/>
          <p:cNvGrpSpPr/>
          <p:nvPr/>
        </p:nvGrpSpPr>
        <p:grpSpPr>
          <a:xfrm>
            <a:off x="457200" y="320040"/>
            <a:ext cx="10082400" cy="4297680"/>
            <a:chOff x="457200" y="320040"/>
            <a:chExt cx="10082400" cy="4297680"/>
          </a:xfrm>
        </p:grpSpPr>
        <p:sp>
          <p:nvSpPr>
            <p:cNvPr id="2" name="TextBox 1"/>
            <p:cNvSpPr txBox="1"/>
            <p:nvPr/>
          </p:nvSpPr>
          <p:spPr>
            <a:xfrm>
              <a:off x="457200" y="320040"/>
              <a:ext cx="99909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2E4692"/>
                  </a:solidFill>
                  <a:latin typeface="Pretendard GOV Black"/>
                  <a:ea typeface="Pretendard GOV Black"/>
                  <a:cs typeface="Pretendard GOV Black"/>
                </a:rPr>
                <a:t>gov 초대형 열 스케줄 그리드</a:t>
              </a: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457200" y="777240"/>
              <a:ext cx="999096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697591"/>
                  </a:solidFill>
                  <a:latin typeface="Pretendard GOV Light"/>
                  <a:ea typeface="Pretendard GOV Light"/>
                  <a:cs typeface="Pretendard GOV Light"/>
                </a:rPr>
                <a:t>2단 헤더(월 카테고리 7/23/21 비균등 gridSpan × 51리프 컬럼, slide6 실측 구조) · 리프=영업일 날짜(주말 스킵) · 세로회전(과밀 방지)</a:t>
              </a:r>
            </a:p>
          </p:txBody>
        </p:sp>
        <p:sp>
          <p:nvSpPr>
            <p:cNvPr id="4" name="Rectangle 3"/>
            <p:cNvSpPr/>
            <p:nvPr/>
          </p:nvSpPr>
          <p:spPr>
            <a:xfrm>
              <a:off x="457200" y="1234440"/>
              <a:ext cx="1463040" cy="868680"/>
            </a:xfrm>
            <a:prstGeom prst="rect">
              <a:avLst/>
            </a:prstGeom>
            <a:solidFill>
              <a:srgbClr val="8F99A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457200" y="1234440"/>
              <a:ext cx="146304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 GOV ExtraBold"/>
                  <a:ea typeface="Pretendard GOV ExtraBold"/>
                  <a:cs typeface="Pretendard GOV ExtraBold"/>
                </a:rPr>
                <a:t>구분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920240" y="1234440"/>
              <a:ext cx="1183049" cy="365760"/>
            </a:xfrm>
            <a:prstGeom prst="rect">
              <a:avLst/>
            </a:prstGeom>
            <a:solidFill>
              <a:srgbClr val="76829E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920240" y="1234440"/>
              <a:ext cx="1183049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 GOV ExtraBold"/>
                  <a:ea typeface="Pretendard GOV ExtraBold"/>
                  <a:cs typeface="Pretendard GOV ExtraBold"/>
                </a:rPr>
                <a:t>6월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103289" y="1234440"/>
              <a:ext cx="3887162" cy="365760"/>
            </a:xfrm>
            <a:prstGeom prst="rect">
              <a:avLst/>
            </a:prstGeom>
            <a:solidFill>
              <a:srgbClr val="76829E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103289" y="1234440"/>
              <a:ext cx="388716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 GOV ExtraBold"/>
                  <a:ea typeface="Pretendard GOV ExtraBold"/>
                  <a:cs typeface="Pretendard GOV ExtraBold"/>
                </a:rPr>
                <a:t>7월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990451" y="1234440"/>
              <a:ext cx="3549148" cy="365760"/>
            </a:xfrm>
            <a:prstGeom prst="rect">
              <a:avLst/>
            </a:prstGeom>
            <a:solidFill>
              <a:srgbClr val="76829E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990451" y="1234440"/>
              <a:ext cx="354914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 GOV ExtraBold"/>
                  <a:ea typeface="Pretendard GOV ExtraBold"/>
                  <a:cs typeface="Pretendard GOV ExtraBold"/>
                </a:rPr>
                <a:t>8월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920240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920240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22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089247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89247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23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258254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258254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24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427261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427261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25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2596268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596268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26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2765275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765275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29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934282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934282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30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3103289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103289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1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72296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272296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441303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441303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3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610310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610310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6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79317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3779317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7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948324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3948324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8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117331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117331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9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4286338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286338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10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455345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455345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13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4624352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4624352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14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793360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4793360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15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962367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4962367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16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131374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5131374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17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300381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5300381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20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5469388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5469388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21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5638395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5638395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22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5807402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5807402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23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5976409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5976409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24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6145416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6145416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27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6314423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6314423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28</a:t>
              </a:r>
            </a:p>
          </p:txBody>
        </p:sp>
        <p:sp>
          <p:nvSpPr>
            <p:cNvPr id="66" name="Rectangle 65"/>
            <p:cNvSpPr/>
            <p:nvPr/>
          </p:nvSpPr>
          <p:spPr>
            <a:xfrm>
              <a:off x="6483430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6483430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29</a:t>
              </a:r>
            </a:p>
          </p:txBody>
        </p:sp>
        <p:sp>
          <p:nvSpPr>
            <p:cNvPr id="68" name="Rectangle 67"/>
            <p:cNvSpPr/>
            <p:nvPr/>
          </p:nvSpPr>
          <p:spPr>
            <a:xfrm>
              <a:off x="6652437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6652437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30</a:t>
              </a:r>
            </a:p>
          </p:txBody>
        </p:sp>
        <p:sp>
          <p:nvSpPr>
            <p:cNvPr id="70" name="Rectangle 69"/>
            <p:cNvSpPr/>
            <p:nvPr/>
          </p:nvSpPr>
          <p:spPr>
            <a:xfrm>
              <a:off x="6821444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821444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31</a:t>
              </a:r>
            </a:p>
          </p:txBody>
        </p:sp>
        <p:sp>
          <p:nvSpPr>
            <p:cNvPr id="72" name="Rectangle 71"/>
            <p:cNvSpPr/>
            <p:nvPr/>
          </p:nvSpPr>
          <p:spPr>
            <a:xfrm>
              <a:off x="6990451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6990451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3</a:t>
              </a: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7159458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7159458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4</a:t>
              </a:r>
            </a:p>
          </p:txBody>
        </p:sp>
        <p:sp>
          <p:nvSpPr>
            <p:cNvPr id="76" name="Rectangle 75"/>
            <p:cNvSpPr/>
            <p:nvPr/>
          </p:nvSpPr>
          <p:spPr>
            <a:xfrm>
              <a:off x="7328465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7328465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5</a:t>
              </a:r>
            </a:p>
          </p:txBody>
        </p:sp>
        <p:sp>
          <p:nvSpPr>
            <p:cNvPr id="78" name="Rectangle 77"/>
            <p:cNvSpPr/>
            <p:nvPr/>
          </p:nvSpPr>
          <p:spPr>
            <a:xfrm>
              <a:off x="7497472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7497472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6</a:t>
              </a:r>
            </a:p>
          </p:txBody>
        </p:sp>
        <p:sp>
          <p:nvSpPr>
            <p:cNvPr id="80" name="Rectangle 79"/>
            <p:cNvSpPr/>
            <p:nvPr/>
          </p:nvSpPr>
          <p:spPr>
            <a:xfrm>
              <a:off x="7666480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7666480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7</a:t>
              </a:r>
            </a:p>
          </p:txBody>
        </p:sp>
        <p:sp>
          <p:nvSpPr>
            <p:cNvPr id="82" name="Rectangle 81"/>
            <p:cNvSpPr/>
            <p:nvPr/>
          </p:nvSpPr>
          <p:spPr>
            <a:xfrm>
              <a:off x="7835487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7835487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10</a:t>
              </a:r>
            </a:p>
          </p:txBody>
        </p:sp>
        <p:sp>
          <p:nvSpPr>
            <p:cNvPr id="84" name="Rectangle 83"/>
            <p:cNvSpPr/>
            <p:nvPr/>
          </p:nvSpPr>
          <p:spPr>
            <a:xfrm>
              <a:off x="8004494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8004494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11</a:t>
              </a:r>
            </a:p>
          </p:txBody>
        </p:sp>
        <p:sp>
          <p:nvSpPr>
            <p:cNvPr id="86" name="Rectangle 85"/>
            <p:cNvSpPr/>
            <p:nvPr/>
          </p:nvSpPr>
          <p:spPr>
            <a:xfrm>
              <a:off x="8173501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8173501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12</a:t>
              </a:r>
            </a:p>
          </p:txBody>
        </p:sp>
        <p:sp>
          <p:nvSpPr>
            <p:cNvPr id="88" name="Rectangle 87"/>
            <p:cNvSpPr/>
            <p:nvPr/>
          </p:nvSpPr>
          <p:spPr>
            <a:xfrm>
              <a:off x="8342508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8342508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13</a:t>
              </a:r>
            </a:p>
          </p:txBody>
        </p:sp>
        <p:sp>
          <p:nvSpPr>
            <p:cNvPr id="90" name="Rectangle 89"/>
            <p:cNvSpPr/>
            <p:nvPr/>
          </p:nvSpPr>
          <p:spPr>
            <a:xfrm>
              <a:off x="8511515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8511515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14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8680522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8680522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17</a:t>
              </a:r>
            </a:p>
          </p:txBody>
        </p:sp>
        <p:sp>
          <p:nvSpPr>
            <p:cNvPr id="94" name="Rectangle 93"/>
            <p:cNvSpPr/>
            <p:nvPr/>
          </p:nvSpPr>
          <p:spPr>
            <a:xfrm>
              <a:off x="8849529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8849529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18</a:t>
              </a:r>
            </a:p>
          </p:txBody>
        </p:sp>
        <p:sp>
          <p:nvSpPr>
            <p:cNvPr id="96" name="Rectangle 95"/>
            <p:cNvSpPr/>
            <p:nvPr/>
          </p:nvSpPr>
          <p:spPr>
            <a:xfrm>
              <a:off x="9018536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9018536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19</a:t>
              </a:r>
            </a:p>
          </p:txBody>
        </p:sp>
        <p:sp>
          <p:nvSpPr>
            <p:cNvPr id="98" name="Rectangle 97"/>
            <p:cNvSpPr/>
            <p:nvPr/>
          </p:nvSpPr>
          <p:spPr>
            <a:xfrm>
              <a:off x="9187543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9187543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20</a:t>
              </a:r>
            </a:p>
          </p:txBody>
        </p:sp>
        <p:sp>
          <p:nvSpPr>
            <p:cNvPr id="100" name="Rectangle 99"/>
            <p:cNvSpPr/>
            <p:nvPr/>
          </p:nvSpPr>
          <p:spPr>
            <a:xfrm>
              <a:off x="9356550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9356550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21</a:t>
              </a:r>
            </a:p>
          </p:txBody>
        </p:sp>
        <p:sp>
          <p:nvSpPr>
            <p:cNvPr id="102" name="Rectangle 101"/>
            <p:cNvSpPr/>
            <p:nvPr/>
          </p:nvSpPr>
          <p:spPr>
            <a:xfrm>
              <a:off x="9525557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9525557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24</a:t>
              </a:r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9694564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9694564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25</a:t>
              </a:r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9863571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9863571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26</a:t>
              </a:r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10032578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10032578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27</a:t>
              </a:r>
            </a:p>
          </p:txBody>
        </p:sp>
        <p:sp>
          <p:nvSpPr>
            <p:cNvPr id="110" name="Rectangle 109"/>
            <p:cNvSpPr/>
            <p:nvPr/>
          </p:nvSpPr>
          <p:spPr>
            <a:xfrm>
              <a:off x="10201585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10201585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28</a:t>
              </a:r>
            </a:p>
          </p:txBody>
        </p:sp>
        <p:sp>
          <p:nvSpPr>
            <p:cNvPr id="112" name="Rectangle 111"/>
            <p:cNvSpPr/>
            <p:nvPr/>
          </p:nvSpPr>
          <p:spPr>
            <a:xfrm>
              <a:off x="10370592" y="1600200"/>
              <a:ext cx="169007" cy="502920"/>
            </a:xfrm>
            <a:prstGeom prst="rect">
              <a:avLst/>
            </a:prstGeom>
            <a:solidFill>
              <a:srgbClr val="8F99A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10370592" y="1600200"/>
              <a:ext cx="169007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 vert="vert270">
              <a:spAutoFit/>
            </a:bodyPr>
            <a:lstStyle/>
            <a:p>
              <a:pPr algn="ctr"/>
              <a:r>
                <a:rPr sz="700" b="0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31</a:t>
              </a:r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457200" y="2103120"/>
              <a:ext cx="1463040" cy="502920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530352" y="2103120"/>
              <a:ext cx="1335024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사전 검토 및 실행 전략 수립</a:t>
              </a:r>
            </a:p>
          </p:txBody>
        </p:sp>
        <p:sp>
          <p:nvSpPr>
            <p:cNvPr id="116" name="Rectangle 115"/>
            <p:cNvSpPr/>
            <p:nvPr/>
          </p:nvSpPr>
          <p:spPr>
            <a:xfrm>
              <a:off x="1920240" y="2103120"/>
              <a:ext cx="8619360" cy="502920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Rounded Rectangle 116"/>
            <p:cNvSpPr/>
            <p:nvPr/>
          </p:nvSpPr>
          <p:spPr>
            <a:xfrm>
              <a:off x="1930380" y="2213762"/>
              <a:ext cx="993761" cy="281635"/>
            </a:xfrm>
            <a:prstGeom prst="roundRect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457200" y="2606039"/>
              <a:ext cx="1463040" cy="5029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530352" y="2606039"/>
              <a:ext cx="1335024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1차 전문가 자문 실시</a:t>
              </a:r>
            </a:p>
          </p:txBody>
        </p:sp>
        <p:sp>
          <p:nvSpPr>
            <p:cNvPr id="120" name="Rectangle 119"/>
            <p:cNvSpPr/>
            <p:nvPr/>
          </p:nvSpPr>
          <p:spPr>
            <a:xfrm>
              <a:off x="1920240" y="2606039"/>
              <a:ext cx="8619360" cy="50292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" name="Rounded Rectangle 120"/>
            <p:cNvSpPr/>
            <p:nvPr/>
          </p:nvSpPr>
          <p:spPr>
            <a:xfrm>
              <a:off x="2775415" y="2716682"/>
              <a:ext cx="993761" cy="281635"/>
            </a:xfrm>
            <a:prstGeom prst="roundRect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" name="Rectangle 121"/>
            <p:cNvSpPr/>
            <p:nvPr/>
          </p:nvSpPr>
          <p:spPr>
            <a:xfrm>
              <a:off x="457200" y="3108960"/>
              <a:ext cx="1463040" cy="502920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530352" y="3108960"/>
              <a:ext cx="1335024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2차 전문가 자문 실시</a:t>
              </a:r>
            </a:p>
          </p:txBody>
        </p:sp>
        <p:sp>
          <p:nvSpPr>
            <p:cNvPr id="124" name="Rectangle 123"/>
            <p:cNvSpPr/>
            <p:nvPr/>
          </p:nvSpPr>
          <p:spPr>
            <a:xfrm>
              <a:off x="1920240" y="3108960"/>
              <a:ext cx="8619360" cy="502920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" name="Rounded Rectangle 124"/>
            <p:cNvSpPr/>
            <p:nvPr/>
          </p:nvSpPr>
          <p:spPr>
            <a:xfrm>
              <a:off x="3620451" y="3219602"/>
              <a:ext cx="993761" cy="281635"/>
            </a:xfrm>
            <a:prstGeom prst="roundRect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" name="Rectangle 125"/>
            <p:cNvSpPr/>
            <p:nvPr/>
          </p:nvSpPr>
          <p:spPr>
            <a:xfrm>
              <a:off x="457200" y="3611880"/>
              <a:ext cx="1463040" cy="5029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530352" y="3611880"/>
              <a:ext cx="1335024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자문위원회 개최(오프라인)</a:t>
              </a:r>
            </a:p>
          </p:txBody>
        </p:sp>
        <p:sp>
          <p:nvSpPr>
            <p:cNvPr id="128" name="Rectangle 127"/>
            <p:cNvSpPr/>
            <p:nvPr/>
          </p:nvSpPr>
          <p:spPr>
            <a:xfrm>
              <a:off x="1920240" y="3611880"/>
              <a:ext cx="8619360" cy="50292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9" name="Rounded Rectangle 128"/>
            <p:cNvSpPr/>
            <p:nvPr/>
          </p:nvSpPr>
          <p:spPr>
            <a:xfrm>
              <a:off x="4465486" y="3722522"/>
              <a:ext cx="993761" cy="281635"/>
            </a:xfrm>
            <a:prstGeom prst="roundRect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0" name="Rectangle 129"/>
            <p:cNvSpPr/>
            <p:nvPr/>
          </p:nvSpPr>
          <p:spPr>
            <a:xfrm>
              <a:off x="457200" y="4114800"/>
              <a:ext cx="1463040" cy="502920"/>
            </a:xfrm>
            <a:prstGeom prst="rect">
              <a:avLst/>
            </a:prstGeom>
            <a:solidFill>
              <a:srgbClr val="E9EAF1"/>
            </a:solidFill>
            <a:ln w="9525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530352" y="4114800"/>
              <a:ext cx="1335024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적합성 검토(온라인)</a:t>
              </a:r>
            </a:p>
          </p:txBody>
        </p:sp>
        <p:sp>
          <p:nvSpPr>
            <p:cNvPr id="132" name="Rectangle 131"/>
            <p:cNvSpPr/>
            <p:nvPr/>
          </p:nvSpPr>
          <p:spPr>
            <a:xfrm>
              <a:off x="1920240" y="4114800"/>
              <a:ext cx="8619360" cy="502920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3" name="Rounded Rectangle 132"/>
            <p:cNvSpPr/>
            <p:nvPr/>
          </p:nvSpPr>
          <p:spPr>
            <a:xfrm>
              <a:off x="5310521" y="4225442"/>
              <a:ext cx="993761" cy="281635"/>
            </a:xfrm>
            <a:prstGeom prst="roundRect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4" name="Connector 133"/>
            <p:cNvCxnSpPr/>
            <p:nvPr/>
          </p:nvCxnSpPr>
          <p:spPr>
            <a:xfrm>
              <a:off x="1920240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Connector 134"/>
            <p:cNvCxnSpPr/>
            <p:nvPr/>
          </p:nvCxnSpPr>
          <p:spPr>
            <a:xfrm>
              <a:off x="2089247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nector 135"/>
            <p:cNvCxnSpPr/>
            <p:nvPr/>
          </p:nvCxnSpPr>
          <p:spPr>
            <a:xfrm>
              <a:off x="2258254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nector 136"/>
            <p:cNvCxnSpPr/>
            <p:nvPr/>
          </p:nvCxnSpPr>
          <p:spPr>
            <a:xfrm>
              <a:off x="2427261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Connector 137"/>
            <p:cNvCxnSpPr/>
            <p:nvPr/>
          </p:nvCxnSpPr>
          <p:spPr>
            <a:xfrm>
              <a:off x="2596268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Connector 138"/>
            <p:cNvCxnSpPr/>
            <p:nvPr/>
          </p:nvCxnSpPr>
          <p:spPr>
            <a:xfrm>
              <a:off x="2765275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Connector 139"/>
            <p:cNvCxnSpPr/>
            <p:nvPr/>
          </p:nvCxnSpPr>
          <p:spPr>
            <a:xfrm>
              <a:off x="2934282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 140"/>
            <p:cNvCxnSpPr/>
            <p:nvPr/>
          </p:nvCxnSpPr>
          <p:spPr>
            <a:xfrm>
              <a:off x="3103289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Connector 141"/>
            <p:cNvCxnSpPr/>
            <p:nvPr/>
          </p:nvCxnSpPr>
          <p:spPr>
            <a:xfrm>
              <a:off x="3272296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nector 142"/>
            <p:cNvCxnSpPr/>
            <p:nvPr/>
          </p:nvCxnSpPr>
          <p:spPr>
            <a:xfrm>
              <a:off x="3441303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Connector 143"/>
            <p:cNvCxnSpPr/>
            <p:nvPr/>
          </p:nvCxnSpPr>
          <p:spPr>
            <a:xfrm>
              <a:off x="3610310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Connector 144"/>
            <p:cNvCxnSpPr/>
            <p:nvPr/>
          </p:nvCxnSpPr>
          <p:spPr>
            <a:xfrm>
              <a:off x="3779317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 145"/>
            <p:cNvCxnSpPr/>
            <p:nvPr/>
          </p:nvCxnSpPr>
          <p:spPr>
            <a:xfrm>
              <a:off x="3948324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Connector 146"/>
            <p:cNvCxnSpPr/>
            <p:nvPr/>
          </p:nvCxnSpPr>
          <p:spPr>
            <a:xfrm>
              <a:off x="4117331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Connector 147"/>
            <p:cNvCxnSpPr/>
            <p:nvPr/>
          </p:nvCxnSpPr>
          <p:spPr>
            <a:xfrm>
              <a:off x="4286338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Connector 148"/>
            <p:cNvCxnSpPr/>
            <p:nvPr/>
          </p:nvCxnSpPr>
          <p:spPr>
            <a:xfrm>
              <a:off x="4455345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Connector 149"/>
            <p:cNvCxnSpPr/>
            <p:nvPr/>
          </p:nvCxnSpPr>
          <p:spPr>
            <a:xfrm>
              <a:off x="4624352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Connector 150"/>
            <p:cNvCxnSpPr/>
            <p:nvPr/>
          </p:nvCxnSpPr>
          <p:spPr>
            <a:xfrm>
              <a:off x="4793360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Connector 151"/>
            <p:cNvCxnSpPr/>
            <p:nvPr/>
          </p:nvCxnSpPr>
          <p:spPr>
            <a:xfrm>
              <a:off x="4962367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or 152"/>
            <p:cNvCxnSpPr/>
            <p:nvPr/>
          </p:nvCxnSpPr>
          <p:spPr>
            <a:xfrm>
              <a:off x="5131374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Connector 153"/>
            <p:cNvCxnSpPr/>
            <p:nvPr/>
          </p:nvCxnSpPr>
          <p:spPr>
            <a:xfrm>
              <a:off x="5300381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Connector 154"/>
            <p:cNvCxnSpPr/>
            <p:nvPr/>
          </p:nvCxnSpPr>
          <p:spPr>
            <a:xfrm>
              <a:off x="5469388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or 155"/>
            <p:cNvCxnSpPr/>
            <p:nvPr/>
          </p:nvCxnSpPr>
          <p:spPr>
            <a:xfrm>
              <a:off x="5638395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or 156"/>
            <p:cNvCxnSpPr/>
            <p:nvPr/>
          </p:nvCxnSpPr>
          <p:spPr>
            <a:xfrm>
              <a:off x="5807402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or 157"/>
            <p:cNvCxnSpPr/>
            <p:nvPr/>
          </p:nvCxnSpPr>
          <p:spPr>
            <a:xfrm>
              <a:off x="5976409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 158"/>
            <p:cNvCxnSpPr/>
            <p:nvPr/>
          </p:nvCxnSpPr>
          <p:spPr>
            <a:xfrm>
              <a:off x="6145416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Connector 159"/>
            <p:cNvCxnSpPr/>
            <p:nvPr/>
          </p:nvCxnSpPr>
          <p:spPr>
            <a:xfrm>
              <a:off x="6314423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Connector 160"/>
            <p:cNvCxnSpPr/>
            <p:nvPr/>
          </p:nvCxnSpPr>
          <p:spPr>
            <a:xfrm>
              <a:off x="6483430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nector 161"/>
            <p:cNvCxnSpPr/>
            <p:nvPr/>
          </p:nvCxnSpPr>
          <p:spPr>
            <a:xfrm>
              <a:off x="6652437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Connector 162"/>
            <p:cNvCxnSpPr/>
            <p:nvPr/>
          </p:nvCxnSpPr>
          <p:spPr>
            <a:xfrm>
              <a:off x="6821444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Connector 163"/>
            <p:cNvCxnSpPr/>
            <p:nvPr/>
          </p:nvCxnSpPr>
          <p:spPr>
            <a:xfrm>
              <a:off x="6990451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nector 164"/>
            <p:cNvCxnSpPr/>
            <p:nvPr/>
          </p:nvCxnSpPr>
          <p:spPr>
            <a:xfrm>
              <a:off x="7159458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Connector 165"/>
            <p:cNvCxnSpPr/>
            <p:nvPr/>
          </p:nvCxnSpPr>
          <p:spPr>
            <a:xfrm>
              <a:off x="7328465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Connector 166"/>
            <p:cNvCxnSpPr/>
            <p:nvPr/>
          </p:nvCxnSpPr>
          <p:spPr>
            <a:xfrm>
              <a:off x="7497472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Connector 167"/>
            <p:cNvCxnSpPr/>
            <p:nvPr/>
          </p:nvCxnSpPr>
          <p:spPr>
            <a:xfrm>
              <a:off x="7666480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Connector 168"/>
            <p:cNvCxnSpPr/>
            <p:nvPr/>
          </p:nvCxnSpPr>
          <p:spPr>
            <a:xfrm>
              <a:off x="7835487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ctor 169"/>
            <p:cNvCxnSpPr/>
            <p:nvPr/>
          </p:nvCxnSpPr>
          <p:spPr>
            <a:xfrm>
              <a:off x="8004494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ctor 170"/>
            <p:cNvCxnSpPr/>
            <p:nvPr/>
          </p:nvCxnSpPr>
          <p:spPr>
            <a:xfrm>
              <a:off x="8173501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Connector 171"/>
            <p:cNvCxnSpPr/>
            <p:nvPr/>
          </p:nvCxnSpPr>
          <p:spPr>
            <a:xfrm>
              <a:off x="8342508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Connector 172"/>
            <p:cNvCxnSpPr/>
            <p:nvPr/>
          </p:nvCxnSpPr>
          <p:spPr>
            <a:xfrm>
              <a:off x="8511515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ctor 173"/>
            <p:cNvCxnSpPr/>
            <p:nvPr/>
          </p:nvCxnSpPr>
          <p:spPr>
            <a:xfrm>
              <a:off x="8680522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ctor 174"/>
            <p:cNvCxnSpPr/>
            <p:nvPr/>
          </p:nvCxnSpPr>
          <p:spPr>
            <a:xfrm>
              <a:off x="8849529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onnector 175"/>
            <p:cNvCxnSpPr/>
            <p:nvPr/>
          </p:nvCxnSpPr>
          <p:spPr>
            <a:xfrm>
              <a:off x="9018536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Connector 176"/>
            <p:cNvCxnSpPr/>
            <p:nvPr/>
          </p:nvCxnSpPr>
          <p:spPr>
            <a:xfrm>
              <a:off x="9187543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Connector 177"/>
            <p:cNvCxnSpPr/>
            <p:nvPr/>
          </p:nvCxnSpPr>
          <p:spPr>
            <a:xfrm>
              <a:off x="9356550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Connector 178"/>
            <p:cNvCxnSpPr/>
            <p:nvPr/>
          </p:nvCxnSpPr>
          <p:spPr>
            <a:xfrm>
              <a:off x="9525557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Connector 179"/>
            <p:cNvCxnSpPr/>
            <p:nvPr/>
          </p:nvCxnSpPr>
          <p:spPr>
            <a:xfrm>
              <a:off x="9694564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Connector 180"/>
            <p:cNvCxnSpPr/>
            <p:nvPr/>
          </p:nvCxnSpPr>
          <p:spPr>
            <a:xfrm>
              <a:off x="9863571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Connector 181"/>
            <p:cNvCxnSpPr/>
            <p:nvPr/>
          </p:nvCxnSpPr>
          <p:spPr>
            <a:xfrm>
              <a:off x="10032578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Connector 182"/>
            <p:cNvCxnSpPr/>
            <p:nvPr/>
          </p:nvCxnSpPr>
          <p:spPr>
            <a:xfrm>
              <a:off x="10201585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Connector 183"/>
            <p:cNvCxnSpPr/>
            <p:nvPr/>
          </p:nvCxnSpPr>
          <p:spPr>
            <a:xfrm>
              <a:off x="10370592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Connector 184"/>
            <p:cNvCxnSpPr/>
            <p:nvPr/>
          </p:nvCxnSpPr>
          <p:spPr>
            <a:xfrm>
              <a:off x="10539600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ctor 185"/>
            <p:cNvCxnSpPr/>
            <p:nvPr/>
          </p:nvCxnSpPr>
          <p:spPr>
            <a:xfrm>
              <a:off x="457200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Connector 186"/>
            <p:cNvCxnSpPr/>
            <p:nvPr/>
          </p:nvCxnSpPr>
          <p:spPr>
            <a:xfrm>
              <a:off x="10539600" y="1234440"/>
              <a:ext cx="0" cy="3383280"/>
            </a:xfrm>
            <a:prstGeom prst="line">
              <a:avLst/>
            </a:prstGeom>
            <a:ln w="6350">
              <a:solidFill>
                <a:srgbClr val="E9EA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9" name="TextBox 188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TML-202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