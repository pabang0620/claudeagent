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TML-022</a:t>
            </a:r>
          </a:p>
        </p:txBody>
      </p:sp>
      <p:grpSp>
        <p:nvGrpSpPr>
          <p:cNvPr id="24" name="asset:TML-022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(3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2199132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22539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4003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760219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96795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1625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3799332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3854196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40005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3360420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339699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7627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5399532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5454396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56007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4960620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499719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53629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TML-034</a:t>
            </a:r>
          </a:p>
        </p:txBody>
      </p:sp>
      <p:grpSp>
        <p:nvGrpSpPr>
          <p:cNvPr id="30" name="asset:TML-034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(4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999106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2053970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20027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72021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5679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12255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3199257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3254121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340042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92036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95694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32270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4399407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4454271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460057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4120514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4157090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452285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5599557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5654421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580072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532066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535724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572300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TML-046</a:t>
            </a:r>
          </a:p>
        </p:txBody>
      </p:sp>
      <p:grpSp>
        <p:nvGrpSpPr>
          <p:cNvPr id="36" name="asset:TML-046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(5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879091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1933955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08026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69621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3278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09854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2839212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2894076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304038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65633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69290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05866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3799332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3854196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40005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361645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365302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401878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4759452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4814316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496062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457657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461314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497890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88719" y="5719572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2642615" y="5774436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2935224" y="592074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/>
            <p:cNvSpPr/>
            <p:nvPr/>
          </p:nvSpPr>
          <p:spPr>
            <a:xfrm>
              <a:off x="3291839" y="553669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474720" y="557326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74720" y="593902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TML-058</a:t>
            </a:r>
          </a:p>
        </p:txBody>
      </p:sp>
      <p:grpSp>
        <p:nvGrpSpPr>
          <p:cNvPr id="42" name="asset:TML-058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(6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799082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1853945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0002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6802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167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082545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2599182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2654046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28003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4803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5168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28826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3399282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3454146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36004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32804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33169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36827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4199382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4254246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44005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40805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41170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44828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88719" y="4999482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2642615" y="5054346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2935224" y="52006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/>
            <p:cNvSpPr/>
            <p:nvPr/>
          </p:nvSpPr>
          <p:spPr>
            <a:xfrm>
              <a:off x="3291839" y="48806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474720" y="49171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74720" y="52829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188719" y="5799582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2642615" y="5854446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2935224" y="60007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3291839" y="56807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74720" y="57172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474720" y="60830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통합·성능·이관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TML-070</a:t>
            </a:r>
          </a:p>
        </p:txBody>
      </p:sp>
      <p:grpSp>
        <p:nvGrpSpPr>
          <p:cNvPr id="24" name="asset:TML-070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(3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2199132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2253996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4003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760219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96795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1625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3799332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3854196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40005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3360420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339699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7627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5399532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5454396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56007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4960620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499719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53629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TML-082</a:t>
            </a:r>
          </a:p>
        </p:txBody>
      </p:sp>
      <p:grpSp>
        <p:nvGrpSpPr>
          <p:cNvPr id="30" name="asset:TML-082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(4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999106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2053970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20027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72021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5679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12255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3199257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3254121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340042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92036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95694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32270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4399407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4454271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460057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4120514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4157090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452285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5599557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5654421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580072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532066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535724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572300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TML-094</a:t>
            </a:r>
          </a:p>
        </p:txBody>
      </p:sp>
      <p:grpSp>
        <p:nvGrpSpPr>
          <p:cNvPr id="36" name="asset:TML-094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(5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879091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1933955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08026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69621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3278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09854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2839212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2894076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304038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65633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69290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05866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3799332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3854196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40005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361645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365302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401878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4759452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4814316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496062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457657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461314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497890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88719" y="5719572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2642615" y="5774436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2935224" y="592074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/>
            <p:cNvSpPr/>
            <p:nvPr/>
          </p:nvSpPr>
          <p:spPr>
            <a:xfrm>
              <a:off x="3291839" y="553669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474720" y="557326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74720" y="593902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TML-106</a:t>
            </a:r>
          </a:p>
        </p:txBody>
      </p:sp>
      <p:grpSp>
        <p:nvGrpSpPr>
          <p:cNvPr id="42" name="asset:TML-106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(6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799082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1853945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0002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6802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167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082545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2599182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2654046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28003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4803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5168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28826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3399282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3454146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36004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32804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33169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36827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4199382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4254246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44005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40805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41170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44828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88719" y="4999482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2642615" y="5054346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2935224" y="52006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/>
            <p:cNvSpPr/>
            <p:nvPr/>
          </p:nvSpPr>
          <p:spPr>
            <a:xfrm>
              <a:off x="3291839" y="48806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474720" y="49171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74720" y="52829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188719" y="5799582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2642615" y="5854446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2935224" y="60007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3291839" y="56807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74720" y="57172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474720" y="60830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통합·성능·이관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TML-118</a:t>
            </a:r>
          </a:p>
        </p:txBody>
      </p:sp>
      <p:grpSp>
        <p:nvGrpSpPr>
          <p:cNvPr id="24" name="asset:TML-118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(3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2199132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2253996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4003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760219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96795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1625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3799332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3854196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40005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3360420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339699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7627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5399532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5454396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56007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4960620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499719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53629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TML-130</a:t>
            </a:r>
          </a:p>
        </p:txBody>
      </p:sp>
      <p:grpSp>
        <p:nvGrpSpPr>
          <p:cNvPr id="30" name="asset:TML-130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(4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999106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2053970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20027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72021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5679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12255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3199257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3254121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340042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92036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95694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32270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4399407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4454271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460057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4120514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4157090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452285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5599557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5654421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580072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532066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535724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572300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TML-142</a:t>
            </a:r>
          </a:p>
        </p:txBody>
      </p:sp>
      <p:grpSp>
        <p:nvGrpSpPr>
          <p:cNvPr id="36" name="asset:TML-142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(5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879091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1933955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08026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69621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3278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09854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2839212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2894076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304038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65633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69290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05866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3799332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3854196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40005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361645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365302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401878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4759452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4814316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496062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457657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461314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497890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88719" y="5719572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2642615" y="5774436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2935224" y="592074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/>
            <p:cNvSpPr/>
            <p:nvPr/>
          </p:nvSpPr>
          <p:spPr>
            <a:xfrm>
              <a:off x="3291839" y="553669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474720" y="557326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74720" y="593902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TML-154</a:t>
            </a:r>
          </a:p>
        </p:txBody>
      </p:sp>
      <p:grpSp>
        <p:nvGrpSpPr>
          <p:cNvPr id="42" name="asset:TML-154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(6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799082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1853945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0002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6802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167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082545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2599182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2654046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28003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4803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5168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28826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3399282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3454146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36004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32804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33169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36827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4199382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4254246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44005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40805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41170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44828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88719" y="4999482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2642615" y="5054346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2935224" y="52006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/>
            <p:cNvSpPr/>
            <p:nvPr/>
          </p:nvSpPr>
          <p:spPr>
            <a:xfrm>
              <a:off x="3291839" y="48806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474720" y="49171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74720" y="52829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188719" y="5799582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6단계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2642615" y="5854446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2935224" y="600075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3291839" y="5680710"/>
              <a:ext cx="7909560" cy="64008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74720" y="571728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통합시험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474720" y="6083046"/>
              <a:ext cx="7589520" cy="20116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통합·성능·이관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TML-166</a:t>
            </a:r>
          </a:p>
        </p:txBody>
      </p:sp>
      <p:grpSp>
        <p:nvGrpSpPr>
          <p:cNvPr id="24" name="asset:TML-166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(3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2199132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2253996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4003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760219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96795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1625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3799332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3854196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40005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3360420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339699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7627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5399532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54543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56007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4960620"/>
              <a:ext cx="7909560" cy="128016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4997196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5362956"/>
              <a:ext cx="7589520" cy="84124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TML-178</a:t>
            </a:r>
          </a:p>
        </p:txBody>
      </p:sp>
      <p:grpSp>
        <p:nvGrpSpPr>
          <p:cNvPr id="30" name="asset:TML-178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(4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999106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2053970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20027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72021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5679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12255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3199257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3254121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340042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92036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95694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32270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4399407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4454271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460057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4120514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4157090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452285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5599557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5654421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5800725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5320665"/>
              <a:ext cx="7909560" cy="960120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5357241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5723001"/>
              <a:ext cx="7589520" cy="521208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TML-190</a:t>
            </a:r>
          </a:p>
        </p:txBody>
      </p:sp>
      <p:grpSp>
        <p:nvGrpSpPr>
          <p:cNvPr id="36" name="asset:TML-190"/>
          <p:cNvGrpSpPr/>
          <p:nvPr/>
        </p:nvGrpSpPr>
        <p:grpSpPr>
          <a:xfrm>
            <a:off x="502920" y="475488"/>
            <a:ext cx="11155680" cy="5925312"/>
            <a:chOff x="502920" y="475488"/>
            <a:chExt cx="11155680" cy="5925312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75488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세로 타임라인 (5 이벤트)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32688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왼쪽 세로 기준선의 시점 노드에 이벤트 카드를 우측 배치</a:t>
              </a:r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788920" y="1600200"/>
              <a:ext cx="0" cy="4800600"/>
            </a:xfrm>
            <a:prstGeom prst="line">
              <a:avLst/>
            </a:prstGeom>
            <a:ln w="38100">
              <a:solidFill>
                <a:srgbClr val="2E75D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ounded Rectangle 5"/>
            <p:cNvSpPr/>
            <p:nvPr/>
          </p:nvSpPr>
          <p:spPr>
            <a:xfrm>
              <a:off x="1188719" y="1879091"/>
              <a:ext cx="1234440" cy="402336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2642615" y="1933955"/>
              <a:ext cx="292608" cy="292608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35224" y="208026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3291839" y="169621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74720" y="173278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74720" y="209854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현황 분석·요구 도출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188719" y="2839212"/>
              <a:ext cx="1234440" cy="402336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642615" y="2894076"/>
              <a:ext cx="292608" cy="292608"/>
            </a:xfrm>
            <a:prstGeom prst="ellipse">
              <a:avLst/>
            </a:prstGeom>
            <a:solidFill>
              <a:srgbClr val="7B2D8E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935224" y="304038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291839" y="265633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474720" y="269290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요구정의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474720" y="305866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과제 정의·범위 확정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188719" y="3799332"/>
              <a:ext cx="1234440" cy="402336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642615" y="3854196"/>
              <a:ext cx="292608" cy="292608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2935224" y="400050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3291839" y="361645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474720" y="365302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기본설계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74720" y="401878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아키텍처·화면 설계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188719" y="4759452"/>
              <a:ext cx="1234440" cy="402336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2642615" y="4814316"/>
              <a:ext cx="292608" cy="292608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935224" y="496062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3291839" y="457657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474720" y="461314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상세설계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474720" y="497890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데이터·인터페이스 설계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1188719" y="5719572"/>
              <a:ext cx="1234440" cy="402336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2642615" y="5774436"/>
              <a:ext cx="292608" cy="292608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2935224" y="5920740"/>
              <a:ext cx="356615" cy="0"/>
            </a:xfrm>
            <a:prstGeom prst="line">
              <a:avLst/>
            </a:prstGeom>
            <a:ln w="1270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ounded Rectangle 32"/>
            <p:cNvSpPr/>
            <p:nvPr/>
          </p:nvSpPr>
          <p:spPr>
            <a:xfrm>
              <a:off x="3291839" y="5536692"/>
              <a:ext cx="7909560" cy="768096"/>
            </a:xfrm>
            <a:prstGeom prst="roundRect">
              <a:avLst/>
            </a:prstGeom>
            <a:solidFill>
              <a:srgbClr val="F7F9FC"/>
            </a:solidFill>
            <a:ln w="15875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474720" y="5573268"/>
              <a:ext cx="7589520" cy="36576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시스템개발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74720" y="5939028"/>
              <a:ext cx="7589520" cy="329184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핵심 기능 구현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