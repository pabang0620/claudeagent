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TML-022</a:t>
            </a:r>
          </a:p>
        </p:txBody>
      </p:sp>
      <p:grpSp>
        <p:nvGrpSpPr>
          <p:cNvPr id="24" name="asset:TML-022"/>
          <p:cNvGrpSpPr/>
          <p:nvPr/>
        </p:nvGrpSpPr>
        <p:grpSpPr>
          <a:xfrm>
            <a:off x="502920" y="475488"/>
            <a:ext cx="11155680" cy="5925312"/>
            <a:chOff x="502920" y="475488"/>
            <a:chExt cx="11155680" cy="592531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세로 타임라인 (3 이벤트)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왼쪽 세로 기준선의 시점 노드에 이벤트 카드를 우측 배치</a:t>
              </a:r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2788920" y="1600200"/>
              <a:ext cx="0" cy="4800600"/>
            </a:xfrm>
            <a:prstGeom prst="line">
              <a:avLst/>
            </a:prstGeom>
            <a:ln w="3810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Rounded Rectangle 5"/>
            <p:cNvSpPr/>
            <p:nvPr/>
          </p:nvSpPr>
          <p:spPr>
            <a:xfrm>
              <a:off x="1188719" y="2199132"/>
              <a:ext cx="1234440" cy="402336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1단계</a:t>
              </a:r>
            </a:p>
          </p:txBody>
        </p:sp>
        <p:sp>
          <p:nvSpPr>
            <p:cNvPr id="7" name="Oval 6"/>
            <p:cNvSpPr/>
            <p:nvPr/>
          </p:nvSpPr>
          <p:spPr>
            <a:xfrm>
              <a:off x="2642615" y="2253996"/>
              <a:ext cx="292608" cy="292608"/>
            </a:xfrm>
            <a:prstGeom prst="ellipse">
              <a:avLst/>
            </a:prstGeom>
            <a:solidFill>
              <a:srgbClr val="2E75D6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8" name="Connector 7"/>
            <p:cNvCxnSpPr/>
            <p:nvPr/>
          </p:nvCxnSpPr>
          <p:spPr>
            <a:xfrm>
              <a:off x="2935224" y="2400300"/>
              <a:ext cx="356615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ounded Rectangle 8"/>
            <p:cNvSpPr/>
            <p:nvPr/>
          </p:nvSpPr>
          <p:spPr>
            <a:xfrm>
              <a:off x="3291839" y="1760219"/>
              <a:ext cx="7909560" cy="128016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474720" y="1796795"/>
              <a:ext cx="7589520" cy="36576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3474720" y="2162556"/>
              <a:ext cx="7589520" cy="841248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현황 분석·요구 도출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1188719" y="3799332"/>
              <a:ext cx="1234440" cy="402336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2단계</a:t>
              </a:r>
            </a:p>
          </p:txBody>
        </p:sp>
        <p:sp>
          <p:nvSpPr>
            <p:cNvPr id="13" name="Oval 12"/>
            <p:cNvSpPr/>
            <p:nvPr/>
          </p:nvSpPr>
          <p:spPr>
            <a:xfrm>
              <a:off x="2642615" y="3854196"/>
              <a:ext cx="292608" cy="292608"/>
            </a:xfrm>
            <a:prstGeom prst="ellipse">
              <a:avLst/>
            </a:prstGeom>
            <a:solidFill>
              <a:srgbClr val="1F9E8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4" name="Connector 13"/>
            <p:cNvCxnSpPr/>
            <p:nvPr/>
          </p:nvCxnSpPr>
          <p:spPr>
            <a:xfrm>
              <a:off x="2935224" y="4000500"/>
              <a:ext cx="356615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Rounded Rectangle 14"/>
            <p:cNvSpPr/>
            <p:nvPr/>
          </p:nvSpPr>
          <p:spPr>
            <a:xfrm>
              <a:off x="3291839" y="3360420"/>
              <a:ext cx="7909560" cy="128016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474720" y="3396996"/>
              <a:ext cx="7589520" cy="36576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3474720" y="3762756"/>
              <a:ext cx="7589520" cy="841248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과제 정의·범위 확정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1188719" y="5399532"/>
              <a:ext cx="1234440" cy="402336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3단계</a:t>
              </a:r>
            </a:p>
          </p:txBody>
        </p:sp>
        <p:sp>
          <p:nvSpPr>
            <p:cNvPr id="19" name="Oval 18"/>
            <p:cNvSpPr/>
            <p:nvPr/>
          </p:nvSpPr>
          <p:spPr>
            <a:xfrm>
              <a:off x="2642615" y="5454396"/>
              <a:ext cx="292608" cy="292608"/>
            </a:xfrm>
            <a:prstGeom prst="ellipse">
              <a:avLst/>
            </a:prstGeom>
            <a:solidFill>
              <a:srgbClr val="29ABE2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0" name="Connector 19"/>
            <p:cNvCxnSpPr/>
            <p:nvPr/>
          </p:nvCxnSpPr>
          <p:spPr>
            <a:xfrm>
              <a:off x="2935224" y="5600700"/>
              <a:ext cx="356615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ounded Rectangle 20"/>
            <p:cNvSpPr/>
            <p:nvPr/>
          </p:nvSpPr>
          <p:spPr>
            <a:xfrm>
              <a:off x="3291839" y="4960620"/>
              <a:ext cx="7909560" cy="128016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3474720" y="4997196"/>
              <a:ext cx="7589520" cy="36576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3474720" y="5362956"/>
              <a:ext cx="7589520" cy="841248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아키텍처·화면 설계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TML-034</a:t>
            </a:r>
          </a:p>
        </p:txBody>
      </p:sp>
      <p:grpSp>
        <p:nvGrpSpPr>
          <p:cNvPr id="30" name="asset:TML-034"/>
          <p:cNvGrpSpPr/>
          <p:nvPr/>
        </p:nvGrpSpPr>
        <p:grpSpPr>
          <a:xfrm>
            <a:off x="502920" y="475488"/>
            <a:ext cx="11155680" cy="5925312"/>
            <a:chOff x="502920" y="475488"/>
            <a:chExt cx="11155680" cy="592531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세로 타임라인 (4 이벤트)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왼쪽 세로 기준선의 시점 노드에 이벤트 카드를 우측 배치</a:t>
              </a:r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2788920" y="1600200"/>
              <a:ext cx="0" cy="4800600"/>
            </a:xfrm>
            <a:prstGeom prst="line">
              <a:avLst/>
            </a:prstGeom>
            <a:ln w="3810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Rounded Rectangle 5"/>
            <p:cNvSpPr/>
            <p:nvPr/>
          </p:nvSpPr>
          <p:spPr>
            <a:xfrm>
              <a:off x="1188719" y="1999106"/>
              <a:ext cx="1234440" cy="402336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1단계</a:t>
              </a:r>
            </a:p>
          </p:txBody>
        </p:sp>
        <p:sp>
          <p:nvSpPr>
            <p:cNvPr id="7" name="Oval 6"/>
            <p:cNvSpPr/>
            <p:nvPr/>
          </p:nvSpPr>
          <p:spPr>
            <a:xfrm>
              <a:off x="2642615" y="2053970"/>
              <a:ext cx="292608" cy="292608"/>
            </a:xfrm>
            <a:prstGeom prst="ellipse">
              <a:avLst/>
            </a:prstGeom>
            <a:solidFill>
              <a:srgbClr val="2E75D6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8" name="Connector 7"/>
            <p:cNvCxnSpPr/>
            <p:nvPr/>
          </p:nvCxnSpPr>
          <p:spPr>
            <a:xfrm>
              <a:off x="2935224" y="2200275"/>
              <a:ext cx="356615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ounded Rectangle 8"/>
            <p:cNvSpPr/>
            <p:nvPr/>
          </p:nvSpPr>
          <p:spPr>
            <a:xfrm>
              <a:off x="3291839" y="1720215"/>
              <a:ext cx="7909560" cy="96012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474720" y="1756791"/>
              <a:ext cx="7589520" cy="36576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3474720" y="2122551"/>
              <a:ext cx="7589520" cy="521208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현황 분석·요구 도출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1188719" y="3199257"/>
              <a:ext cx="1234440" cy="402336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2단계</a:t>
              </a:r>
            </a:p>
          </p:txBody>
        </p:sp>
        <p:sp>
          <p:nvSpPr>
            <p:cNvPr id="13" name="Oval 12"/>
            <p:cNvSpPr/>
            <p:nvPr/>
          </p:nvSpPr>
          <p:spPr>
            <a:xfrm>
              <a:off x="2642615" y="3254121"/>
              <a:ext cx="292608" cy="292608"/>
            </a:xfrm>
            <a:prstGeom prst="ellipse">
              <a:avLst/>
            </a:prstGeom>
            <a:solidFill>
              <a:srgbClr val="1F9E8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4" name="Connector 13"/>
            <p:cNvCxnSpPr/>
            <p:nvPr/>
          </p:nvCxnSpPr>
          <p:spPr>
            <a:xfrm>
              <a:off x="2935224" y="3400425"/>
              <a:ext cx="356615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Rounded Rectangle 14"/>
            <p:cNvSpPr/>
            <p:nvPr/>
          </p:nvSpPr>
          <p:spPr>
            <a:xfrm>
              <a:off x="3291839" y="2920365"/>
              <a:ext cx="7909560" cy="96012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474720" y="2956941"/>
              <a:ext cx="7589520" cy="36576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3474720" y="3322701"/>
              <a:ext cx="7589520" cy="521208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과제 정의·범위 확정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1188719" y="4399407"/>
              <a:ext cx="1234440" cy="402336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3단계</a:t>
              </a:r>
            </a:p>
          </p:txBody>
        </p:sp>
        <p:sp>
          <p:nvSpPr>
            <p:cNvPr id="19" name="Oval 18"/>
            <p:cNvSpPr/>
            <p:nvPr/>
          </p:nvSpPr>
          <p:spPr>
            <a:xfrm>
              <a:off x="2642615" y="4454271"/>
              <a:ext cx="292608" cy="292608"/>
            </a:xfrm>
            <a:prstGeom prst="ellipse">
              <a:avLst/>
            </a:prstGeom>
            <a:solidFill>
              <a:srgbClr val="29ABE2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0" name="Connector 19"/>
            <p:cNvCxnSpPr/>
            <p:nvPr/>
          </p:nvCxnSpPr>
          <p:spPr>
            <a:xfrm>
              <a:off x="2935224" y="4600575"/>
              <a:ext cx="356615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ounded Rectangle 20"/>
            <p:cNvSpPr/>
            <p:nvPr/>
          </p:nvSpPr>
          <p:spPr>
            <a:xfrm>
              <a:off x="3291839" y="4120514"/>
              <a:ext cx="7909560" cy="96012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3474720" y="4157090"/>
              <a:ext cx="7589520" cy="36576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3474720" y="4522851"/>
              <a:ext cx="7589520" cy="521208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아키텍처·화면 설계</a:t>
              </a:r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1188719" y="5599557"/>
              <a:ext cx="1234440" cy="402336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4단계</a:t>
              </a:r>
            </a:p>
          </p:txBody>
        </p:sp>
        <p:sp>
          <p:nvSpPr>
            <p:cNvPr id="25" name="Oval 24"/>
            <p:cNvSpPr/>
            <p:nvPr/>
          </p:nvSpPr>
          <p:spPr>
            <a:xfrm>
              <a:off x="2642615" y="5654421"/>
              <a:ext cx="292608" cy="292608"/>
            </a:xfrm>
            <a:prstGeom prst="ellipse">
              <a:avLst/>
            </a:prstGeom>
            <a:solidFill>
              <a:srgbClr val="2A4A7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6" name="Connector 25"/>
            <p:cNvCxnSpPr/>
            <p:nvPr/>
          </p:nvCxnSpPr>
          <p:spPr>
            <a:xfrm>
              <a:off x="2935224" y="5800725"/>
              <a:ext cx="356615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Rounded Rectangle 26"/>
            <p:cNvSpPr/>
            <p:nvPr/>
          </p:nvSpPr>
          <p:spPr>
            <a:xfrm>
              <a:off x="3291839" y="5320665"/>
              <a:ext cx="7909560" cy="96012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3474720" y="5357241"/>
              <a:ext cx="7589520" cy="36576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3474720" y="5723001"/>
              <a:ext cx="7589520" cy="521208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데이터·인터페이스 설계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TML-046</a:t>
            </a:r>
          </a:p>
        </p:txBody>
      </p:sp>
      <p:grpSp>
        <p:nvGrpSpPr>
          <p:cNvPr id="36" name="asset:TML-046"/>
          <p:cNvGrpSpPr/>
          <p:nvPr/>
        </p:nvGrpSpPr>
        <p:grpSpPr>
          <a:xfrm>
            <a:off x="502920" y="475488"/>
            <a:ext cx="11155680" cy="5925312"/>
            <a:chOff x="502920" y="475488"/>
            <a:chExt cx="11155680" cy="592531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세로 타임라인 (5 이벤트)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왼쪽 세로 기준선의 시점 노드에 이벤트 카드를 우측 배치</a:t>
              </a:r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2788920" y="1600200"/>
              <a:ext cx="0" cy="4800600"/>
            </a:xfrm>
            <a:prstGeom prst="line">
              <a:avLst/>
            </a:prstGeom>
            <a:ln w="3810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Rounded Rectangle 5"/>
            <p:cNvSpPr/>
            <p:nvPr/>
          </p:nvSpPr>
          <p:spPr>
            <a:xfrm>
              <a:off x="1188719" y="1879091"/>
              <a:ext cx="1234440" cy="402336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1단계</a:t>
              </a:r>
            </a:p>
          </p:txBody>
        </p:sp>
        <p:sp>
          <p:nvSpPr>
            <p:cNvPr id="7" name="Oval 6"/>
            <p:cNvSpPr/>
            <p:nvPr/>
          </p:nvSpPr>
          <p:spPr>
            <a:xfrm>
              <a:off x="2642615" y="1933955"/>
              <a:ext cx="292608" cy="292608"/>
            </a:xfrm>
            <a:prstGeom prst="ellipse">
              <a:avLst/>
            </a:prstGeom>
            <a:solidFill>
              <a:srgbClr val="2E75D6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8" name="Connector 7"/>
            <p:cNvCxnSpPr/>
            <p:nvPr/>
          </p:nvCxnSpPr>
          <p:spPr>
            <a:xfrm>
              <a:off x="2935224" y="2080260"/>
              <a:ext cx="356615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ounded Rectangle 8"/>
            <p:cNvSpPr/>
            <p:nvPr/>
          </p:nvSpPr>
          <p:spPr>
            <a:xfrm>
              <a:off x="3291839" y="1696212"/>
              <a:ext cx="7909560" cy="768096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474720" y="1732788"/>
              <a:ext cx="7589520" cy="36576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3474720" y="2098548"/>
              <a:ext cx="7589520" cy="329184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현황 분석·요구 도출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1188719" y="2839212"/>
              <a:ext cx="1234440" cy="402336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2단계</a:t>
              </a:r>
            </a:p>
          </p:txBody>
        </p:sp>
        <p:sp>
          <p:nvSpPr>
            <p:cNvPr id="13" name="Oval 12"/>
            <p:cNvSpPr/>
            <p:nvPr/>
          </p:nvSpPr>
          <p:spPr>
            <a:xfrm>
              <a:off x="2642615" y="2894076"/>
              <a:ext cx="292608" cy="292608"/>
            </a:xfrm>
            <a:prstGeom prst="ellipse">
              <a:avLst/>
            </a:prstGeom>
            <a:solidFill>
              <a:srgbClr val="1F9E8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4" name="Connector 13"/>
            <p:cNvCxnSpPr/>
            <p:nvPr/>
          </p:nvCxnSpPr>
          <p:spPr>
            <a:xfrm>
              <a:off x="2935224" y="3040380"/>
              <a:ext cx="356615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Rounded Rectangle 14"/>
            <p:cNvSpPr/>
            <p:nvPr/>
          </p:nvSpPr>
          <p:spPr>
            <a:xfrm>
              <a:off x="3291839" y="2656332"/>
              <a:ext cx="7909560" cy="768096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474720" y="2692908"/>
              <a:ext cx="7589520" cy="36576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3474720" y="3058668"/>
              <a:ext cx="7589520" cy="329184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과제 정의·범위 확정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1188719" y="3799332"/>
              <a:ext cx="1234440" cy="402336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3단계</a:t>
              </a:r>
            </a:p>
          </p:txBody>
        </p:sp>
        <p:sp>
          <p:nvSpPr>
            <p:cNvPr id="19" name="Oval 18"/>
            <p:cNvSpPr/>
            <p:nvPr/>
          </p:nvSpPr>
          <p:spPr>
            <a:xfrm>
              <a:off x="2642615" y="3854196"/>
              <a:ext cx="292608" cy="292608"/>
            </a:xfrm>
            <a:prstGeom prst="ellipse">
              <a:avLst/>
            </a:prstGeom>
            <a:solidFill>
              <a:srgbClr val="29ABE2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0" name="Connector 19"/>
            <p:cNvCxnSpPr/>
            <p:nvPr/>
          </p:nvCxnSpPr>
          <p:spPr>
            <a:xfrm>
              <a:off x="2935224" y="4000500"/>
              <a:ext cx="356615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ounded Rectangle 20"/>
            <p:cNvSpPr/>
            <p:nvPr/>
          </p:nvSpPr>
          <p:spPr>
            <a:xfrm>
              <a:off x="3291839" y="3616452"/>
              <a:ext cx="7909560" cy="768096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3474720" y="3653028"/>
              <a:ext cx="7589520" cy="36576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3474720" y="4018788"/>
              <a:ext cx="7589520" cy="329184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아키텍처·화면 설계</a:t>
              </a:r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1188719" y="4759452"/>
              <a:ext cx="1234440" cy="402336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4단계</a:t>
              </a:r>
            </a:p>
          </p:txBody>
        </p:sp>
        <p:sp>
          <p:nvSpPr>
            <p:cNvPr id="25" name="Oval 24"/>
            <p:cNvSpPr/>
            <p:nvPr/>
          </p:nvSpPr>
          <p:spPr>
            <a:xfrm>
              <a:off x="2642615" y="4814316"/>
              <a:ext cx="292608" cy="292608"/>
            </a:xfrm>
            <a:prstGeom prst="ellipse">
              <a:avLst/>
            </a:prstGeom>
            <a:solidFill>
              <a:srgbClr val="2A4A7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6" name="Connector 25"/>
            <p:cNvCxnSpPr/>
            <p:nvPr/>
          </p:nvCxnSpPr>
          <p:spPr>
            <a:xfrm>
              <a:off x="2935224" y="4960620"/>
              <a:ext cx="356615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Rounded Rectangle 26"/>
            <p:cNvSpPr/>
            <p:nvPr/>
          </p:nvSpPr>
          <p:spPr>
            <a:xfrm>
              <a:off x="3291839" y="4576572"/>
              <a:ext cx="7909560" cy="768096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3474720" y="4613148"/>
              <a:ext cx="7589520" cy="36576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3474720" y="4978908"/>
              <a:ext cx="7589520" cy="329184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데이터·인터페이스 설계</a:t>
              </a:r>
            </a:p>
          </p:txBody>
        </p:sp>
        <p:sp>
          <p:nvSpPr>
            <p:cNvPr id="30" name="Rounded Rectangle 29"/>
            <p:cNvSpPr/>
            <p:nvPr/>
          </p:nvSpPr>
          <p:spPr>
            <a:xfrm>
              <a:off x="1188719" y="5719572"/>
              <a:ext cx="1234440" cy="402336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5단계</a:t>
              </a:r>
            </a:p>
          </p:txBody>
        </p:sp>
        <p:sp>
          <p:nvSpPr>
            <p:cNvPr id="31" name="Oval 30"/>
            <p:cNvSpPr/>
            <p:nvPr/>
          </p:nvSpPr>
          <p:spPr>
            <a:xfrm>
              <a:off x="2642615" y="5774436"/>
              <a:ext cx="292608" cy="292608"/>
            </a:xfrm>
            <a:prstGeom prst="ellipse">
              <a:avLst/>
            </a:prstGeom>
            <a:solidFill>
              <a:srgbClr val="7B2D8E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2" name="Connector 31"/>
            <p:cNvCxnSpPr/>
            <p:nvPr/>
          </p:nvCxnSpPr>
          <p:spPr>
            <a:xfrm>
              <a:off x="2935224" y="5920740"/>
              <a:ext cx="356615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Rounded Rectangle 32"/>
            <p:cNvSpPr/>
            <p:nvPr/>
          </p:nvSpPr>
          <p:spPr>
            <a:xfrm>
              <a:off x="3291839" y="5536692"/>
              <a:ext cx="7909560" cy="768096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3474720" y="5573268"/>
              <a:ext cx="7589520" cy="36576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3474720" y="5939028"/>
              <a:ext cx="7589520" cy="329184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핵심 기능 구현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TML-058</a:t>
            </a:r>
          </a:p>
        </p:txBody>
      </p:sp>
      <p:grpSp>
        <p:nvGrpSpPr>
          <p:cNvPr id="42" name="asset:TML-058"/>
          <p:cNvGrpSpPr/>
          <p:nvPr/>
        </p:nvGrpSpPr>
        <p:grpSpPr>
          <a:xfrm>
            <a:off x="502920" y="475488"/>
            <a:ext cx="11155680" cy="5925312"/>
            <a:chOff x="502920" y="475488"/>
            <a:chExt cx="11155680" cy="592531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세로 타임라인 (6 이벤트)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왼쪽 세로 기준선의 시점 노드에 이벤트 카드를 우측 배치</a:t>
              </a:r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2788920" y="1600200"/>
              <a:ext cx="0" cy="4800600"/>
            </a:xfrm>
            <a:prstGeom prst="line">
              <a:avLst/>
            </a:prstGeom>
            <a:ln w="3810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Rounded Rectangle 5"/>
            <p:cNvSpPr/>
            <p:nvPr/>
          </p:nvSpPr>
          <p:spPr>
            <a:xfrm>
              <a:off x="1188719" y="1799082"/>
              <a:ext cx="1234440" cy="402336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1단계</a:t>
              </a:r>
            </a:p>
          </p:txBody>
        </p:sp>
        <p:sp>
          <p:nvSpPr>
            <p:cNvPr id="7" name="Oval 6"/>
            <p:cNvSpPr/>
            <p:nvPr/>
          </p:nvSpPr>
          <p:spPr>
            <a:xfrm>
              <a:off x="2642615" y="1853945"/>
              <a:ext cx="292608" cy="292608"/>
            </a:xfrm>
            <a:prstGeom prst="ellipse">
              <a:avLst/>
            </a:prstGeom>
            <a:solidFill>
              <a:srgbClr val="2E75D6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8" name="Connector 7"/>
            <p:cNvCxnSpPr/>
            <p:nvPr/>
          </p:nvCxnSpPr>
          <p:spPr>
            <a:xfrm>
              <a:off x="2935224" y="2000250"/>
              <a:ext cx="356615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ounded Rectangle 8"/>
            <p:cNvSpPr/>
            <p:nvPr/>
          </p:nvSpPr>
          <p:spPr>
            <a:xfrm>
              <a:off x="3291839" y="1680210"/>
              <a:ext cx="7909560" cy="64008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474720" y="1716786"/>
              <a:ext cx="7589520" cy="36576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3474720" y="2082545"/>
              <a:ext cx="7589520" cy="201168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현황 분석·요구 도출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1188719" y="2599182"/>
              <a:ext cx="1234440" cy="402336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2단계</a:t>
              </a:r>
            </a:p>
          </p:txBody>
        </p:sp>
        <p:sp>
          <p:nvSpPr>
            <p:cNvPr id="13" name="Oval 12"/>
            <p:cNvSpPr/>
            <p:nvPr/>
          </p:nvSpPr>
          <p:spPr>
            <a:xfrm>
              <a:off x="2642615" y="2654046"/>
              <a:ext cx="292608" cy="292608"/>
            </a:xfrm>
            <a:prstGeom prst="ellipse">
              <a:avLst/>
            </a:prstGeom>
            <a:solidFill>
              <a:srgbClr val="1F9E8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4" name="Connector 13"/>
            <p:cNvCxnSpPr/>
            <p:nvPr/>
          </p:nvCxnSpPr>
          <p:spPr>
            <a:xfrm>
              <a:off x="2935224" y="2800350"/>
              <a:ext cx="356615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Rounded Rectangle 14"/>
            <p:cNvSpPr/>
            <p:nvPr/>
          </p:nvSpPr>
          <p:spPr>
            <a:xfrm>
              <a:off x="3291839" y="2480310"/>
              <a:ext cx="7909560" cy="64008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474720" y="2516886"/>
              <a:ext cx="7589520" cy="36576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3474720" y="2882646"/>
              <a:ext cx="7589520" cy="201168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과제 정의·범위 확정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1188719" y="3399282"/>
              <a:ext cx="1234440" cy="402336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3단계</a:t>
              </a:r>
            </a:p>
          </p:txBody>
        </p:sp>
        <p:sp>
          <p:nvSpPr>
            <p:cNvPr id="19" name="Oval 18"/>
            <p:cNvSpPr/>
            <p:nvPr/>
          </p:nvSpPr>
          <p:spPr>
            <a:xfrm>
              <a:off x="2642615" y="3454146"/>
              <a:ext cx="292608" cy="292608"/>
            </a:xfrm>
            <a:prstGeom prst="ellipse">
              <a:avLst/>
            </a:prstGeom>
            <a:solidFill>
              <a:srgbClr val="29ABE2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0" name="Connector 19"/>
            <p:cNvCxnSpPr/>
            <p:nvPr/>
          </p:nvCxnSpPr>
          <p:spPr>
            <a:xfrm>
              <a:off x="2935224" y="3600450"/>
              <a:ext cx="356615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ounded Rectangle 20"/>
            <p:cNvSpPr/>
            <p:nvPr/>
          </p:nvSpPr>
          <p:spPr>
            <a:xfrm>
              <a:off x="3291839" y="3280410"/>
              <a:ext cx="7909560" cy="64008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3474720" y="3316986"/>
              <a:ext cx="7589520" cy="36576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3474720" y="3682746"/>
              <a:ext cx="7589520" cy="201168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아키텍처·화면 설계</a:t>
              </a:r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1188719" y="4199382"/>
              <a:ext cx="1234440" cy="402336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4단계</a:t>
              </a:r>
            </a:p>
          </p:txBody>
        </p:sp>
        <p:sp>
          <p:nvSpPr>
            <p:cNvPr id="25" name="Oval 24"/>
            <p:cNvSpPr/>
            <p:nvPr/>
          </p:nvSpPr>
          <p:spPr>
            <a:xfrm>
              <a:off x="2642615" y="4254246"/>
              <a:ext cx="292608" cy="292608"/>
            </a:xfrm>
            <a:prstGeom prst="ellipse">
              <a:avLst/>
            </a:prstGeom>
            <a:solidFill>
              <a:srgbClr val="2A4A7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6" name="Connector 25"/>
            <p:cNvCxnSpPr/>
            <p:nvPr/>
          </p:nvCxnSpPr>
          <p:spPr>
            <a:xfrm>
              <a:off x="2935224" y="4400550"/>
              <a:ext cx="356615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Rounded Rectangle 26"/>
            <p:cNvSpPr/>
            <p:nvPr/>
          </p:nvSpPr>
          <p:spPr>
            <a:xfrm>
              <a:off x="3291839" y="4080510"/>
              <a:ext cx="7909560" cy="64008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3474720" y="4117086"/>
              <a:ext cx="7589520" cy="36576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3474720" y="4482846"/>
              <a:ext cx="7589520" cy="201168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데이터·인터페이스 설계</a:t>
              </a:r>
            </a:p>
          </p:txBody>
        </p:sp>
        <p:sp>
          <p:nvSpPr>
            <p:cNvPr id="30" name="Rounded Rectangle 29"/>
            <p:cNvSpPr/>
            <p:nvPr/>
          </p:nvSpPr>
          <p:spPr>
            <a:xfrm>
              <a:off x="1188719" y="4999482"/>
              <a:ext cx="1234440" cy="402336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5단계</a:t>
              </a:r>
            </a:p>
          </p:txBody>
        </p:sp>
        <p:sp>
          <p:nvSpPr>
            <p:cNvPr id="31" name="Oval 30"/>
            <p:cNvSpPr/>
            <p:nvPr/>
          </p:nvSpPr>
          <p:spPr>
            <a:xfrm>
              <a:off x="2642615" y="5054346"/>
              <a:ext cx="292608" cy="292608"/>
            </a:xfrm>
            <a:prstGeom prst="ellipse">
              <a:avLst/>
            </a:prstGeom>
            <a:solidFill>
              <a:srgbClr val="7B2D8E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2" name="Connector 31"/>
            <p:cNvCxnSpPr/>
            <p:nvPr/>
          </p:nvCxnSpPr>
          <p:spPr>
            <a:xfrm>
              <a:off x="2935224" y="5200650"/>
              <a:ext cx="356615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Rounded Rectangle 32"/>
            <p:cNvSpPr/>
            <p:nvPr/>
          </p:nvSpPr>
          <p:spPr>
            <a:xfrm>
              <a:off x="3291839" y="4880610"/>
              <a:ext cx="7909560" cy="64008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3474720" y="4917186"/>
              <a:ext cx="7589520" cy="36576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3474720" y="5282946"/>
              <a:ext cx="7589520" cy="201168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핵심 기능 구현</a:t>
              </a:r>
            </a:p>
          </p:txBody>
        </p:sp>
        <p:sp>
          <p:nvSpPr>
            <p:cNvPr id="36" name="Rounded Rectangle 35"/>
            <p:cNvSpPr/>
            <p:nvPr/>
          </p:nvSpPr>
          <p:spPr>
            <a:xfrm>
              <a:off x="1188719" y="5799582"/>
              <a:ext cx="1234440" cy="402336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6단계</a:t>
              </a:r>
            </a:p>
          </p:txBody>
        </p:sp>
        <p:sp>
          <p:nvSpPr>
            <p:cNvPr id="37" name="Oval 36"/>
            <p:cNvSpPr/>
            <p:nvPr/>
          </p:nvSpPr>
          <p:spPr>
            <a:xfrm>
              <a:off x="2642615" y="5854446"/>
              <a:ext cx="292608" cy="292608"/>
            </a:xfrm>
            <a:prstGeom prst="ellipse">
              <a:avLst/>
            </a:prstGeom>
            <a:solidFill>
              <a:srgbClr val="2E75D6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8" name="Connector 37"/>
            <p:cNvCxnSpPr/>
            <p:nvPr/>
          </p:nvCxnSpPr>
          <p:spPr>
            <a:xfrm>
              <a:off x="2935224" y="6000750"/>
              <a:ext cx="356615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Rounded Rectangle 38"/>
            <p:cNvSpPr/>
            <p:nvPr/>
          </p:nvSpPr>
          <p:spPr>
            <a:xfrm>
              <a:off x="3291839" y="5680710"/>
              <a:ext cx="7909560" cy="64008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3474720" y="5717286"/>
              <a:ext cx="7589520" cy="36576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통합시험</a:t>
              </a: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3474720" y="6083046"/>
              <a:ext cx="7589520" cy="201168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통합·성능·이관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TML-070</a:t>
            </a:r>
          </a:p>
        </p:txBody>
      </p:sp>
      <p:grpSp>
        <p:nvGrpSpPr>
          <p:cNvPr id="24" name="asset:TML-070"/>
          <p:cNvGrpSpPr/>
          <p:nvPr/>
        </p:nvGrpSpPr>
        <p:grpSpPr>
          <a:xfrm>
            <a:off x="502920" y="475488"/>
            <a:ext cx="11155680" cy="5925312"/>
            <a:chOff x="502920" y="475488"/>
            <a:chExt cx="11155680" cy="592531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세로 타임라인 (3 이벤트)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왼쪽 세로 기준선의 시점 노드에 이벤트 카드를 우측 배치</a:t>
              </a:r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2788920" y="1600200"/>
              <a:ext cx="0" cy="4800600"/>
            </a:xfrm>
            <a:prstGeom prst="line">
              <a:avLst/>
            </a:prstGeom>
            <a:ln w="3810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Rounded Rectangle 5"/>
            <p:cNvSpPr/>
            <p:nvPr/>
          </p:nvSpPr>
          <p:spPr>
            <a:xfrm>
              <a:off x="1188719" y="2199132"/>
              <a:ext cx="1234440" cy="402336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1단계</a:t>
              </a:r>
            </a:p>
          </p:txBody>
        </p:sp>
        <p:sp>
          <p:nvSpPr>
            <p:cNvPr id="7" name="Oval 6"/>
            <p:cNvSpPr/>
            <p:nvPr/>
          </p:nvSpPr>
          <p:spPr>
            <a:xfrm>
              <a:off x="2642615" y="2253996"/>
              <a:ext cx="292608" cy="292608"/>
            </a:xfrm>
            <a:prstGeom prst="ellipse">
              <a:avLst/>
            </a:prstGeom>
            <a:solidFill>
              <a:srgbClr val="1F9E8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8" name="Connector 7"/>
            <p:cNvCxnSpPr/>
            <p:nvPr/>
          </p:nvCxnSpPr>
          <p:spPr>
            <a:xfrm>
              <a:off x="2935224" y="2400300"/>
              <a:ext cx="356615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ounded Rectangle 8"/>
            <p:cNvSpPr/>
            <p:nvPr/>
          </p:nvSpPr>
          <p:spPr>
            <a:xfrm>
              <a:off x="3291839" y="1760219"/>
              <a:ext cx="7909560" cy="128016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474720" y="1796795"/>
              <a:ext cx="7589520" cy="36576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3474720" y="2162556"/>
              <a:ext cx="7589520" cy="841248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현황 분석·요구 도출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1188719" y="3799332"/>
              <a:ext cx="1234440" cy="402336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2단계</a:t>
              </a:r>
            </a:p>
          </p:txBody>
        </p:sp>
        <p:sp>
          <p:nvSpPr>
            <p:cNvPr id="13" name="Oval 12"/>
            <p:cNvSpPr/>
            <p:nvPr/>
          </p:nvSpPr>
          <p:spPr>
            <a:xfrm>
              <a:off x="2642615" y="3854196"/>
              <a:ext cx="292608" cy="292608"/>
            </a:xfrm>
            <a:prstGeom prst="ellipse">
              <a:avLst/>
            </a:prstGeom>
            <a:solidFill>
              <a:srgbClr val="29ABE2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4" name="Connector 13"/>
            <p:cNvCxnSpPr/>
            <p:nvPr/>
          </p:nvCxnSpPr>
          <p:spPr>
            <a:xfrm>
              <a:off x="2935224" y="4000500"/>
              <a:ext cx="356615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Rounded Rectangle 14"/>
            <p:cNvSpPr/>
            <p:nvPr/>
          </p:nvSpPr>
          <p:spPr>
            <a:xfrm>
              <a:off x="3291839" y="3360420"/>
              <a:ext cx="7909560" cy="128016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474720" y="3396996"/>
              <a:ext cx="7589520" cy="36576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3474720" y="3762756"/>
              <a:ext cx="7589520" cy="841248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과제 정의·범위 확정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1188719" y="5399532"/>
              <a:ext cx="1234440" cy="402336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3단계</a:t>
              </a:r>
            </a:p>
          </p:txBody>
        </p:sp>
        <p:sp>
          <p:nvSpPr>
            <p:cNvPr id="19" name="Oval 18"/>
            <p:cNvSpPr/>
            <p:nvPr/>
          </p:nvSpPr>
          <p:spPr>
            <a:xfrm>
              <a:off x="2642615" y="5454396"/>
              <a:ext cx="292608" cy="292608"/>
            </a:xfrm>
            <a:prstGeom prst="ellipse">
              <a:avLst/>
            </a:prstGeom>
            <a:solidFill>
              <a:srgbClr val="2A4A7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0" name="Connector 19"/>
            <p:cNvCxnSpPr/>
            <p:nvPr/>
          </p:nvCxnSpPr>
          <p:spPr>
            <a:xfrm>
              <a:off x="2935224" y="5600700"/>
              <a:ext cx="356615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ounded Rectangle 20"/>
            <p:cNvSpPr/>
            <p:nvPr/>
          </p:nvSpPr>
          <p:spPr>
            <a:xfrm>
              <a:off x="3291839" y="4960620"/>
              <a:ext cx="7909560" cy="128016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3474720" y="4997196"/>
              <a:ext cx="7589520" cy="36576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3474720" y="5362956"/>
              <a:ext cx="7589520" cy="841248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아키텍처·화면 설계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TML-082</a:t>
            </a:r>
          </a:p>
        </p:txBody>
      </p:sp>
      <p:grpSp>
        <p:nvGrpSpPr>
          <p:cNvPr id="30" name="asset:TML-082"/>
          <p:cNvGrpSpPr/>
          <p:nvPr/>
        </p:nvGrpSpPr>
        <p:grpSpPr>
          <a:xfrm>
            <a:off x="502920" y="475488"/>
            <a:ext cx="11155680" cy="5925312"/>
            <a:chOff x="502920" y="475488"/>
            <a:chExt cx="11155680" cy="592531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세로 타임라인 (4 이벤트)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왼쪽 세로 기준선의 시점 노드에 이벤트 카드를 우측 배치</a:t>
              </a:r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2788920" y="1600200"/>
              <a:ext cx="0" cy="4800600"/>
            </a:xfrm>
            <a:prstGeom prst="line">
              <a:avLst/>
            </a:prstGeom>
            <a:ln w="3810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Rounded Rectangle 5"/>
            <p:cNvSpPr/>
            <p:nvPr/>
          </p:nvSpPr>
          <p:spPr>
            <a:xfrm>
              <a:off x="1188719" y="1999106"/>
              <a:ext cx="1234440" cy="402336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1단계</a:t>
              </a:r>
            </a:p>
          </p:txBody>
        </p:sp>
        <p:sp>
          <p:nvSpPr>
            <p:cNvPr id="7" name="Oval 6"/>
            <p:cNvSpPr/>
            <p:nvPr/>
          </p:nvSpPr>
          <p:spPr>
            <a:xfrm>
              <a:off x="2642615" y="2053970"/>
              <a:ext cx="292608" cy="292608"/>
            </a:xfrm>
            <a:prstGeom prst="ellipse">
              <a:avLst/>
            </a:prstGeom>
            <a:solidFill>
              <a:srgbClr val="1F9E8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8" name="Connector 7"/>
            <p:cNvCxnSpPr/>
            <p:nvPr/>
          </p:nvCxnSpPr>
          <p:spPr>
            <a:xfrm>
              <a:off x="2935224" y="2200275"/>
              <a:ext cx="356615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ounded Rectangle 8"/>
            <p:cNvSpPr/>
            <p:nvPr/>
          </p:nvSpPr>
          <p:spPr>
            <a:xfrm>
              <a:off x="3291839" y="1720215"/>
              <a:ext cx="7909560" cy="96012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474720" y="1756791"/>
              <a:ext cx="7589520" cy="36576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3474720" y="2122551"/>
              <a:ext cx="7589520" cy="521208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현황 분석·요구 도출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1188719" y="3199257"/>
              <a:ext cx="1234440" cy="402336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2단계</a:t>
              </a:r>
            </a:p>
          </p:txBody>
        </p:sp>
        <p:sp>
          <p:nvSpPr>
            <p:cNvPr id="13" name="Oval 12"/>
            <p:cNvSpPr/>
            <p:nvPr/>
          </p:nvSpPr>
          <p:spPr>
            <a:xfrm>
              <a:off x="2642615" y="3254121"/>
              <a:ext cx="292608" cy="292608"/>
            </a:xfrm>
            <a:prstGeom prst="ellipse">
              <a:avLst/>
            </a:prstGeom>
            <a:solidFill>
              <a:srgbClr val="29ABE2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4" name="Connector 13"/>
            <p:cNvCxnSpPr/>
            <p:nvPr/>
          </p:nvCxnSpPr>
          <p:spPr>
            <a:xfrm>
              <a:off x="2935224" y="3400425"/>
              <a:ext cx="356615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Rounded Rectangle 14"/>
            <p:cNvSpPr/>
            <p:nvPr/>
          </p:nvSpPr>
          <p:spPr>
            <a:xfrm>
              <a:off x="3291839" y="2920365"/>
              <a:ext cx="7909560" cy="96012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474720" y="2956941"/>
              <a:ext cx="7589520" cy="36576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3474720" y="3322701"/>
              <a:ext cx="7589520" cy="521208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과제 정의·범위 확정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1188719" y="4399407"/>
              <a:ext cx="1234440" cy="402336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3단계</a:t>
              </a:r>
            </a:p>
          </p:txBody>
        </p:sp>
        <p:sp>
          <p:nvSpPr>
            <p:cNvPr id="19" name="Oval 18"/>
            <p:cNvSpPr/>
            <p:nvPr/>
          </p:nvSpPr>
          <p:spPr>
            <a:xfrm>
              <a:off x="2642615" y="4454271"/>
              <a:ext cx="292608" cy="292608"/>
            </a:xfrm>
            <a:prstGeom prst="ellipse">
              <a:avLst/>
            </a:prstGeom>
            <a:solidFill>
              <a:srgbClr val="2A4A7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0" name="Connector 19"/>
            <p:cNvCxnSpPr/>
            <p:nvPr/>
          </p:nvCxnSpPr>
          <p:spPr>
            <a:xfrm>
              <a:off x="2935224" y="4600575"/>
              <a:ext cx="356615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ounded Rectangle 20"/>
            <p:cNvSpPr/>
            <p:nvPr/>
          </p:nvSpPr>
          <p:spPr>
            <a:xfrm>
              <a:off x="3291839" y="4120514"/>
              <a:ext cx="7909560" cy="96012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3474720" y="4157090"/>
              <a:ext cx="7589520" cy="36576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3474720" y="4522851"/>
              <a:ext cx="7589520" cy="521208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아키텍처·화면 설계</a:t>
              </a:r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1188719" y="5599557"/>
              <a:ext cx="1234440" cy="402336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4단계</a:t>
              </a:r>
            </a:p>
          </p:txBody>
        </p:sp>
        <p:sp>
          <p:nvSpPr>
            <p:cNvPr id="25" name="Oval 24"/>
            <p:cNvSpPr/>
            <p:nvPr/>
          </p:nvSpPr>
          <p:spPr>
            <a:xfrm>
              <a:off x="2642615" y="5654421"/>
              <a:ext cx="292608" cy="292608"/>
            </a:xfrm>
            <a:prstGeom prst="ellipse">
              <a:avLst/>
            </a:prstGeom>
            <a:solidFill>
              <a:srgbClr val="7B2D8E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6" name="Connector 25"/>
            <p:cNvCxnSpPr/>
            <p:nvPr/>
          </p:nvCxnSpPr>
          <p:spPr>
            <a:xfrm>
              <a:off x="2935224" y="5800725"/>
              <a:ext cx="356615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Rounded Rectangle 26"/>
            <p:cNvSpPr/>
            <p:nvPr/>
          </p:nvSpPr>
          <p:spPr>
            <a:xfrm>
              <a:off x="3291839" y="5320665"/>
              <a:ext cx="7909560" cy="96012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3474720" y="5357241"/>
              <a:ext cx="7589520" cy="36576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3474720" y="5723001"/>
              <a:ext cx="7589520" cy="521208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데이터·인터페이스 설계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TML-094</a:t>
            </a:r>
          </a:p>
        </p:txBody>
      </p:sp>
      <p:grpSp>
        <p:nvGrpSpPr>
          <p:cNvPr id="36" name="asset:TML-094"/>
          <p:cNvGrpSpPr/>
          <p:nvPr/>
        </p:nvGrpSpPr>
        <p:grpSpPr>
          <a:xfrm>
            <a:off x="502920" y="475488"/>
            <a:ext cx="11155680" cy="5925312"/>
            <a:chOff x="502920" y="475488"/>
            <a:chExt cx="11155680" cy="592531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세로 타임라인 (5 이벤트)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왼쪽 세로 기준선의 시점 노드에 이벤트 카드를 우측 배치</a:t>
              </a:r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2788920" y="1600200"/>
              <a:ext cx="0" cy="4800600"/>
            </a:xfrm>
            <a:prstGeom prst="line">
              <a:avLst/>
            </a:prstGeom>
            <a:ln w="3810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Rounded Rectangle 5"/>
            <p:cNvSpPr/>
            <p:nvPr/>
          </p:nvSpPr>
          <p:spPr>
            <a:xfrm>
              <a:off x="1188719" y="1879091"/>
              <a:ext cx="1234440" cy="402336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1단계</a:t>
              </a:r>
            </a:p>
          </p:txBody>
        </p:sp>
        <p:sp>
          <p:nvSpPr>
            <p:cNvPr id="7" name="Oval 6"/>
            <p:cNvSpPr/>
            <p:nvPr/>
          </p:nvSpPr>
          <p:spPr>
            <a:xfrm>
              <a:off x="2642615" y="1933955"/>
              <a:ext cx="292608" cy="292608"/>
            </a:xfrm>
            <a:prstGeom prst="ellipse">
              <a:avLst/>
            </a:prstGeom>
            <a:solidFill>
              <a:srgbClr val="1F9E8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8" name="Connector 7"/>
            <p:cNvCxnSpPr/>
            <p:nvPr/>
          </p:nvCxnSpPr>
          <p:spPr>
            <a:xfrm>
              <a:off x="2935224" y="2080260"/>
              <a:ext cx="356615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ounded Rectangle 8"/>
            <p:cNvSpPr/>
            <p:nvPr/>
          </p:nvSpPr>
          <p:spPr>
            <a:xfrm>
              <a:off x="3291839" y="1696212"/>
              <a:ext cx="7909560" cy="768096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474720" y="1732788"/>
              <a:ext cx="7589520" cy="36576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3474720" y="2098548"/>
              <a:ext cx="7589520" cy="329184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현황 분석·요구 도출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1188719" y="2839212"/>
              <a:ext cx="1234440" cy="402336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2단계</a:t>
              </a:r>
            </a:p>
          </p:txBody>
        </p:sp>
        <p:sp>
          <p:nvSpPr>
            <p:cNvPr id="13" name="Oval 12"/>
            <p:cNvSpPr/>
            <p:nvPr/>
          </p:nvSpPr>
          <p:spPr>
            <a:xfrm>
              <a:off x="2642615" y="2894076"/>
              <a:ext cx="292608" cy="292608"/>
            </a:xfrm>
            <a:prstGeom prst="ellipse">
              <a:avLst/>
            </a:prstGeom>
            <a:solidFill>
              <a:srgbClr val="29ABE2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4" name="Connector 13"/>
            <p:cNvCxnSpPr/>
            <p:nvPr/>
          </p:nvCxnSpPr>
          <p:spPr>
            <a:xfrm>
              <a:off x="2935224" y="3040380"/>
              <a:ext cx="356615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Rounded Rectangle 14"/>
            <p:cNvSpPr/>
            <p:nvPr/>
          </p:nvSpPr>
          <p:spPr>
            <a:xfrm>
              <a:off x="3291839" y="2656332"/>
              <a:ext cx="7909560" cy="768096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474720" y="2692908"/>
              <a:ext cx="7589520" cy="36576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3474720" y="3058668"/>
              <a:ext cx="7589520" cy="329184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과제 정의·범위 확정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1188719" y="3799332"/>
              <a:ext cx="1234440" cy="402336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3단계</a:t>
              </a:r>
            </a:p>
          </p:txBody>
        </p:sp>
        <p:sp>
          <p:nvSpPr>
            <p:cNvPr id="19" name="Oval 18"/>
            <p:cNvSpPr/>
            <p:nvPr/>
          </p:nvSpPr>
          <p:spPr>
            <a:xfrm>
              <a:off x="2642615" y="3854196"/>
              <a:ext cx="292608" cy="292608"/>
            </a:xfrm>
            <a:prstGeom prst="ellipse">
              <a:avLst/>
            </a:prstGeom>
            <a:solidFill>
              <a:srgbClr val="2A4A7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0" name="Connector 19"/>
            <p:cNvCxnSpPr/>
            <p:nvPr/>
          </p:nvCxnSpPr>
          <p:spPr>
            <a:xfrm>
              <a:off x="2935224" y="4000500"/>
              <a:ext cx="356615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ounded Rectangle 20"/>
            <p:cNvSpPr/>
            <p:nvPr/>
          </p:nvSpPr>
          <p:spPr>
            <a:xfrm>
              <a:off x="3291839" y="3616452"/>
              <a:ext cx="7909560" cy="768096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3474720" y="3653028"/>
              <a:ext cx="7589520" cy="36576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3474720" y="4018788"/>
              <a:ext cx="7589520" cy="329184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아키텍처·화면 설계</a:t>
              </a:r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1188719" y="4759452"/>
              <a:ext cx="1234440" cy="402336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4단계</a:t>
              </a:r>
            </a:p>
          </p:txBody>
        </p:sp>
        <p:sp>
          <p:nvSpPr>
            <p:cNvPr id="25" name="Oval 24"/>
            <p:cNvSpPr/>
            <p:nvPr/>
          </p:nvSpPr>
          <p:spPr>
            <a:xfrm>
              <a:off x="2642615" y="4814316"/>
              <a:ext cx="292608" cy="292608"/>
            </a:xfrm>
            <a:prstGeom prst="ellipse">
              <a:avLst/>
            </a:prstGeom>
            <a:solidFill>
              <a:srgbClr val="7B2D8E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6" name="Connector 25"/>
            <p:cNvCxnSpPr/>
            <p:nvPr/>
          </p:nvCxnSpPr>
          <p:spPr>
            <a:xfrm>
              <a:off x="2935224" y="4960620"/>
              <a:ext cx="356615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Rounded Rectangle 26"/>
            <p:cNvSpPr/>
            <p:nvPr/>
          </p:nvSpPr>
          <p:spPr>
            <a:xfrm>
              <a:off x="3291839" y="4576572"/>
              <a:ext cx="7909560" cy="768096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3474720" y="4613148"/>
              <a:ext cx="7589520" cy="36576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3474720" y="4978908"/>
              <a:ext cx="7589520" cy="329184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데이터·인터페이스 설계</a:t>
              </a:r>
            </a:p>
          </p:txBody>
        </p:sp>
        <p:sp>
          <p:nvSpPr>
            <p:cNvPr id="30" name="Rounded Rectangle 29"/>
            <p:cNvSpPr/>
            <p:nvPr/>
          </p:nvSpPr>
          <p:spPr>
            <a:xfrm>
              <a:off x="1188719" y="5719572"/>
              <a:ext cx="1234440" cy="402336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5단계</a:t>
              </a:r>
            </a:p>
          </p:txBody>
        </p:sp>
        <p:sp>
          <p:nvSpPr>
            <p:cNvPr id="31" name="Oval 30"/>
            <p:cNvSpPr/>
            <p:nvPr/>
          </p:nvSpPr>
          <p:spPr>
            <a:xfrm>
              <a:off x="2642615" y="5774436"/>
              <a:ext cx="292608" cy="292608"/>
            </a:xfrm>
            <a:prstGeom prst="ellipse">
              <a:avLst/>
            </a:prstGeom>
            <a:solidFill>
              <a:srgbClr val="2E75D6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2" name="Connector 31"/>
            <p:cNvCxnSpPr/>
            <p:nvPr/>
          </p:nvCxnSpPr>
          <p:spPr>
            <a:xfrm>
              <a:off x="2935224" y="5920740"/>
              <a:ext cx="356615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Rounded Rectangle 32"/>
            <p:cNvSpPr/>
            <p:nvPr/>
          </p:nvSpPr>
          <p:spPr>
            <a:xfrm>
              <a:off x="3291839" y="5536692"/>
              <a:ext cx="7909560" cy="768096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3474720" y="5573268"/>
              <a:ext cx="7589520" cy="36576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3474720" y="5939028"/>
              <a:ext cx="7589520" cy="329184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핵심 기능 구현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TML-106</a:t>
            </a:r>
          </a:p>
        </p:txBody>
      </p:sp>
      <p:grpSp>
        <p:nvGrpSpPr>
          <p:cNvPr id="42" name="asset:TML-106"/>
          <p:cNvGrpSpPr/>
          <p:nvPr/>
        </p:nvGrpSpPr>
        <p:grpSpPr>
          <a:xfrm>
            <a:off x="502920" y="475488"/>
            <a:ext cx="11155680" cy="5925312"/>
            <a:chOff x="502920" y="475488"/>
            <a:chExt cx="11155680" cy="592531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세로 타임라인 (6 이벤트)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왼쪽 세로 기준선의 시점 노드에 이벤트 카드를 우측 배치</a:t>
              </a:r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2788920" y="1600200"/>
              <a:ext cx="0" cy="4800600"/>
            </a:xfrm>
            <a:prstGeom prst="line">
              <a:avLst/>
            </a:prstGeom>
            <a:ln w="3810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Rounded Rectangle 5"/>
            <p:cNvSpPr/>
            <p:nvPr/>
          </p:nvSpPr>
          <p:spPr>
            <a:xfrm>
              <a:off x="1188719" y="1799082"/>
              <a:ext cx="1234440" cy="402336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1단계</a:t>
              </a:r>
            </a:p>
          </p:txBody>
        </p:sp>
        <p:sp>
          <p:nvSpPr>
            <p:cNvPr id="7" name="Oval 6"/>
            <p:cNvSpPr/>
            <p:nvPr/>
          </p:nvSpPr>
          <p:spPr>
            <a:xfrm>
              <a:off x="2642615" y="1853945"/>
              <a:ext cx="292608" cy="292608"/>
            </a:xfrm>
            <a:prstGeom prst="ellipse">
              <a:avLst/>
            </a:prstGeom>
            <a:solidFill>
              <a:srgbClr val="1F9E8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8" name="Connector 7"/>
            <p:cNvCxnSpPr/>
            <p:nvPr/>
          </p:nvCxnSpPr>
          <p:spPr>
            <a:xfrm>
              <a:off x="2935224" y="2000250"/>
              <a:ext cx="356615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ounded Rectangle 8"/>
            <p:cNvSpPr/>
            <p:nvPr/>
          </p:nvSpPr>
          <p:spPr>
            <a:xfrm>
              <a:off x="3291839" y="1680210"/>
              <a:ext cx="7909560" cy="64008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474720" y="1716786"/>
              <a:ext cx="7589520" cy="36576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3474720" y="2082545"/>
              <a:ext cx="7589520" cy="201168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현황 분석·요구 도출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1188719" y="2599182"/>
              <a:ext cx="1234440" cy="402336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2단계</a:t>
              </a:r>
            </a:p>
          </p:txBody>
        </p:sp>
        <p:sp>
          <p:nvSpPr>
            <p:cNvPr id="13" name="Oval 12"/>
            <p:cNvSpPr/>
            <p:nvPr/>
          </p:nvSpPr>
          <p:spPr>
            <a:xfrm>
              <a:off x="2642615" y="2654046"/>
              <a:ext cx="292608" cy="292608"/>
            </a:xfrm>
            <a:prstGeom prst="ellipse">
              <a:avLst/>
            </a:prstGeom>
            <a:solidFill>
              <a:srgbClr val="29ABE2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4" name="Connector 13"/>
            <p:cNvCxnSpPr/>
            <p:nvPr/>
          </p:nvCxnSpPr>
          <p:spPr>
            <a:xfrm>
              <a:off x="2935224" y="2800350"/>
              <a:ext cx="356615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Rounded Rectangle 14"/>
            <p:cNvSpPr/>
            <p:nvPr/>
          </p:nvSpPr>
          <p:spPr>
            <a:xfrm>
              <a:off x="3291839" y="2480310"/>
              <a:ext cx="7909560" cy="64008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474720" y="2516886"/>
              <a:ext cx="7589520" cy="36576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3474720" y="2882646"/>
              <a:ext cx="7589520" cy="201168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과제 정의·범위 확정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1188719" y="3399282"/>
              <a:ext cx="1234440" cy="402336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3단계</a:t>
              </a:r>
            </a:p>
          </p:txBody>
        </p:sp>
        <p:sp>
          <p:nvSpPr>
            <p:cNvPr id="19" name="Oval 18"/>
            <p:cNvSpPr/>
            <p:nvPr/>
          </p:nvSpPr>
          <p:spPr>
            <a:xfrm>
              <a:off x="2642615" y="3454146"/>
              <a:ext cx="292608" cy="292608"/>
            </a:xfrm>
            <a:prstGeom prst="ellipse">
              <a:avLst/>
            </a:prstGeom>
            <a:solidFill>
              <a:srgbClr val="2A4A7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0" name="Connector 19"/>
            <p:cNvCxnSpPr/>
            <p:nvPr/>
          </p:nvCxnSpPr>
          <p:spPr>
            <a:xfrm>
              <a:off x="2935224" y="3600450"/>
              <a:ext cx="356615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ounded Rectangle 20"/>
            <p:cNvSpPr/>
            <p:nvPr/>
          </p:nvSpPr>
          <p:spPr>
            <a:xfrm>
              <a:off x="3291839" y="3280410"/>
              <a:ext cx="7909560" cy="64008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3474720" y="3316986"/>
              <a:ext cx="7589520" cy="36576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3474720" y="3682746"/>
              <a:ext cx="7589520" cy="201168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아키텍처·화면 설계</a:t>
              </a:r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1188719" y="4199382"/>
              <a:ext cx="1234440" cy="402336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4단계</a:t>
              </a:r>
            </a:p>
          </p:txBody>
        </p:sp>
        <p:sp>
          <p:nvSpPr>
            <p:cNvPr id="25" name="Oval 24"/>
            <p:cNvSpPr/>
            <p:nvPr/>
          </p:nvSpPr>
          <p:spPr>
            <a:xfrm>
              <a:off x="2642615" y="4254246"/>
              <a:ext cx="292608" cy="292608"/>
            </a:xfrm>
            <a:prstGeom prst="ellipse">
              <a:avLst/>
            </a:prstGeom>
            <a:solidFill>
              <a:srgbClr val="7B2D8E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6" name="Connector 25"/>
            <p:cNvCxnSpPr/>
            <p:nvPr/>
          </p:nvCxnSpPr>
          <p:spPr>
            <a:xfrm>
              <a:off x="2935224" y="4400550"/>
              <a:ext cx="356615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Rounded Rectangle 26"/>
            <p:cNvSpPr/>
            <p:nvPr/>
          </p:nvSpPr>
          <p:spPr>
            <a:xfrm>
              <a:off x="3291839" y="4080510"/>
              <a:ext cx="7909560" cy="64008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3474720" y="4117086"/>
              <a:ext cx="7589520" cy="36576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3474720" y="4482846"/>
              <a:ext cx="7589520" cy="201168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데이터·인터페이스 설계</a:t>
              </a:r>
            </a:p>
          </p:txBody>
        </p:sp>
        <p:sp>
          <p:nvSpPr>
            <p:cNvPr id="30" name="Rounded Rectangle 29"/>
            <p:cNvSpPr/>
            <p:nvPr/>
          </p:nvSpPr>
          <p:spPr>
            <a:xfrm>
              <a:off x="1188719" y="4999482"/>
              <a:ext cx="1234440" cy="402336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5단계</a:t>
              </a:r>
            </a:p>
          </p:txBody>
        </p:sp>
        <p:sp>
          <p:nvSpPr>
            <p:cNvPr id="31" name="Oval 30"/>
            <p:cNvSpPr/>
            <p:nvPr/>
          </p:nvSpPr>
          <p:spPr>
            <a:xfrm>
              <a:off x="2642615" y="5054346"/>
              <a:ext cx="292608" cy="292608"/>
            </a:xfrm>
            <a:prstGeom prst="ellipse">
              <a:avLst/>
            </a:prstGeom>
            <a:solidFill>
              <a:srgbClr val="2E75D6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2" name="Connector 31"/>
            <p:cNvCxnSpPr/>
            <p:nvPr/>
          </p:nvCxnSpPr>
          <p:spPr>
            <a:xfrm>
              <a:off x="2935224" y="5200650"/>
              <a:ext cx="356615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Rounded Rectangle 32"/>
            <p:cNvSpPr/>
            <p:nvPr/>
          </p:nvSpPr>
          <p:spPr>
            <a:xfrm>
              <a:off x="3291839" y="4880610"/>
              <a:ext cx="7909560" cy="64008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3474720" y="4917186"/>
              <a:ext cx="7589520" cy="36576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3474720" y="5282946"/>
              <a:ext cx="7589520" cy="201168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핵심 기능 구현</a:t>
              </a:r>
            </a:p>
          </p:txBody>
        </p:sp>
        <p:sp>
          <p:nvSpPr>
            <p:cNvPr id="36" name="Rounded Rectangle 35"/>
            <p:cNvSpPr/>
            <p:nvPr/>
          </p:nvSpPr>
          <p:spPr>
            <a:xfrm>
              <a:off x="1188719" y="5799582"/>
              <a:ext cx="1234440" cy="402336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6단계</a:t>
              </a:r>
            </a:p>
          </p:txBody>
        </p:sp>
        <p:sp>
          <p:nvSpPr>
            <p:cNvPr id="37" name="Oval 36"/>
            <p:cNvSpPr/>
            <p:nvPr/>
          </p:nvSpPr>
          <p:spPr>
            <a:xfrm>
              <a:off x="2642615" y="5854446"/>
              <a:ext cx="292608" cy="292608"/>
            </a:xfrm>
            <a:prstGeom prst="ellipse">
              <a:avLst/>
            </a:prstGeom>
            <a:solidFill>
              <a:srgbClr val="1F9E8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8" name="Connector 37"/>
            <p:cNvCxnSpPr/>
            <p:nvPr/>
          </p:nvCxnSpPr>
          <p:spPr>
            <a:xfrm>
              <a:off x="2935224" y="6000750"/>
              <a:ext cx="356615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Rounded Rectangle 38"/>
            <p:cNvSpPr/>
            <p:nvPr/>
          </p:nvSpPr>
          <p:spPr>
            <a:xfrm>
              <a:off x="3291839" y="5680710"/>
              <a:ext cx="7909560" cy="64008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3474720" y="5717286"/>
              <a:ext cx="7589520" cy="36576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통합시험</a:t>
              </a: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3474720" y="6083046"/>
              <a:ext cx="7589520" cy="201168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통합·성능·이관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TML-118</a:t>
            </a:r>
          </a:p>
        </p:txBody>
      </p:sp>
      <p:grpSp>
        <p:nvGrpSpPr>
          <p:cNvPr id="24" name="asset:TML-118"/>
          <p:cNvGrpSpPr/>
          <p:nvPr/>
        </p:nvGrpSpPr>
        <p:grpSpPr>
          <a:xfrm>
            <a:off x="502920" y="475488"/>
            <a:ext cx="11155680" cy="5925312"/>
            <a:chOff x="502920" y="475488"/>
            <a:chExt cx="11155680" cy="592531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세로 타임라인 (3 이벤트)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왼쪽 세로 기준선의 시점 노드에 이벤트 카드를 우측 배치</a:t>
              </a:r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2788920" y="1600200"/>
              <a:ext cx="0" cy="4800600"/>
            </a:xfrm>
            <a:prstGeom prst="line">
              <a:avLst/>
            </a:prstGeom>
            <a:ln w="3810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Rounded Rectangle 5"/>
            <p:cNvSpPr/>
            <p:nvPr/>
          </p:nvSpPr>
          <p:spPr>
            <a:xfrm>
              <a:off x="1188719" y="2199132"/>
              <a:ext cx="1234440" cy="402336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1단계</a:t>
              </a:r>
            </a:p>
          </p:txBody>
        </p:sp>
        <p:sp>
          <p:nvSpPr>
            <p:cNvPr id="7" name="Oval 6"/>
            <p:cNvSpPr/>
            <p:nvPr/>
          </p:nvSpPr>
          <p:spPr>
            <a:xfrm>
              <a:off x="2642615" y="2253996"/>
              <a:ext cx="292608" cy="292608"/>
            </a:xfrm>
            <a:prstGeom prst="ellipse">
              <a:avLst/>
            </a:prstGeom>
            <a:solidFill>
              <a:srgbClr val="29ABE2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8" name="Connector 7"/>
            <p:cNvCxnSpPr/>
            <p:nvPr/>
          </p:nvCxnSpPr>
          <p:spPr>
            <a:xfrm>
              <a:off x="2935224" y="2400300"/>
              <a:ext cx="356615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ounded Rectangle 8"/>
            <p:cNvSpPr/>
            <p:nvPr/>
          </p:nvSpPr>
          <p:spPr>
            <a:xfrm>
              <a:off x="3291839" y="1760219"/>
              <a:ext cx="7909560" cy="128016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474720" y="1796795"/>
              <a:ext cx="7589520" cy="36576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3474720" y="2162556"/>
              <a:ext cx="7589520" cy="841248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현황 분석·요구 도출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1188719" y="3799332"/>
              <a:ext cx="1234440" cy="402336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2단계</a:t>
              </a:r>
            </a:p>
          </p:txBody>
        </p:sp>
        <p:sp>
          <p:nvSpPr>
            <p:cNvPr id="13" name="Oval 12"/>
            <p:cNvSpPr/>
            <p:nvPr/>
          </p:nvSpPr>
          <p:spPr>
            <a:xfrm>
              <a:off x="2642615" y="3854196"/>
              <a:ext cx="292608" cy="292608"/>
            </a:xfrm>
            <a:prstGeom prst="ellipse">
              <a:avLst/>
            </a:prstGeom>
            <a:solidFill>
              <a:srgbClr val="2A4A7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4" name="Connector 13"/>
            <p:cNvCxnSpPr/>
            <p:nvPr/>
          </p:nvCxnSpPr>
          <p:spPr>
            <a:xfrm>
              <a:off x="2935224" y="4000500"/>
              <a:ext cx="356615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Rounded Rectangle 14"/>
            <p:cNvSpPr/>
            <p:nvPr/>
          </p:nvSpPr>
          <p:spPr>
            <a:xfrm>
              <a:off x="3291839" y="3360420"/>
              <a:ext cx="7909560" cy="128016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474720" y="3396996"/>
              <a:ext cx="7589520" cy="36576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3474720" y="3762756"/>
              <a:ext cx="7589520" cy="841248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과제 정의·범위 확정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1188719" y="5399532"/>
              <a:ext cx="1234440" cy="402336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3단계</a:t>
              </a:r>
            </a:p>
          </p:txBody>
        </p:sp>
        <p:sp>
          <p:nvSpPr>
            <p:cNvPr id="19" name="Oval 18"/>
            <p:cNvSpPr/>
            <p:nvPr/>
          </p:nvSpPr>
          <p:spPr>
            <a:xfrm>
              <a:off x="2642615" y="5454396"/>
              <a:ext cx="292608" cy="292608"/>
            </a:xfrm>
            <a:prstGeom prst="ellipse">
              <a:avLst/>
            </a:prstGeom>
            <a:solidFill>
              <a:srgbClr val="7B2D8E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0" name="Connector 19"/>
            <p:cNvCxnSpPr/>
            <p:nvPr/>
          </p:nvCxnSpPr>
          <p:spPr>
            <a:xfrm>
              <a:off x="2935224" y="5600700"/>
              <a:ext cx="356615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ounded Rectangle 20"/>
            <p:cNvSpPr/>
            <p:nvPr/>
          </p:nvSpPr>
          <p:spPr>
            <a:xfrm>
              <a:off x="3291839" y="4960620"/>
              <a:ext cx="7909560" cy="128016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3474720" y="4997196"/>
              <a:ext cx="7589520" cy="36576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3474720" y="5362956"/>
              <a:ext cx="7589520" cy="841248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아키텍처·화면 설계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TML-130</a:t>
            </a:r>
          </a:p>
        </p:txBody>
      </p:sp>
      <p:grpSp>
        <p:nvGrpSpPr>
          <p:cNvPr id="30" name="asset:TML-130"/>
          <p:cNvGrpSpPr/>
          <p:nvPr/>
        </p:nvGrpSpPr>
        <p:grpSpPr>
          <a:xfrm>
            <a:off x="502920" y="475488"/>
            <a:ext cx="11155680" cy="5925312"/>
            <a:chOff x="502920" y="475488"/>
            <a:chExt cx="11155680" cy="592531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세로 타임라인 (4 이벤트)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왼쪽 세로 기준선의 시점 노드에 이벤트 카드를 우측 배치</a:t>
              </a:r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2788920" y="1600200"/>
              <a:ext cx="0" cy="4800600"/>
            </a:xfrm>
            <a:prstGeom prst="line">
              <a:avLst/>
            </a:prstGeom>
            <a:ln w="3810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Rounded Rectangle 5"/>
            <p:cNvSpPr/>
            <p:nvPr/>
          </p:nvSpPr>
          <p:spPr>
            <a:xfrm>
              <a:off x="1188719" y="1999106"/>
              <a:ext cx="1234440" cy="402336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1단계</a:t>
              </a:r>
            </a:p>
          </p:txBody>
        </p:sp>
        <p:sp>
          <p:nvSpPr>
            <p:cNvPr id="7" name="Oval 6"/>
            <p:cNvSpPr/>
            <p:nvPr/>
          </p:nvSpPr>
          <p:spPr>
            <a:xfrm>
              <a:off x="2642615" y="2053970"/>
              <a:ext cx="292608" cy="292608"/>
            </a:xfrm>
            <a:prstGeom prst="ellipse">
              <a:avLst/>
            </a:prstGeom>
            <a:solidFill>
              <a:srgbClr val="29ABE2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8" name="Connector 7"/>
            <p:cNvCxnSpPr/>
            <p:nvPr/>
          </p:nvCxnSpPr>
          <p:spPr>
            <a:xfrm>
              <a:off x="2935224" y="2200275"/>
              <a:ext cx="356615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ounded Rectangle 8"/>
            <p:cNvSpPr/>
            <p:nvPr/>
          </p:nvSpPr>
          <p:spPr>
            <a:xfrm>
              <a:off x="3291839" y="1720215"/>
              <a:ext cx="7909560" cy="96012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474720" y="1756791"/>
              <a:ext cx="7589520" cy="36576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3474720" y="2122551"/>
              <a:ext cx="7589520" cy="521208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현황 분석·요구 도출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1188719" y="3199257"/>
              <a:ext cx="1234440" cy="402336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2단계</a:t>
              </a:r>
            </a:p>
          </p:txBody>
        </p:sp>
        <p:sp>
          <p:nvSpPr>
            <p:cNvPr id="13" name="Oval 12"/>
            <p:cNvSpPr/>
            <p:nvPr/>
          </p:nvSpPr>
          <p:spPr>
            <a:xfrm>
              <a:off x="2642615" y="3254121"/>
              <a:ext cx="292608" cy="292608"/>
            </a:xfrm>
            <a:prstGeom prst="ellipse">
              <a:avLst/>
            </a:prstGeom>
            <a:solidFill>
              <a:srgbClr val="2A4A7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4" name="Connector 13"/>
            <p:cNvCxnSpPr/>
            <p:nvPr/>
          </p:nvCxnSpPr>
          <p:spPr>
            <a:xfrm>
              <a:off x="2935224" y="3400425"/>
              <a:ext cx="356615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Rounded Rectangle 14"/>
            <p:cNvSpPr/>
            <p:nvPr/>
          </p:nvSpPr>
          <p:spPr>
            <a:xfrm>
              <a:off x="3291839" y="2920365"/>
              <a:ext cx="7909560" cy="96012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474720" y="2956941"/>
              <a:ext cx="7589520" cy="36576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3474720" y="3322701"/>
              <a:ext cx="7589520" cy="521208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과제 정의·범위 확정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1188719" y="4399407"/>
              <a:ext cx="1234440" cy="402336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3단계</a:t>
              </a:r>
            </a:p>
          </p:txBody>
        </p:sp>
        <p:sp>
          <p:nvSpPr>
            <p:cNvPr id="19" name="Oval 18"/>
            <p:cNvSpPr/>
            <p:nvPr/>
          </p:nvSpPr>
          <p:spPr>
            <a:xfrm>
              <a:off x="2642615" y="4454271"/>
              <a:ext cx="292608" cy="292608"/>
            </a:xfrm>
            <a:prstGeom prst="ellipse">
              <a:avLst/>
            </a:prstGeom>
            <a:solidFill>
              <a:srgbClr val="7B2D8E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0" name="Connector 19"/>
            <p:cNvCxnSpPr/>
            <p:nvPr/>
          </p:nvCxnSpPr>
          <p:spPr>
            <a:xfrm>
              <a:off x="2935224" y="4600575"/>
              <a:ext cx="356615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ounded Rectangle 20"/>
            <p:cNvSpPr/>
            <p:nvPr/>
          </p:nvSpPr>
          <p:spPr>
            <a:xfrm>
              <a:off x="3291839" y="4120514"/>
              <a:ext cx="7909560" cy="96012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3474720" y="4157090"/>
              <a:ext cx="7589520" cy="36576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3474720" y="4522851"/>
              <a:ext cx="7589520" cy="521208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아키텍처·화면 설계</a:t>
              </a:r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1188719" y="5599557"/>
              <a:ext cx="1234440" cy="402336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4단계</a:t>
              </a:r>
            </a:p>
          </p:txBody>
        </p:sp>
        <p:sp>
          <p:nvSpPr>
            <p:cNvPr id="25" name="Oval 24"/>
            <p:cNvSpPr/>
            <p:nvPr/>
          </p:nvSpPr>
          <p:spPr>
            <a:xfrm>
              <a:off x="2642615" y="5654421"/>
              <a:ext cx="292608" cy="292608"/>
            </a:xfrm>
            <a:prstGeom prst="ellipse">
              <a:avLst/>
            </a:prstGeom>
            <a:solidFill>
              <a:srgbClr val="2E75D6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6" name="Connector 25"/>
            <p:cNvCxnSpPr/>
            <p:nvPr/>
          </p:nvCxnSpPr>
          <p:spPr>
            <a:xfrm>
              <a:off x="2935224" y="5800725"/>
              <a:ext cx="356615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Rounded Rectangle 26"/>
            <p:cNvSpPr/>
            <p:nvPr/>
          </p:nvSpPr>
          <p:spPr>
            <a:xfrm>
              <a:off x="3291839" y="5320665"/>
              <a:ext cx="7909560" cy="96012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3474720" y="5357241"/>
              <a:ext cx="7589520" cy="36576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3474720" y="5723001"/>
              <a:ext cx="7589520" cy="521208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데이터·인터페이스 설계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TML-142</a:t>
            </a:r>
          </a:p>
        </p:txBody>
      </p:sp>
      <p:grpSp>
        <p:nvGrpSpPr>
          <p:cNvPr id="36" name="asset:TML-142"/>
          <p:cNvGrpSpPr/>
          <p:nvPr/>
        </p:nvGrpSpPr>
        <p:grpSpPr>
          <a:xfrm>
            <a:off x="502920" y="475488"/>
            <a:ext cx="11155680" cy="5925312"/>
            <a:chOff x="502920" y="475488"/>
            <a:chExt cx="11155680" cy="592531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세로 타임라인 (5 이벤트)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왼쪽 세로 기준선의 시점 노드에 이벤트 카드를 우측 배치</a:t>
              </a:r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2788920" y="1600200"/>
              <a:ext cx="0" cy="4800600"/>
            </a:xfrm>
            <a:prstGeom prst="line">
              <a:avLst/>
            </a:prstGeom>
            <a:ln w="3810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Rounded Rectangle 5"/>
            <p:cNvSpPr/>
            <p:nvPr/>
          </p:nvSpPr>
          <p:spPr>
            <a:xfrm>
              <a:off x="1188719" y="1879091"/>
              <a:ext cx="1234440" cy="402336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1단계</a:t>
              </a:r>
            </a:p>
          </p:txBody>
        </p:sp>
        <p:sp>
          <p:nvSpPr>
            <p:cNvPr id="7" name="Oval 6"/>
            <p:cNvSpPr/>
            <p:nvPr/>
          </p:nvSpPr>
          <p:spPr>
            <a:xfrm>
              <a:off x="2642615" y="1933955"/>
              <a:ext cx="292608" cy="292608"/>
            </a:xfrm>
            <a:prstGeom prst="ellipse">
              <a:avLst/>
            </a:prstGeom>
            <a:solidFill>
              <a:srgbClr val="29ABE2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8" name="Connector 7"/>
            <p:cNvCxnSpPr/>
            <p:nvPr/>
          </p:nvCxnSpPr>
          <p:spPr>
            <a:xfrm>
              <a:off x="2935224" y="2080260"/>
              <a:ext cx="356615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ounded Rectangle 8"/>
            <p:cNvSpPr/>
            <p:nvPr/>
          </p:nvSpPr>
          <p:spPr>
            <a:xfrm>
              <a:off x="3291839" y="1696212"/>
              <a:ext cx="7909560" cy="768096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474720" y="1732788"/>
              <a:ext cx="7589520" cy="36576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3474720" y="2098548"/>
              <a:ext cx="7589520" cy="329184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현황 분석·요구 도출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1188719" y="2839212"/>
              <a:ext cx="1234440" cy="402336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2단계</a:t>
              </a:r>
            </a:p>
          </p:txBody>
        </p:sp>
        <p:sp>
          <p:nvSpPr>
            <p:cNvPr id="13" name="Oval 12"/>
            <p:cNvSpPr/>
            <p:nvPr/>
          </p:nvSpPr>
          <p:spPr>
            <a:xfrm>
              <a:off x="2642615" y="2894076"/>
              <a:ext cx="292608" cy="292608"/>
            </a:xfrm>
            <a:prstGeom prst="ellipse">
              <a:avLst/>
            </a:prstGeom>
            <a:solidFill>
              <a:srgbClr val="2A4A7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4" name="Connector 13"/>
            <p:cNvCxnSpPr/>
            <p:nvPr/>
          </p:nvCxnSpPr>
          <p:spPr>
            <a:xfrm>
              <a:off x="2935224" y="3040380"/>
              <a:ext cx="356615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Rounded Rectangle 14"/>
            <p:cNvSpPr/>
            <p:nvPr/>
          </p:nvSpPr>
          <p:spPr>
            <a:xfrm>
              <a:off x="3291839" y="2656332"/>
              <a:ext cx="7909560" cy="768096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474720" y="2692908"/>
              <a:ext cx="7589520" cy="36576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3474720" y="3058668"/>
              <a:ext cx="7589520" cy="329184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과제 정의·범위 확정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1188719" y="3799332"/>
              <a:ext cx="1234440" cy="402336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3단계</a:t>
              </a:r>
            </a:p>
          </p:txBody>
        </p:sp>
        <p:sp>
          <p:nvSpPr>
            <p:cNvPr id="19" name="Oval 18"/>
            <p:cNvSpPr/>
            <p:nvPr/>
          </p:nvSpPr>
          <p:spPr>
            <a:xfrm>
              <a:off x="2642615" y="3854196"/>
              <a:ext cx="292608" cy="292608"/>
            </a:xfrm>
            <a:prstGeom prst="ellipse">
              <a:avLst/>
            </a:prstGeom>
            <a:solidFill>
              <a:srgbClr val="7B2D8E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0" name="Connector 19"/>
            <p:cNvCxnSpPr/>
            <p:nvPr/>
          </p:nvCxnSpPr>
          <p:spPr>
            <a:xfrm>
              <a:off x="2935224" y="4000500"/>
              <a:ext cx="356615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ounded Rectangle 20"/>
            <p:cNvSpPr/>
            <p:nvPr/>
          </p:nvSpPr>
          <p:spPr>
            <a:xfrm>
              <a:off x="3291839" y="3616452"/>
              <a:ext cx="7909560" cy="768096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3474720" y="3653028"/>
              <a:ext cx="7589520" cy="36576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3474720" y="4018788"/>
              <a:ext cx="7589520" cy="329184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아키텍처·화면 설계</a:t>
              </a:r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1188719" y="4759452"/>
              <a:ext cx="1234440" cy="402336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4단계</a:t>
              </a:r>
            </a:p>
          </p:txBody>
        </p:sp>
        <p:sp>
          <p:nvSpPr>
            <p:cNvPr id="25" name="Oval 24"/>
            <p:cNvSpPr/>
            <p:nvPr/>
          </p:nvSpPr>
          <p:spPr>
            <a:xfrm>
              <a:off x="2642615" y="4814316"/>
              <a:ext cx="292608" cy="292608"/>
            </a:xfrm>
            <a:prstGeom prst="ellipse">
              <a:avLst/>
            </a:prstGeom>
            <a:solidFill>
              <a:srgbClr val="2E75D6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6" name="Connector 25"/>
            <p:cNvCxnSpPr/>
            <p:nvPr/>
          </p:nvCxnSpPr>
          <p:spPr>
            <a:xfrm>
              <a:off x="2935224" y="4960620"/>
              <a:ext cx="356615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Rounded Rectangle 26"/>
            <p:cNvSpPr/>
            <p:nvPr/>
          </p:nvSpPr>
          <p:spPr>
            <a:xfrm>
              <a:off x="3291839" y="4576572"/>
              <a:ext cx="7909560" cy="768096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3474720" y="4613148"/>
              <a:ext cx="7589520" cy="36576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3474720" y="4978908"/>
              <a:ext cx="7589520" cy="329184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데이터·인터페이스 설계</a:t>
              </a:r>
            </a:p>
          </p:txBody>
        </p:sp>
        <p:sp>
          <p:nvSpPr>
            <p:cNvPr id="30" name="Rounded Rectangle 29"/>
            <p:cNvSpPr/>
            <p:nvPr/>
          </p:nvSpPr>
          <p:spPr>
            <a:xfrm>
              <a:off x="1188719" y="5719572"/>
              <a:ext cx="1234440" cy="402336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5단계</a:t>
              </a:r>
            </a:p>
          </p:txBody>
        </p:sp>
        <p:sp>
          <p:nvSpPr>
            <p:cNvPr id="31" name="Oval 30"/>
            <p:cNvSpPr/>
            <p:nvPr/>
          </p:nvSpPr>
          <p:spPr>
            <a:xfrm>
              <a:off x="2642615" y="5774436"/>
              <a:ext cx="292608" cy="292608"/>
            </a:xfrm>
            <a:prstGeom prst="ellipse">
              <a:avLst/>
            </a:prstGeom>
            <a:solidFill>
              <a:srgbClr val="1F9E8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2" name="Connector 31"/>
            <p:cNvCxnSpPr/>
            <p:nvPr/>
          </p:nvCxnSpPr>
          <p:spPr>
            <a:xfrm>
              <a:off x="2935224" y="5920740"/>
              <a:ext cx="356615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Rounded Rectangle 32"/>
            <p:cNvSpPr/>
            <p:nvPr/>
          </p:nvSpPr>
          <p:spPr>
            <a:xfrm>
              <a:off x="3291839" y="5536692"/>
              <a:ext cx="7909560" cy="768096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3474720" y="5573268"/>
              <a:ext cx="7589520" cy="36576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3474720" y="5939028"/>
              <a:ext cx="7589520" cy="329184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핵심 기능 구현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TML-154</a:t>
            </a:r>
          </a:p>
        </p:txBody>
      </p:sp>
      <p:grpSp>
        <p:nvGrpSpPr>
          <p:cNvPr id="42" name="asset:TML-154"/>
          <p:cNvGrpSpPr/>
          <p:nvPr/>
        </p:nvGrpSpPr>
        <p:grpSpPr>
          <a:xfrm>
            <a:off x="502920" y="475488"/>
            <a:ext cx="11155680" cy="5925312"/>
            <a:chOff x="502920" y="475488"/>
            <a:chExt cx="11155680" cy="592531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세로 타임라인 (6 이벤트)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왼쪽 세로 기준선의 시점 노드에 이벤트 카드를 우측 배치</a:t>
              </a:r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2788920" y="1600200"/>
              <a:ext cx="0" cy="4800600"/>
            </a:xfrm>
            <a:prstGeom prst="line">
              <a:avLst/>
            </a:prstGeom>
            <a:ln w="3810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Rounded Rectangle 5"/>
            <p:cNvSpPr/>
            <p:nvPr/>
          </p:nvSpPr>
          <p:spPr>
            <a:xfrm>
              <a:off x="1188719" y="1799082"/>
              <a:ext cx="1234440" cy="402336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1단계</a:t>
              </a:r>
            </a:p>
          </p:txBody>
        </p:sp>
        <p:sp>
          <p:nvSpPr>
            <p:cNvPr id="7" name="Oval 6"/>
            <p:cNvSpPr/>
            <p:nvPr/>
          </p:nvSpPr>
          <p:spPr>
            <a:xfrm>
              <a:off x="2642615" y="1853945"/>
              <a:ext cx="292608" cy="292608"/>
            </a:xfrm>
            <a:prstGeom prst="ellipse">
              <a:avLst/>
            </a:prstGeom>
            <a:solidFill>
              <a:srgbClr val="29ABE2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8" name="Connector 7"/>
            <p:cNvCxnSpPr/>
            <p:nvPr/>
          </p:nvCxnSpPr>
          <p:spPr>
            <a:xfrm>
              <a:off x="2935224" y="2000250"/>
              <a:ext cx="356615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ounded Rectangle 8"/>
            <p:cNvSpPr/>
            <p:nvPr/>
          </p:nvSpPr>
          <p:spPr>
            <a:xfrm>
              <a:off x="3291839" y="1680210"/>
              <a:ext cx="7909560" cy="64008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474720" y="1716786"/>
              <a:ext cx="7589520" cy="36576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3474720" y="2082545"/>
              <a:ext cx="7589520" cy="201168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현황 분석·요구 도출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1188719" y="2599182"/>
              <a:ext cx="1234440" cy="402336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2단계</a:t>
              </a:r>
            </a:p>
          </p:txBody>
        </p:sp>
        <p:sp>
          <p:nvSpPr>
            <p:cNvPr id="13" name="Oval 12"/>
            <p:cNvSpPr/>
            <p:nvPr/>
          </p:nvSpPr>
          <p:spPr>
            <a:xfrm>
              <a:off x="2642615" y="2654046"/>
              <a:ext cx="292608" cy="292608"/>
            </a:xfrm>
            <a:prstGeom prst="ellipse">
              <a:avLst/>
            </a:prstGeom>
            <a:solidFill>
              <a:srgbClr val="2A4A7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4" name="Connector 13"/>
            <p:cNvCxnSpPr/>
            <p:nvPr/>
          </p:nvCxnSpPr>
          <p:spPr>
            <a:xfrm>
              <a:off x="2935224" y="2800350"/>
              <a:ext cx="356615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Rounded Rectangle 14"/>
            <p:cNvSpPr/>
            <p:nvPr/>
          </p:nvSpPr>
          <p:spPr>
            <a:xfrm>
              <a:off x="3291839" y="2480310"/>
              <a:ext cx="7909560" cy="64008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474720" y="2516886"/>
              <a:ext cx="7589520" cy="36576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3474720" y="2882646"/>
              <a:ext cx="7589520" cy="201168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과제 정의·범위 확정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1188719" y="3399282"/>
              <a:ext cx="1234440" cy="402336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3단계</a:t>
              </a:r>
            </a:p>
          </p:txBody>
        </p:sp>
        <p:sp>
          <p:nvSpPr>
            <p:cNvPr id="19" name="Oval 18"/>
            <p:cNvSpPr/>
            <p:nvPr/>
          </p:nvSpPr>
          <p:spPr>
            <a:xfrm>
              <a:off x="2642615" y="3454146"/>
              <a:ext cx="292608" cy="292608"/>
            </a:xfrm>
            <a:prstGeom prst="ellipse">
              <a:avLst/>
            </a:prstGeom>
            <a:solidFill>
              <a:srgbClr val="7B2D8E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0" name="Connector 19"/>
            <p:cNvCxnSpPr/>
            <p:nvPr/>
          </p:nvCxnSpPr>
          <p:spPr>
            <a:xfrm>
              <a:off x="2935224" y="3600450"/>
              <a:ext cx="356615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ounded Rectangle 20"/>
            <p:cNvSpPr/>
            <p:nvPr/>
          </p:nvSpPr>
          <p:spPr>
            <a:xfrm>
              <a:off x="3291839" y="3280410"/>
              <a:ext cx="7909560" cy="64008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3474720" y="3316986"/>
              <a:ext cx="7589520" cy="36576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3474720" y="3682746"/>
              <a:ext cx="7589520" cy="201168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아키텍처·화면 설계</a:t>
              </a:r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1188719" y="4199382"/>
              <a:ext cx="1234440" cy="402336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4단계</a:t>
              </a:r>
            </a:p>
          </p:txBody>
        </p:sp>
        <p:sp>
          <p:nvSpPr>
            <p:cNvPr id="25" name="Oval 24"/>
            <p:cNvSpPr/>
            <p:nvPr/>
          </p:nvSpPr>
          <p:spPr>
            <a:xfrm>
              <a:off x="2642615" y="4254246"/>
              <a:ext cx="292608" cy="292608"/>
            </a:xfrm>
            <a:prstGeom prst="ellipse">
              <a:avLst/>
            </a:prstGeom>
            <a:solidFill>
              <a:srgbClr val="2E75D6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6" name="Connector 25"/>
            <p:cNvCxnSpPr/>
            <p:nvPr/>
          </p:nvCxnSpPr>
          <p:spPr>
            <a:xfrm>
              <a:off x="2935224" y="4400550"/>
              <a:ext cx="356615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Rounded Rectangle 26"/>
            <p:cNvSpPr/>
            <p:nvPr/>
          </p:nvSpPr>
          <p:spPr>
            <a:xfrm>
              <a:off x="3291839" y="4080510"/>
              <a:ext cx="7909560" cy="64008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3474720" y="4117086"/>
              <a:ext cx="7589520" cy="36576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3474720" y="4482846"/>
              <a:ext cx="7589520" cy="201168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데이터·인터페이스 설계</a:t>
              </a:r>
            </a:p>
          </p:txBody>
        </p:sp>
        <p:sp>
          <p:nvSpPr>
            <p:cNvPr id="30" name="Rounded Rectangle 29"/>
            <p:cNvSpPr/>
            <p:nvPr/>
          </p:nvSpPr>
          <p:spPr>
            <a:xfrm>
              <a:off x="1188719" y="4999482"/>
              <a:ext cx="1234440" cy="402336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5단계</a:t>
              </a:r>
            </a:p>
          </p:txBody>
        </p:sp>
        <p:sp>
          <p:nvSpPr>
            <p:cNvPr id="31" name="Oval 30"/>
            <p:cNvSpPr/>
            <p:nvPr/>
          </p:nvSpPr>
          <p:spPr>
            <a:xfrm>
              <a:off x="2642615" y="5054346"/>
              <a:ext cx="292608" cy="292608"/>
            </a:xfrm>
            <a:prstGeom prst="ellipse">
              <a:avLst/>
            </a:prstGeom>
            <a:solidFill>
              <a:srgbClr val="1F9E8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2" name="Connector 31"/>
            <p:cNvCxnSpPr/>
            <p:nvPr/>
          </p:nvCxnSpPr>
          <p:spPr>
            <a:xfrm>
              <a:off x="2935224" y="5200650"/>
              <a:ext cx="356615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Rounded Rectangle 32"/>
            <p:cNvSpPr/>
            <p:nvPr/>
          </p:nvSpPr>
          <p:spPr>
            <a:xfrm>
              <a:off x="3291839" y="4880610"/>
              <a:ext cx="7909560" cy="64008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3474720" y="4917186"/>
              <a:ext cx="7589520" cy="36576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3474720" y="5282946"/>
              <a:ext cx="7589520" cy="201168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핵심 기능 구현</a:t>
              </a:r>
            </a:p>
          </p:txBody>
        </p:sp>
        <p:sp>
          <p:nvSpPr>
            <p:cNvPr id="36" name="Rounded Rectangle 35"/>
            <p:cNvSpPr/>
            <p:nvPr/>
          </p:nvSpPr>
          <p:spPr>
            <a:xfrm>
              <a:off x="1188719" y="5799582"/>
              <a:ext cx="1234440" cy="402336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6단계</a:t>
              </a:r>
            </a:p>
          </p:txBody>
        </p:sp>
        <p:sp>
          <p:nvSpPr>
            <p:cNvPr id="37" name="Oval 36"/>
            <p:cNvSpPr/>
            <p:nvPr/>
          </p:nvSpPr>
          <p:spPr>
            <a:xfrm>
              <a:off x="2642615" y="5854446"/>
              <a:ext cx="292608" cy="292608"/>
            </a:xfrm>
            <a:prstGeom prst="ellipse">
              <a:avLst/>
            </a:prstGeom>
            <a:solidFill>
              <a:srgbClr val="29ABE2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8" name="Connector 37"/>
            <p:cNvCxnSpPr/>
            <p:nvPr/>
          </p:nvCxnSpPr>
          <p:spPr>
            <a:xfrm>
              <a:off x="2935224" y="6000750"/>
              <a:ext cx="356615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Rounded Rectangle 38"/>
            <p:cNvSpPr/>
            <p:nvPr/>
          </p:nvSpPr>
          <p:spPr>
            <a:xfrm>
              <a:off x="3291839" y="5680710"/>
              <a:ext cx="7909560" cy="64008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3474720" y="5717286"/>
              <a:ext cx="7589520" cy="36576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통합시험</a:t>
              </a: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3474720" y="6083046"/>
              <a:ext cx="7589520" cy="201168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통합·성능·이관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TML-166</a:t>
            </a:r>
          </a:p>
        </p:txBody>
      </p:sp>
      <p:grpSp>
        <p:nvGrpSpPr>
          <p:cNvPr id="24" name="asset:TML-166"/>
          <p:cNvGrpSpPr/>
          <p:nvPr/>
        </p:nvGrpSpPr>
        <p:grpSpPr>
          <a:xfrm>
            <a:off x="502920" y="475488"/>
            <a:ext cx="11155680" cy="5925312"/>
            <a:chOff x="502920" y="475488"/>
            <a:chExt cx="11155680" cy="592531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세로 타임라인 (3 이벤트)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왼쪽 세로 기준선의 시점 노드에 이벤트 카드를 우측 배치</a:t>
              </a:r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2788920" y="1600200"/>
              <a:ext cx="0" cy="4800600"/>
            </a:xfrm>
            <a:prstGeom prst="line">
              <a:avLst/>
            </a:prstGeom>
            <a:ln w="3810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Rounded Rectangle 5"/>
            <p:cNvSpPr/>
            <p:nvPr/>
          </p:nvSpPr>
          <p:spPr>
            <a:xfrm>
              <a:off x="1188719" y="2199132"/>
              <a:ext cx="1234440" cy="402336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1단계</a:t>
              </a:r>
            </a:p>
          </p:txBody>
        </p:sp>
        <p:sp>
          <p:nvSpPr>
            <p:cNvPr id="7" name="Oval 6"/>
            <p:cNvSpPr/>
            <p:nvPr/>
          </p:nvSpPr>
          <p:spPr>
            <a:xfrm>
              <a:off x="2642615" y="2253996"/>
              <a:ext cx="292608" cy="292608"/>
            </a:xfrm>
            <a:prstGeom prst="ellipse">
              <a:avLst/>
            </a:prstGeom>
            <a:solidFill>
              <a:srgbClr val="2A4A7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8" name="Connector 7"/>
            <p:cNvCxnSpPr/>
            <p:nvPr/>
          </p:nvCxnSpPr>
          <p:spPr>
            <a:xfrm>
              <a:off x="2935224" y="2400300"/>
              <a:ext cx="356615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ounded Rectangle 8"/>
            <p:cNvSpPr/>
            <p:nvPr/>
          </p:nvSpPr>
          <p:spPr>
            <a:xfrm>
              <a:off x="3291839" y="1760219"/>
              <a:ext cx="7909560" cy="128016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474720" y="1796795"/>
              <a:ext cx="7589520" cy="36576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3474720" y="2162556"/>
              <a:ext cx="7589520" cy="841248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현황 분석·요구 도출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1188719" y="3799332"/>
              <a:ext cx="1234440" cy="402336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2단계</a:t>
              </a:r>
            </a:p>
          </p:txBody>
        </p:sp>
        <p:sp>
          <p:nvSpPr>
            <p:cNvPr id="13" name="Oval 12"/>
            <p:cNvSpPr/>
            <p:nvPr/>
          </p:nvSpPr>
          <p:spPr>
            <a:xfrm>
              <a:off x="2642615" y="3854196"/>
              <a:ext cx="292608" cy="292608"/>
            </a:xfrm>
            <a:prstGeom prst="ellipse">
              <a:avLst/>
            </a:prstGeom>
            <a:solidFill>
              <a:srgbClr val="7B2D8E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4" name="Connector 13"/>
            <p:cNvCxnSpPr/>
            <p:nvPr/>
          </p:nvCxnSpPr>
          <p:spPr>
            <a:xfrm>
              <a:off x="2935224" y="4000500"/>
              <a:ext cx="356615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Rounded Rectangle 14"/>
            <p:cNvSpPr/>
            <p:nvPr/>
          </p:nvSpPr>
          <p:spPr>
            <a:xfrm>
              <a:off x="3291839" y="3360420"/>
              <a:ext cx="7909560" cy="128016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474720" y="3396996"/>
              <a:ext cx="7589520" cy="36576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3474720" y="3762756"/>
              <a:ext cx="7589520" cy="841248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과제 정의·범위 확정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1188719" y="5399532"/>
              <a:ext cx="1234440" cy="402336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3단계</a:t>
              </a:r>
            </a:p>
          </p:txBody>
        </p:sp>
        <p:sp>
          <p:nvSpPr>
            <p:cNvPr id="19" name="Oval 18"/>
            <p:cNvSpPr/>
            <p:nvPr/>
          </p:nvSpPr>
          <p:spPr>
            <a:xfrm>
              <a:off x="2642615" y="5454396"/>
              <a:ext cx="292608" cy="292608"/>
            </a:xfrm>
            <a:prstGeom prst="ellipse">
              <a:avLst/>
            </a:prstGeom>
            <a:solidFill>
              <a:srgbClr val="2E75D6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0" name="Connector 19"/>
            <p:cNvCxnSpPr/>
            <p:nvPr/>
          </p:nvCxnSpPr>
          <p:spPr>
            <a:xfrm>
              <a:off x="2935224" y="5600700"/>
              <a:ext cx="356615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ounded Rectangle 20"/>
            <p:cNvSpPr/>
            <p:nvPr/>
          </p:nvSpPr>
          <p:spPr>
            <a:xfrm>
              <a:off x="3291839" y="4960620"/>
              <a:ext cx="7909560" cy="128016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3474720" y="4997196"/>
              <a:ext cx="7589520" cy="36576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3474720" y="5362956"/>
              <a:ext cx="7589520" cy="841248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아키텍처·화면 설계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TML-178</a:t>
            </a:r>
          </a:p>
        </p:txBody>
      </p:sp>
      <p:grpSp>
        <p:nvGrpSpPr>
          <p:cNvPr id="30" name="asset:TML-178"/>
          <p:cNvGrpSpPr/>
          <p:nvPr/>
        </p:nvGrpSpPr>
        <p:grpSpPr>
          <a:xfrm>
            <a:off x="502920" y="475488"/>
            <a:ext cx="11155680" cy="5925312"/>
            <a:chOff x="502920" y="475488"/>
            <a:chExt cx="11155680" cy="592531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세로 타임라인 (4 이벤트)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왼쪽 세로 기준선의 시점 노드에 이벤트 카드를 우측 배치</a:t>
              </a:r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2788920" y="1600200"/>
              <a:ext cx="0" cy="4800600"/>
            </a:xfrm>
            <a:prstGeom prst="line">
              <a:avLst/>
            </a:prstGeom>
            <a:ln w="3810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Rounded Rectangle 5"/>
            <p:cNvSpPr/>
            <p:nvPr/>
          </p:nvSpPr>
          <p:spPr>
            <a:xfrm>
              <a:off x="1188719" y="1999106"/>
              <a:ext cx="1234440" cy="402336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1단계</a:t>
              </a:r>
            </a:p>
          </p:txBody>
        </p:sp>
        <p:sp>
          <p:nvSpPr>
            <p:cNvPr id="7" name="Oval 6"/>
            <p:cNvSpPr/>
            <p:nvPr/>
          </p:nvSpPr>
          <p:spPr>
            <a:xfrm>
              <a:off x="2642615" y="2053970"/>
              <a:ext cx="292608" cy="292608"/>
            </a:xfrm>
            <a:prstGeom prst="ellipse">
              <a:avLst/>
            </a:prstGeom>
            <a:solidFill>
              <a:srgbClr val="2A4A7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8" name="Connector 7"/>
            <p:cNvCxnSpPr/>
            <p:nvPr/>
          </p:nvCxnSpPr>
          <p:spPr>
            <a:xfrm>
              <a:off x="2935224" y="2200275"/>
              <a:ext cx="356615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ounded Rectangle 8"/>
            <p:cNvSpPr/>
            <p:nvPr/>
          </p:nvSpPr>
          <p:spPr>
            <a:xfrm>
              <a:off x="3291839" y="1720215"/>
              <a:ext cx="7909560" cy="96012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474720" y="1756791"/>
              <a:ext cx="7589520" cy="36576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3474720" y="2122551"/>
              <a:ext cx="7589520" cy="521208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현황 분석·요구 도출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1188719" y="3199257"/>
              <a:ext cx="1234440" cy="402336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2단계</a:t>
              </a:r>
            </a:p>
          </p:txBody>
        </p:sp>
        <p:sp>
          <p:nvSpPr>
            <p:cNvPr id="13" name="Oval 12"/>
            <p:cNvSpPr/>
            <p:nvPr/>
          </p:nvSpPr>
          <p:spPr>
            <a:xfrm>
              <a:off x="2642615" y="3254121"/>
              <a:ext cx="292608" cy="292608"/>
            </a:xfrm>
            <a:prstGeom prst="ellipse">
              <a:avLst/>
            </a:prstGeom>
            <a:solidFill>
              <a:srgbClr val="7B2D8E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4" name="Connector 13"/>
            <p:cNvCxnSpPr/>
            <p:nvPr/>
          </p:nvCxnSpPr>
          <p:spPr>
            <a:xfrm>
              <a:off x="2935224" y="3400425"/>
              <a:ext cx="356615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Rounded Rectangle 14"/>
            <p:cNvSpPr/>
            <p:nvPr/>
          </p:nvSpPr>
          <p:spPr>
            <a:xfrm>
              <a:off x="3291839" y="2920365"/>
              <a:ext cx="7909560" cy="96012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474720" y="2956941"/>
              <a:ext cx="7589520" cy="36576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3474720" y="3322701"/>
              <a:ext cx="7589520" cy="521208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과제 정의·범위 확정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1188719" y="4399407"/>
              <a:ext cx="1234440" cy="402336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3단계</a:t>
              </a:r>
            </a:p>
          </p:txBody>
        </p:sp>
        <p:sp>
          <p:nvSpPr>
            <p:cNvPr id="19" name="Oval 18"/>
            <p:cNvSpPr/>
            <p:nvPr/>
          </p:nvSpPr>
          <p:spPr>
            <a:xfrm>
              <a:off x="2642615" y="4454271"/>
              <a:ext cx="292608" cy="292608"/>
            </a:xfrm>
            <a:prstGeom prst="ellipse">
              <a:avLst/>
            </a:prstGeom>
            <a:solidFill>
              <a:srgbClr val="2E75D6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0" name="Connector 19"/>
            <p:cNvCxnSpPr/>
            <p:nvPr/>
          </p:nvCxnSpPr>
          <p:spPr>
            <a:xfrm>
              <a:off x="2935224" y="4600575"/>
              <a:ext cx="356615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ounded Rectangle 20"/>
            <p:cNvSpPr/>
            <p:nvPr/>
          </p:nvSpPr>
          <p:spPr>
            <a:xfrm>
              <a:off x="3291839" y="4120514"/>
              <a:ext cx="7909560" cy="96012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3474720" y="4157090"/>
              <a:ext cx="7589520" cy="36576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3474720" y="4522851"/>
              <a:ext cx="7589520" cy="521208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아키텍처·화면 설계</a:t>
              </a:r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1188719" y="5599557"/>
              <a:ext cx="1234440" cy="402336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4단계</a:t>
              </a:r>
            </a:p>
          </p:txBody>
        </p:sp>
        <p:sp>
          <p:nvSpPr>
            <p:cNvPr id="25" name="Oval 24"/>
            <p:cNvSpPr/>
            <p:nvPr/>
          </p:nvSpPr>
          <p:spPr>
            <a:xfrm>
              <a:off x="2642615" y="5654421"/>
              <a:ext cx="292608" cy="292608"/>
            </a:xfrm>
            <a:prstGeom prst="ellipse">
              <a:avLst/>
            </a:prstGeom>
            <a:solidFill>
              <a:srgbClr val="1F9E8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6" name="Connector 25"/>
            <p:cNvCxnSpPr/>
            <p:nvPr/>
          </p:nvCxnSpPr>
          <p:spPr>
            <a:xfrm>
              <a:off x="2935224" y="5800725"/>
              <a:ext cx="356615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Rounded Rectangle 26"/>
            <p:cNvSpPr/>
            <p:nvPr/>
          </p:nvSpPr>
          <p:spPr>
            <a:xfrm>
              <a:off x="3291839" y="5320665"/>
              <a:ext cx="7909560" cy="96012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3474720" y="5357241"/>
              <a:ext cx="7589520" cy="36576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3474720" y="5723001"/>
              <a:ext cx="7589520" cy="521208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데이터·인터페이스 설계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TML-190</a:t>
            </a:r>
          </a:p>
        </p:txBody>
      </p:sp>
      <p:grpSp>
        <p:nvGrpSpPr>
          <p:cNvPr id="36" name="asset:TML-190"/>
          <p:cNvGrpSpPr/>
          <p:nvPr/>
        </p:nvGrpSpPr>
        <p:grpSpPr>
          <a:xfrm>
            <a:off x="502920" y="475488"/>
            <a:ext cx="11155680" cy="5925312"/>
            <a:chOff x="502920" y="475488"/>
            <a:chExt cx="11155680" cy="592531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세로 타임라인 (5 이벤트)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왼쪽 세로 기준선의 시점 노드에 이벤트 카드를 우측 배치</a:t>
              </a:r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2788920" y="1600200"/>
              <a:ext cx="0" cy="4800600"/>
            </a:xfrm>
            <a:prstGeom prst="line">
              <a:avLst/>
            </a:prstGeom>
            <a:ln w="3810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Rounded Rectangle 5"/>
            <p:cNvSpPr/>
            <p:nvPr/>
          </p:nvSpPr>
          <p:spPr>
            <a:xfrm>
              <a:off x="1188719" y="1879091"/>
              <a:ext cx="1234440" cy="402336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1단계</a:t>
              </a:r>
            </a:p>
          </p:txBody>
        </p:sp>
        <p:sp>
          <p:nvSpPr>
            <p:cNvPr id="7" name="Oval 6"/>
            <p:cNvSpPr/>
            <p:nvPr/>
          </p:nvSpPr>
          <p:spPr>
            <a:xfrm>
              <a:off x="2642615" y="1933955"/>
              <a:ext cx="292608" cy="292608"/>
            </a:xfrm>
            <a:prstGeom prst="ellipse">
              <a:avLst/>
            </a:prstGeom>
            <a:solidFill>
              <a:srgbClr val="2A4A7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8" name="Connector 7"/>
            <p:cNvCxnSpPr/>
            <p:nvPr/>
          </p:nvCxnSpPr>
          <p:spPr>
            <a:xfrm>
              <a:off x="2935224" y="2080260"/>
              <a:ext cx="356615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ounded Rectangle 8"/>
            <p:cNvSpPr/>
            <p:nvPr/>
          </p:nvSpPr>
          <p:spPr>
            <a:xfrm>
              <a:off x="3291839" y="1696212"/>
              <a:ext cx="7909560" cy="768096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474720" y="1732788"/>
              <a:ext cx="7589520" cy="36576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3474720" y="2098548"/>
              <a:ext cx="7589520" cy="329184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현황 분석·요구 도출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1188719" y="2839212"/>
              <a:ext cx="1234440" cy="402336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2단계</a:t>
              </a:r>
            </a:p>
          </p:txBody>
        </p:sp>
        <p:sp>
          <p:nvSpPr>
            <p:cNvPr id="13" name="Oval 12"/>
            <p:cNvSpPr/>
            <p:nvPr/>
          </p:nvSpPr>
          <p:spPr>
            <a:xfrm>
              <a:off x="2642615" y="2894076"/>
              <a:ext cx="292608" cy="292608"/>
            </a:xfrm>
            <a:prstGeom prst="ellipse">
              <a:avLst/>
            </a:prstGeom>
            <a:solidFill>
              <a:srgbClr val="7B2D8E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4" name="Connector 13"/>
            <p:cNvCxnSpPr/>
            <p:nvPr/>
          </p:nvCxnSpPr>
          <p:spPr>
            <a:xfrm>
              <a:off x="2935224" y="3040380"/>
              <a:ext cx="356615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Rounded Rectangle 14"/>
            <p:cNvSpPr/>
            <p:nvPr/>
          </p:nvSpPr>
          <p:spPr>
            <a:xfrm>
              <a:off x="3291839" y="2656332"/>
              <a:ext cx="7909560" cy="768096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474720" y="2692908"/>
              <a:ext cx="7589520" cy="36576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3474720" y="3058668"/>
              <a:ext cx="7589520" cy="329184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과제 정의·범위 확정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1188719" y="3799332"/>
              <a:ext cx="1234440" cy="402336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3단계</a:t>
              </a:r>
            </a:p>
          </p:txBody>
        </p:sp>
        <p:sp>
          <p:nvSpPr>
            <p:cNvPr id="19" name="Oval 18"/>
            <p:cNvSpPr/>
            <p:nvPr/>
          </p:nvSpPr>
          <p:spPr>
            <a:xfrm>
              <a:off x="2642615" y="3854196"/>
              <a:ext cx="292608" cy="292608"/>
            </a:xfrm>
            <a:prstGeom prst="ellipse">
              <a:avLst/>
            </a:prstGeom>
            <a:solidFill>
              <a:srgbClr val="2E75D6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0" name="Connector 19"/>
            <p:cNvCxnSpPr/>
            <p:nvPr/>
          </p:nvCxnSpPr>
          <p:spPr>
            <a:xfrm>
              <a:off x="2935224" y="4000500"/>
              <a:ext cx="356615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ounded Rectangle 20"/>
            <p:cNvSpPr/>
            <p:nvPr/>
          </p:nvSpPr>
          <p:spPr>
            <a:xfrm>
              <a:off x="3291839" y="3616452"/>
              <a:ext cx="7909560" cy="768096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3474720" y="3653028"/>
              <a:ext cx="7589520" cy="36576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3474720" y="4018788"/>
              <a:ext cx="7589520" cy="329184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아키텍처·화면 설계</a:t>
              </a:r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1188719" y="4759452"/>
              <a:ext cx="1234440" cy="402336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4단계</a:t>
              </a:r>
            </a:p>
          </p:txBody>
        </p:sp>
        <p:sp>
          <p:nvSpPr>
            <p:cNvPr id="25" name="Oval 24"/>
            <p:cNvSpPr/>
            <p:nvPr/>
          </p:nvSpPr>
          <p:spPr>
            <a:xfrm>
              <a:off x="2642615" y="4814316"/>
              <a:ext cx="292608" cy="292608"/>
            </a:xfrm>
            <a:prstGeom prst="ellipse">
              <a:avLst/>
            </a:prstGeom>
            <a:solidFill>
              <a:srgbClr val="1F9E8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6" name="Connector 25"/>
            <p:cNvCxnSpPr/>
            <p:nvPr/>
          </p:nvCxnSpPr>
          <p:spPr>
            <a:xfrm>
              <a:off x="2935224" y="4960620"/>
              <a:ext cx="356615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Rounded Rectangle 26"/>
            <p:cNvSpPr/>
            <p:nvPr/>
          </p:nvSpPr>
          <p:spPr>
            <a:xfrm>
              <a:off x="3291839" y="4576572"/>
              <a:ext cx="7909560" cy="768096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3474720" y="4613148"/>
              <a:ext cx="7589520" cy="36576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3474720" y="4978908"/>
              <a:ext cx="7589520" cy="329184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데이터·인터페이스 설계</a:t>
              </a:r>
            </a:p>
          </p:txBody>
        </p:sp>
        <p:sp>
          <p:nvSpPr>
            <p:cNvPr id="30" name="Rounded Rectangle 29"/>
            <p:cNvSpPr/>
            <p:nvPr/>
          </p:nvSpPr>
          <p:spPr>
            <a:xfrm>
              <a:off x="1188719" y="5719572"/>
              <a:ext cx="1234440" cy="402336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5단계</a:t>
              </a:r>
            </a:p>
          </p:txBody>
        </p:sp>
        <p:sp>
          <p:nvSpPr>
            <p:cNvPr id="31" name="Oval 30"/>
            <p:cNvSpPr/>
            <p:nvPr/>
          </p:nvSpPr>
          <p:spPr>
            <a:xfrm>
              <a:off x="2642615" y="5774436"/>
              <a:ext cx="292608" cy="292608"/>
            </a:xfrm>
            <a:prstGeom prst="ellipse">
              <a:avLst/>
            </a:prstGeom>
            <a:solidFill>
              <a:srgbClr val="29ABE2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2" name="Connector 31"/>
            <p:cNvCxnSpPr/>
            <p:nvPr/>
          </p:nvCxnSpPr>
          <p:spPr>
            <a:xfrm>
              <a:off x="2935224" y="5920740"/>
              <a:ext cx="356615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Rounded Rectangle 32"/>
            <p:cNvSpPr/>
            <p:nvPr/>
          </p:nvSpPr>
          <p:spPr>
            <a:xfrm>
              <a:off x="3291839" y="5536692"/>
              <a:ext cx="7909560" cy="768096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3474720" y="5573268"/>
              <a:ext cx="7589520" cy="36576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3474720" y="5939028"/>
              <a:ext cx="7589520" cy="329184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핵심 기능 구현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