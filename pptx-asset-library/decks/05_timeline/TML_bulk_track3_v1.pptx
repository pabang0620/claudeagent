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TML-028</a:t>
            </a:r>
          </a:p>
        </p:txBody>
      </p:sp>
      <p:grpSp>
        <p:nvGrpSpPr>
          <p:cNvPr id="31" name="asset:TML-028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3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73024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73024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844296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44296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82524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53796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50679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82524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53796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250679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82524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53796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0679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TML-040</a:t>
            </a:r>
          </a:p>
        </p:txBody>
      </p:sp>
      <p:grpSp>
        <p:nvGrpSpPr>
          <p:cNvPr id="36" name="asset:TML-040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4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05206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5206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08660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08660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2114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2114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486149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52069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55523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589769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486149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52069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5523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589769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3486149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52069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755523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9589769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TML-052</a:t>
            </a:r>
          </a:p>
        </p:txBody>
      </p:sp>
      <p:grpSp>
        <p:nvGrpSpPr>
          <p:cNvPr id="41" name="asset:TML-052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5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45152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45152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72783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272783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900416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900416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528048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528048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282696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910328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537959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165592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793224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282696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4910328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537959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165592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793224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3282696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4910328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537959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165592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9793224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TML-064</a:t>
            </a:r>
          </a:p>
        </p:txBody>
      </p:sp>
      <p:grpSp>
        <p:nvGrpSpPr>
          <p:cNvPr id="46" name="asset:TML-064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6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37388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7388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73024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3024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08660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8660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44296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44296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9932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9932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14706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450342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85978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21614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57250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28860" y="2465831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314706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50342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85978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721614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857250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928860" y="382219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314706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50342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585978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21614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57250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928860" y="5178552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TML-076</a:t>
            </a:r>
          </a:p>
        </p:txBody>
      </p:sp>
      <p:grpSp>
        <p:nvGrpSpPr>
          <p:cNvPr id="31" name="asset:TML-076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3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73024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73024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844296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44296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82524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53796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50679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82524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53796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250679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82524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53796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0679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TML-088</a:t>
            </a:r>
          </a:p>
        </p:txBody>
      </p:sp>
      <p:grpSp>
        <p:nvGrpSpPr>
          <p:cNvPr id="36" name="asset:TML-088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4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05206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5206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08660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08660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2114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2114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486149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52069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55523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589769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486149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52069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5523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589769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3486149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52069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755523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9589769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TML-100</a:t>
            </a:r>
          </a:p>
        </p:txBody>
      </p:sp>
      <p:grpSp>
        <p:nvGrpSpPr>
          <p:cNvPr id="41" name="asset:TML-100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5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45152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45152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72783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272783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900416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900416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528048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528048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282696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910328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537959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165592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793224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282696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4910328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537959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165592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793224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3282696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4910328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537959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165592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9793224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TML-112</a:t>
            </a:r>
          </a:p>
        </p:txBody>
      </p:sp>
      <p:grpSp>
        <p:nvGrpSpPr>
          <p:cNvPr id="46" name="asset:TML-112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6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37388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7388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73024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3024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08660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8660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44296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44296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9932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9932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14706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450342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85978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21614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57250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28860" y="2465831"/>
              <a:ext cx="1097280" cy="813815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314706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50342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85978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721614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857250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928860" y="382219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314706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50342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585978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21614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57250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928860" y="5178552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TML-124</a:t>
            </a:r>
          </a:p>
        </p:txBody>
      </p:sp>
      <p:grpSp>
        <p:nvGrpSpPr>
          <p:cNvPr id="31" name="asset:TML-124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3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73024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73024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844296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44296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82524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53796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50679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82524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53796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250679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82524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53796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0679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TML-136</a:t>
            </a:r>
          </a:p>
        </p:txBody>
      </p:sp>
      <p:grpSp>
        <p:nvGrpSpPr>
          <p:cNvPr id="36" name="asset:TML-136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4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05206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5206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08660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08660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2114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2114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486149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52069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55523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589769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486149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52069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5523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589769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3486149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52069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755523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9589769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TML-148</a:t>
            </a:r>
          </a:p>
        </p:txBody>
      </p:sp>
      <p:grpSp>
        <p:nvGrpSpPr>
          <p:cNvPr id="41" name="asset:TML-148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5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45152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45152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72783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272783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900416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900416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528048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528048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282696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910328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537959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165592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793224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282696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4910328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537959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165592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793224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3282696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4910328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537959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165592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9793224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TML-160</a:t>
            </a:r>
          </a:p>
        </p:txBody>
      </p:sp>
      <p:grpSp>
        <p:nvGrpSpPr>
          <p:cNvPr id="46" name="asset:TML-160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6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37388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7388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73024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3024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08660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8660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44296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44296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799320" y="1600200"/>
              <a:ext cx="135635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799320" y="1600200"/>
              <a:ext cx="135635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14706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450342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85978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21614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57250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928860" y="2465831"/>
              <a:ext cx="1097280" cy="813815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314706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50342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85978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721614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857250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928860" y="382219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314706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50342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585978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21614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57250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928860" y="5178552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TML-172</a:t>
            </a:r>
          </a:p>
        </p:txBody>
      </p:sp>
      <p:grpSp>
        <p:nvGrpSpPr>
          <p:cNvPr id="31" name="asset:TML-172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3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73024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73024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8442960" y="1600200"/>
              <a:ext cx="271271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442960" y="1600200"/>
              <a:ext cx="271271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825240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537960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250679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825240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537960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250679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825240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537960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0679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TML-184</a:t>
            </a:r>
          </a:p>
        </p:txBody>
      </p:sp>
      <p:grpSp>
        <p:nvGrpSpPr>
          <p:cNvPr id="36" name="asset:TML-184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4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05206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5206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08660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08660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21140" y="1600200"/>
              <a:ext cx="203453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21140" y="1600200"/>
              <a:ext cx="203453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486149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520690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555230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589769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486149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520690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55230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589769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3486149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520690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7555230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9589769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TML-196</a:t>
            </a:r>
          </a:p>
        </p:txBody>
      </p:sp>
      <p:grpSp>
        <p:nvGrpSpPr>
          <p:cNvPr id="41" name="asset:TML-196"/>
          <p:cNvGrpSpPr/>
          <p:nvPr/>
        </p:nvGrpSpPr>
        <p:grpSpPr>
          <a:xfrm>
            <a:off x="502920" y="475488"/>
            <a:ext cx="11155680" cy="5788151"/>
            <a:chOff x="502920" y="475488"/>
            <a:chExt cx="11155680" cy="57881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3트랙 로드맵 (3 트랙 × 5 페이즈)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3개 병렬 트랙을 페이즈 열로 정렬한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01168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트랙 / 페이즈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7520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7520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45152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645152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72783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272783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900416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900416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528048" y="1600200"/>
              <a:ext cx="1627631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528048" y="1600200"/>
              <a:ext cx="16276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005840" y="219456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97280" y="219456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017520" y="285445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282696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910328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537959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165592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793224" y="2465831"/>
              <a:ext cx="1097280" cy="813815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05840" y="3550919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3550919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017520" y="421081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282696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4910328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537959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165592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793224" y="3822191"/>
              <a:ext cx="1097280" cy="813815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05840" y="4907280"/>
              <a:ext cx="2011680" cy="1356359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97280" y="4907280"/>
              <a:ext cx="1828800" cy="1356359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017520" y="5567172"/>
              <a:ext cx="8138159" cy="36576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3282696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4910328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537959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165592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9793224" y="5178552"/>
              <a:ext cx="1097280" cy="813815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