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TML-028</a:t>
            </a:r>
          </a:p>
        </p:txBody>
      </p:sp>
      <p:grpSp>
        <p:nvGrpSpPr>
          <p:cNvPr id="31" name="asset:TML-028"/>
          <p:cNvGrpSpPr/>
          <p:nvPr/>
        </p:nvGrpSpPr>
        <p:grpSpPr>
          <a:xfrm>
            <a:off x="502920" y="475488"/>
            <a:ext cx="11155680" cy="5788151"/>
            <a:chOff x="502920" y="475488"/>
            <a:chExt cx="11155680" cy="5788151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3트랙 로드맵 (3 트랙 × 3 페이즈)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3개 병렬 트랙을 페이즈 열로 정렬한 로드맵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2011680" cy="50292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201168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페이즈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017520" y="1600200"/>
              <a:ext cx="271271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17520" y="1600200"/>
              <a:ext cx="271271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730240" y="1600200"/>
              <a:ext cx="271271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30240" y="1600200"/>
              <a:ext cx="271271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442960" y="1600200"/>
              <a:ext cx="271271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2960" y="1600200"/>
              <a:ext cx="271271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005840" y="2194560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097280" y="2194560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017520" y="285445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825240" y="2465831"/>
              <a:ext cx="1097280" cy="813815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537960" y="2465831"/>
              <a:ext cx="1097280" cy="813815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250679" y="2465831"/>
              <a:ext cx="1097280" cy="813815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005840" y="3550919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97280" y="3550919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017520" y="421081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825240" y="382219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6537960" y="382219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9250679" y="382219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005840" y="4907280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97280" y="4907280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017520" y="556717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3825240" y="5178552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6537960" y="5178552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250679" y="5178552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TML-040</a:t>
            </a:r>
          </a:p>
        </p:txBody>
      </p:sp>
      <p:grpSp>
        <p:nvGrpSpPr>
          <p:cNvPr id="36" name="asset:TML-040"/>
          <p:cNvGrpSpPr/>
          <p:nvPr/>
        </p:nvGrpSpPr>
        <p:grpSpPr>
          <a:xfrm>
            <a:off x="502920" y="475488"/>
            <a:ext cx="11155680" cy="5788151"/>
            <a:chOff x="502920" y="475488"/>
            <a:chExt cx="11155680" cy="5788151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3트랙 로드맵 (3 트랙 × 4 페이즈)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3개 병렬 트랙을 페이즈 열로 정렬한 로드맵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2011680" cy="50292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201168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페이즈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017520" y="1600200"/>
              <a:ext cx="203453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17520" y="1600200"/>
              <a:ext cx="203453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052060" y="1600200"/>
              <a:ext cx="203453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52060" y="1600200"/>
              <a:ext cx="203453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086600" y="1600200"/>
              <a:ext cx="203453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086600" y="1600200"/>
              <a:ext cx="203453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121140" y="1600200"/>
              <a:ext cx="203453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121140" y="1600200"/>
              <a:ext cx="203453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05840" y="2194560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97280" y="2194560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17520" y="285445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486149" y="2465831"/>
              <a:ext cx="1097280" cy="813815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5520690" y="2465831"/>
              <a:ext cx="1097280" cy="813815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555230" y="2465831"/>
              <a:ext cx="1097280" cy="813815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589769" y="2465831"/>
              <a:ext cx="1097280" cy="813815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05840" y="3550919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97280" y="3550919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017520" y="421081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3486149" y="382219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5520690" y="382219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555230" y="382219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589769" y="382219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005840" y="4907280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97280" y="4907280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017520" y="556717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3486149" y="5178552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5520690" y="5178552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7555230" y="5178552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9589769" y="5178552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TML-052</a:t>
            </a:r>
          </a:p>
        </p:txBody>
      </p:sp>
      <p:grpSp>
        <p:nvGrpSpPr>
          <p:cNvPr id="41" name="asset:TML-052"/>
          <p:cNvGrpSpPr/>
          <p:nvPr/>
        </p:nvGrpSpPr>
        <p:grpSpPr>
          <a:xfrm>
            <a:off x="502920" y="475488"/>
            <a:ext cx="11155680" cy="5788151"/>
            <a:chOff x="502920" y="475488"/>
            <a:chExt cx="11155680" cy="5788151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3트랙 로드맵 (3 트랙 × 5 페이즈)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3개 병렬 트랙을 페이즈 열로 정렬한 로드맵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2011680" cy="50292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201168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페이즈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017520" y="1600200"/>
              <a:ext cx="1627631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17520" y="1600200"/>
              <a:ext cx="1627631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45152" y="1600200"/>
              <a:ext cx="1627631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45152" y="1600200"/>
              <a:ext cx="1627631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272783" y="1600200"/>
              <a:ext cx="1627631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272783" y="1600200"/>
              <a:ext cx="1627631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900416" y="1600200"/>
              <a:ext cx="1627631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900416" y="1600200"/>
              <a:ext cx="1627631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9528048" y="1600200"/>
              <a:ext cx="1627631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528048" y="1600200"/>
              <a:ext cx="1627631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1005840" y="2194560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97280" y="2194560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017520" y="285445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3282696" y="2465831"/>
              <a:ext cx="1097280" cy="813815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910328" y="2465831"/>
              <a:ext cx="1097280" cy="813815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537959" y="2465831"/>
              <a:ext cx="1097280" cy="813815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165592" y="2465831"/>
              <a:ext cx="1097280" cy="813815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9793224" y="2465831"/>
              <a:ext cx="1097280" cy="813815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005840" y="3550919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97280" y="3550919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017520" y="421081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3282696" y="382219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4910328" y="382219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6537959" y="382219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8165592" y="382219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9793224" y="382219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1005840" y="4907280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097280" y="4907280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017520" y="556717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3282696" y="5178552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4910328" y="5178552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6537959" y="5178552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8165592" y="5178552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9793224" y="5178552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TML-064</a:t>
            </a:r>
          </a:p>
        </p:txBody>
      </p:sp>
      <p:grpSp>
        <p:nvGrpSpPr>
          <p:cNvPr id="46" name="asset:TML-064"/>
          <p:cNvGrpSpPr/>
          <p:nvPr/>
        </p:nvGrpSpPr>
        <p:grpSpPr>
          <a:xfrm>
            <a:off x="502920" y="475488"/>
            <a:ext cx="11155680" cy="5788151"/>
            <a:chOff x="502920" y="475488"/>
            <a:chExt cx="11155680" cy="5788151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3트랙 로드맵 (3 트랙 × 6 페이즈)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3개 병렬 트랙을 페이즈 열로 정렬한 로드맵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2011680" cy="50292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201168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페이즈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017520" y="1600200"/>
              <a:ext cx="135635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17520" y="1600200"/>
              <a:ext cx="135635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373880" y="1600200"/>
              <a:ext cx="135635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373880" y="1600200"/>
              <a:ext cx="135635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730240" y="1600200"/>
              <a:ext cx="135635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730240" y="1600200"/>
              <a:ext cx="135635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086600" y="1600200"/>
              <a:ext cx="135635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86600" y="1600200"/>
              <a:ext cx="135635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442960" y="1600200"/>
              <a:ext cx="135635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442960" y="1600200"/>
              <a:ext cx="135635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799320" y="1600200"/>
              <a:ext cx="135635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799320" y="1600200"/>
              <a:ext cx="135635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6단계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005840" y="2194560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97280" y="2194560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017520" y="285445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147060" y="2465831"/>
              <a:ext cx="1097280" cy="813815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4503420" y="2465831"/>
              <a:ext cx="1097280" cy="813815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859780" y="2465831"/>
              <a:ext cx="1097280" cy="813815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7216140" y="2465831"/>
              <a:ext cx="1097280" cy="813815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8572500" y="2465831"/>
              <a:ext cx="1097280" cy="813815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928860" y="2465831"/>
              <a:ext cx="1097280" cy="813815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005840" y="3550919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97280" y="3550919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017520" y="421081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3147060" y="382219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4503420" y="382219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5859780" y="382219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7216140" y="382219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8572500" y="382219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9928860" y="382219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005840" y="4907280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97280" y="4907280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017520" y="556717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3147060" y="5178552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4503420" y="5178552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5859780" y="5178552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7216140" y="5178552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8572500" y="5178552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928860" y="5178552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TML-076</a:t>
            </a:r>
          </a:p>
        </p:txBody>
      </p:sp>
      <p:grpSp>
        <p:nvGrpSpPr>
          <p:cNvPr id="31" name="asset:TML-076"/>
          <p:cNvGrpSpPr/>
          <p:nvPr/>
        </p:nvGrpSpPr>
        <p:grpSpPr>
          <a:xfrm>
            <a:off x="502920" y="475488"/>
            <a:ext cx="11155680" cy="5788151"/>
            <a:chOff x="502920" y="475488"/>
            <a:chExt cx="11155680" cy="5788151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3트랙 로드맵 (3 트랙 × 3 페이즈)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3개 병렬 트랙을 페이즈 열로 정렬한 로드맵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2011680" cy="50292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201168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페이즈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017520" y="1600200"/>
              <a:ext cx="271271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17520" y="1600200"/>
              <a:ext cx="271271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730240" y="1600200"/>
              <a:ext cx="271271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30240" y="1600200"/>
              <a:ext cx="271271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442960" y="1600200"/>
              <a:ext cx="271271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2960" y="1600200"/>
              <a:ext cx="271271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005840" y="2194560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097280" y="2194560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017520" y="285445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825240" y="246583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537960" y="246583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250679" y="246583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005840" y="3550919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97280" y="3550919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017520" y="421081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825240" y="382219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6537960" y="382219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9250679" y="382219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005840" y="4907280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97280" y="4907280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017520" y="556717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3825240" y="5178552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6537960" y="5178552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250679" y="5178552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TML-088</a:t>
            </a:r>
          </a:p>
        </p:txBody>
      </p:sp>
      <p:grpSp>
        <p:nvGrpSpPr>
          <p:cNvPr id="36" name="asset:TML-088"/>
          <p:cNvGrpSpPr/>
          <p:nvPr/>
        </p:nvGrpSpPr>
        <p:grpSpPr>
          <a:xfrm>
            <a:off x="502920" y="475488"/>
            <a:ext cx="11155680" cy="5788151"/>
            <a:chOff x="502920" y="475488"/>
            <a:chExt cx="11155680" cy="5788151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3트랙 로드맵 (3 트랙 × 4 페이즈)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3개 병렬 트랙을 페이즈 열로 정렬한 로드맵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2011680" cy="50292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201168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페이즈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017520" y="1600200"/>
              <a:ext cx="203453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17520" y="1600200"/>
              <a:ext cx="203453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052060" y="1600200"/>
              <a:ext cx="203453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52060" y="1600200"/>
              <a:ext cx="203453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086600" y="1600200"/>
              <a:ext cx="203453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086600" y="1600200"/>
              <a:ext cx="203453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121140" y="1600200"/>
              <a:ext cx="203453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121140" y="1600200"/>
              <a:ext cx="203453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05840" y="2194560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97280" y="2194560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17520" y="285445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486149" y="246583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5520690" y="246583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555230" y="246583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589769" y="246583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05840" y="3550919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97280" y="3550919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017520" y="421081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3486149" y="382219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5520690" y="382219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555230" y="382219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589769" y="382219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005840" y="4907280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97280" y="4907280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017520" y="556717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3486149" y="5178552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5520690" y="5178552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7555230" y="5178552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9589769" y="5178552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TML-100</a:t>
            </a:r>
          </a:p>
        </p:txBody>
      </p:sp>
      <p:grpSp>
        <p:nvGrpSpPr>
          <p:cNvPr id="41" name="asset:TML-100"/>
          <p:cNvGrpSpPr/>
          <p:nvPr/>
        </p:nvGrpSpPr>
        <p:grpSpPr>
          <a:xfrm>
            <a:off x="502920" y="475488"/>
            <a:ext cx="11155680" cy="5788151"/>
            <a:chOff x="502920" y="475488"/>
            <a:chExt cx="11155680" cy="5788151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3트랙 로드맵 (3 트랙 × 5 페이즈)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3개 병렬 트랙을 페이즈 열로 정렬한 로드맵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2011680" cy="50292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201168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페이즈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017520" y="1600200"/>
              <a:ext cx="1627631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17520" y="1600200"/>
              <a:ext cx="1627631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45152" y="1600200"/>
              <a:ext cx="1627631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45152" y="1600200"/>
              <a:ext cx="1627631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272783" y="1600200"/>
              <a:ext cx="1627631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272783" y="1600200"/>
              <a:ext cx="1627631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900416" y="1600200"/>
              <a:ext cx="1627631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900416" y="1600200"/>
              <a:ext cx="1627631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9528048" y="1600200"/>
              <a:ext cx="1627631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528048" y="1600200"/>
              <a:ext cx="1627631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1005840" y="2194560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97280" y="2194560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017520" y="285445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3282696" y="246583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910328" y="246583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537959" y="246583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165592" y="246583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9793224" y="246583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005840" y="3550919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97280" y="3550919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017520" y="421081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3282696" y="382219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4910328" y="382219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6537959" y="382219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8165592" y="382219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9793224" y="382219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1005840" y="4907280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097280" y="4907280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017520" y="556717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3282696" y="5178552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4910328" y="5178552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6537959" y="5178552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8165592" y="5178552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9793224" y="5178552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TML-112</a:t>
            </a:r>
          </a:p>
        </p:txBody>
      </p:sp>
      <p:grpSp>
        <p:nvGrpSpPr>
          <p:cNvPr id="46" name="asset:TML-112"/>
          <p:cNvGrpSpPr/>
          <p:nvPr/>
        </p:nvGrpSpPr>
        <p:grpSpPr>
          <a:xfrm>
            <a:off x="502920" y="475488"/>
            <a:ext cx="11155680" cy="5788151"/>
            <a:chOff x="502920" y="475488"/>
            <a:chExt cx="11155680" cy="5788151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3트랙 로드맵 (3 트랙 × 6 페이즈)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3개 병렬 트랙을 페이즈 열로 정렬한 로드맵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2011680" cy="50292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201168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페이즈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017520" y="1600200"/>
              <a:ext cx="135635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17520" y="1600200"/>
              <a:ext cx="135635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373880" y="1600200"/>
              <a:ext cx="135635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373880" y="1600200"/>
              <a:ext cx="135635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730240" y="1600200"/>
              <a:ext cx="135635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730240" y="1600200"/>
              <a:ext cx="135635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086600" y="1600200"/>
              <a:ext cx="135635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86600" y="1600200"/>
              <a:ext cx="135635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442960" y="1600200"/>
              <a:ext cx="135635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442960" y="1600200"/>
              <a:ext cx="135635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799320" y="1600200"/>
              <a:ext cx="135635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799320" y="1600200"/>
              <a:ext cx="135635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6단계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005840" y="2194560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97280" y="2194560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017520" y="285445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147060" y="246583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4503420" y="246583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859780" y="246583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7216140" y="246583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8572500" y="246583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928860" y="2465831"/>
              <a:ext cx="1097280" cy="813815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005840" y="3550919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97280" y="3550919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017520" y="421081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3147060" y="382219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4503420" y="382219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5859780" y="382219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7216140" y="382219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8572500" y="382219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9928860" y="382219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005840" y="4907280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97280" y="4907280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017520" y="556717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3147060" y="5178552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4503420" y="5178552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5859780" y="5178552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7216140" y="5178552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8572500" y="5178552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928860" y="5178552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TML-124</a:t>
            </a:r>
          </a:p>
        </p:txBody>
      </p:sp>
      <p:grpSp>
        <p:nvGrpSpPr>
          <p:cNvPr id="31" name="asset:TML-124"/>
          <p:cNvGrpSpPr/>
          <p:nvPr/>
        </p:nvGrpSpPr>
        <p:grpSpPr>
          <a:xfrm>
            <a:off x="502920" y="475488"/>
            <a:ext cx="11155680" cy="5788151"/>
            <a:chOff x="502920" y="475488"/>
            <a:chExt cx="11155680" cy="5788151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3트랙 로드맵 (3 트랙 × 3 페이즈)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3개 병렬 트랙을 페이즈 열로 정렬한 로드맵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2011680" cy="50292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201168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페이즈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017520" y="1600200"/>
              <a:ext cx="271271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17520" y="1600200"/>
              <a:ext cx="271271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730240" y="1600200"/>
              <a:ext cx="271271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30240" y="1600200"/>
              <a:ext cx="271271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442960" y="1600200"/>
              <a:ext cx="271271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2960" y="1600200"/>
              <a:ext cx="271271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005840" y="2194560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097280" y="2194560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017520" y="285445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825240" y="246583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537960" y="246583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250679" y="246583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005840" y="3550919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97280" y="3550919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017520" y="421081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825240" y="3822191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6537960" y="3822191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9250679" y="3822191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005840" y="4907280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97280" y="4907280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017520" y="556717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3825240" y="5178552"/>
              <a:ext cx="1097280" cy="813815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6537960" y="5178552"/>
              <a:ext cx="1097280" cy="813815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250679" y="5178552"/>
              <a:ext cx="1097280" cy="813815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TML-136</a:t>
            </a:r>
          </a:p>
        </p:txBody>
      </p:sp>
      <p:grpSp>
        <p:nvGrpSpPr>
          <p:cNvPr id="36" name="asset:TML-136"/>
          <p:cNvGrpSpPr/>
          <p:nvPr/>
        </p:nvGrpSpPr>
        <p:grpSpPr>
          <a:xfrm>
            <a:off x="502920" y="475488"/>
            <a:ext cx="11155680" cy="5788151"/>
            <a:chOff x="502920" y="475488"/>
            <a:chExt cx="11155680" cy="5788151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3트랙 로드맵 (3 트랙 × 4 페이즈)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3개 병렬 트랙을 페이즈 열로 정렬한 로드맵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2011680" cy="50292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201168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페이즈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017520" y="1600200"/>
              <a:ext cx="203453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17520" y="1600200"/>
              <a:ext cx="203453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052060" y="1600200"/>
              <a:ext cx="203453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52060" y="1600200"/>
              <a:ext cx="203453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086600" y="1600200"/>
              <a:ext cx="203453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086600" y="1600200"/>
              <a:ext cx="203453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121140" y="1600200"/>
              <a:ext cx="203453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121140" y="1600200"/>
              <a:ext cx="203453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05840" y="2194560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97280" y="2194560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17520" y="285445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486149" y="246583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5520690" y="246583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555230" y="246583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589769" y="246583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05840" y="3550919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97280" y="3550919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017520" y="421081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3486149" y="3822191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5520690" y="3822191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555230" y="3822191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589769" y="3822191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005840" y="4907280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97280" y="4907280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017520" y="556717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3486149" y="5178552"/>
              <a:ext cx="1097280" cy="813815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5520690" y="5178552"/>
              <a:ext cx="1097280" cy="813815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7555230" y="5178552"/>
              <a:ext cx="1097280" cy="813815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9589769" y="5178552"/>
              <a:ext cx="1097280" cy="813815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TML-148</a:t>
            </a:r>
          </a:p>
        </p:txBody>
      </p:sp>
      <p:grpSp>
        <p:nvGrpSpPr>
          <p:cNvPr id="41" name="asset:TML-148"/>
          <p:cNvGrpSpPr/>
          <p:nvPr/>
        </p:nvGrpSpPr>
        <p:grpSpPr>
          <a:xfrm>
            <a:off x="502920" y="475488"/>
            <a:ext cx="11155680" cy="5788151"/>
            <a:chOff x="502920" y="475488"/>
            <a:chExt cx="11155680" cy="5788151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3트랙 로드맵 (3 트랙 × 5 페이즈)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3개 병렬 트랙을 페이즈 열로 정렬한 로드맵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2011680" cy="50292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201168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페이즈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017520" y="1600200"/>
              <a:ext cx="1627631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17520" y="1600200"/>
              <a:ext cx="1627631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45152" y="1600200"/>
              <a:ext cx="1627631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45152" y="1600200"/>
              <a:ext cx="1627631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272783" y="1600200"/>
              <a:ext cx="1627631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272783" y="1600200"/>
              <a:ext cx="1627631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900416" y="1600200"/>
              <a:ext cx="1627631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900416" y="1600200"/>
              <a:ext cx="1627631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9528048" y="1600200"/>
              <a:ext cx="1627631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528048" y="1600200"/>
              <a:ext cx="1627631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1005840" y="2194560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97280" y="2194560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017520" y="285445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3282696" y="246583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910328" y="246583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537959" y="246583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165592" y="246583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9793224" y="246583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005840" y="3550919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97280" y="3550919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017520" y="421081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3282696" y="3822191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4910328" y="3822191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6537959" y="3822191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8165592" y="3822191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9793224" y="3822191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1005840" y="4907280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097280" y="4907280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017520" y="556717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3282696" y="5178552"/>
              <a:ext cx="1097280" cy="813815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4910328" y="5178552"/>
              <a:ext cx="1097280" cy="813815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6537959" y="5178552"/>
              <a:ext cx="1097280" cy="813815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8165592" y="5178552"/>
              <a:ext cx="1097280" cy="813815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9793224" y="5178552"/>
              <a:ext cx="1097280" cy="813815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TML-160</a:t>
            </a:r>
          </a:p>
        </p:txBody>
      </p:sp>
      <p:grpSp>
        <p:nvGrpSpPr>
          <p:cNvPr id="46" name="asset:TML-160"/>
          <p:cNvGrpSpPr/>
          <p:nvPr/>
        </p:nvGrpSpPr>
        <p:grpSpPr>
          <a:xfrm>
            <a:off x="502920" y="475488"/>
            <a:ext cx="11155680" cy="5788151"/>
            <a:chOff x="502920" y="475488"/>
            <a:chExt cx="11155680" cy="5788151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3트랙 로드맵 (3 트랙 × 6 페이즈)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3개 병렬 트랙을 페이즈 열로 정렬한 로드맵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2011680" cy="50292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201168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페이즈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017520" y="1600200"/>
              <a:ext cx="135635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17520" y="1600200"/>
              <a:ext cx="135635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373880" y="1600200"/>
              <a:ext cx="135635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373880" y="1600200"/>
              <a:ext cx="135635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730240" y="1600200"/>
              <a:ext cx="135635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730240" y="1600200"/>
              <a:ext cx="135635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086600" y="1600200"/>
              <a:ext cx="135635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86600" y="1600200"/>
              <a:ext cx="135635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442960" y="1600200"/>
              <a:ext cx="135635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442960" y="1600200"/>
              <a:ext cx="135635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799320" y="1600200"/>
              <a:ext cx="135635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799320" y="1600200"/>
              <a:ext cx="135635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6단계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005840" y="2194560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97280" y="2194560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017520" y="285445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147060" y="246583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4503420" y="246583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859780" y="246583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7216140" y="246583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8572500" y="246583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928860" y="2465831"/>
              <a:ext cx="1097280" cy="813815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005840" y="3550919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97280" y="3550919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017520" y="421081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3147060" y="3822191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4503420" y="3822191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5859780" y="3822191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7216140" y="3822191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8572500" y="3822191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9928860" y="3822191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005840" y="4907280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97280" y="4907280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017520" y="556717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3147060" y="5178552"/>
              <a:ext cx="1097280" cy="813815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4503420" y="5178552"/>
              <a:ext cx="1097280" cy="813815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5859780" y="5178552"/>
              <a:ext cx="1097280" cy="813815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7216140" y="5178552"/>
              <a:ext cx="1097280" cy="813815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8572500" y="5178552"/>
              <a:ext cx="1097280" cy="813815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928860" y="5178552"/>
              <a:ext cx="1097280" cy="813815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TML-172</a:t>
            </a:r>
          </a:p>
        </p:txBody>
      </p:sp>
      <p:grpSp>
        <p:nvGrpSpPr>
          <p:cNvPr id="31" name="asset:TML-172"/>
          <p:cNvGrpSpPr/>
          <p:nvPr/>
        </p:nvGrpSpPr>
        <p:grpSpPr>
          <a:xfrm>
            <a:off x="502920" y="475488"/>
            <a:ext cx="11155680" cy="5788151"/>
            <a:chOff x="502920" y="475488"/>
            <a:chExt cx="11155680" cy="5788151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3트랙 로드맵 (3 트랙 × 3 페이즈)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3개 병렬 트랙을 페이즈 열로 정렬한 로드맵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2011680" cy="50292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201168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페이즈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017520" y="1600200"/>
              <a:ext cx="271271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17520" y="1600200"/>
              <a:ext cx="271271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730240" y="1600200"/>
              <a:ext cx="271271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30240" y="1600200"/>
              <a:ext cx="271271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442960" y="1600200"/>
              <a:ext cx="271271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2960" y="1600200"/>
              <a:ext cx="271271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005840" y="2194560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097280" y="2194560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017520" y="285445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825240" y="2465831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537960" y="2465831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250679" y="2465831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005840" y="3550919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97280" y="3550919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017520" y="421081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825240" y="3822191"/>
              <a:ext cx="1097280" cy="813815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6537960" y="3822191"/>
              <a:ext cx="1097280" cy="813815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9250679" y="3822191"/>
              <a:ext cx="1097280" cy="813815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005840" y="4907280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97280" y="4907280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017520" y="556717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3825240" y="5178552"/>
              <a:ext cx="1097280" cy="813815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6537960" y="5178552"/>
              <a:ext cx="1097280" cy="813815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250679" y="5178552"/>
              <a:ext cx="1097280" cy="813815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TML-184</a:t>
            </a:r>
          </a:p>
        </p:txBody>
      </p:sp>
      <p:grpSp>
        <p:nvGrpSpPr>
          <p:cNvPr id="36" name="asset:TML-184"/>
          <p:cNvGrpSpPr/>
          <p:nvPr/>
        </p:nvGrpSpPr>
        <p:grpSpPr>
          <a:xfrm>
            <a:off x="502920" y="475488"/>
            <a:ext cx="11155680" cy="5788151"/>
            <a:chOff x="502920" y="475488"/>
            <a:chExt cx="11155680" cy="5788151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3트랙 로드맵 (3 트랙 × 4 페이즈)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3개 병렬 트랙을 페이즈 열로 정렬한 로드맵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2011680" cy="50292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201168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페이즈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017520" y="1600200"/>
              <a:ext cx="203453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17520" y="1600200"/>
              <a:ext cx="203453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052060" y="1600200"/>
              <a:ext cx="203453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52060" y="1600200"/>
              <a:ext cx="203453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086600" y="1600200"/>
              <a:ext cx="203453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086600" y="1600200"/>
              <a:ext cx="203453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121140" y="1600200"/>
              <a:ext cx="203453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121140" y="1600200"/>
              <a:ext cx="203453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05840" y="2194560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97280" y="2194560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17520" y="285445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486149" y="2465831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5520690" y="2465831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555230" y="2465831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589769" y="2465831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05840" y="3550919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97280" y="3550919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017520" y="421081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3486149" y="3822191"/>
              <a:ext cx="1097280" cy="813815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5520690" y="3822191"/>
              <a:ext cx="1097280" cy="813815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555230" y="3822191"/>
              <a:ext cx="1097280" cy="813815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589769" y="3822191"/>
              <a:ext cx="1097280" cy="813815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005840" y="4907280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97280" y="4907280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017520" y="556717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3486149" y="5178552"/>
              <a:ext cx="1097280" cy="813815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5520690" y="5178552"/>
              <a:ext cx="1097280" cy="813815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7555230" y="5178552"/>
              <a:ext cx="1097280" cy="813815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9589769" y="5178552"/>
              <a:ext cx="1097280" cy="813815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TML-196</a:t>
            </a:r>
          </a:p>
        </p:txBody>
      </p:sp>
      <p:grpSp>
        <p:nvGrpSpPr>
          <p:cNvPr id="41" name="asset:TML-196"/>
          <p:cNvGrpSpPr/>
          <p:nvPr/>
        </p:nvGrpSpPr>
        <p:grpSpPr>
          <a:xfrm>
            <a:off x="502920" y="475488"/>
            <a:ext cx="11155680" cy="5788151"/>
            <a:chOff x="502920" y="475488"/>
            <a:chExt cx="11155680" cy="5788151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3트랙 로드맵 (3 트랙 × 5 페이즈)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3개 병렬 트랙을 페이즈 열로 정렬한 로드맵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2011680" cy="50292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201168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페이즈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017520" y="1600200"/>
              <a:ext cx="1627631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17520" y="1600200"/>
              <a:ext cx="1627631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45152" y="1600200"/>
              <a:ext cx="1627631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45152" y="1600200"/>
              <a:ext cx="1627631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272783" y="1600200"/>
              <a:ext cx="1627631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272783" y="1600200"/>
              <a:ext cx="1627631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900416" y="1600200"/>
              <a:ext cx="1627631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900416" y="1600200"/>
              <a:ext cx="1627631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9528048" y="1600200"/>
              <a:ext cx="1627631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528048" y="1600200"/>
              <a:ext cx="1627631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1005840" y="2194560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97280" y="2194560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017520" y="285445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3282696" y="2465831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910328" y="2465831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537959" y="2465831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165592" y="2465831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9793224" y="2465831"/>
              <a:ext cx="1097280" cy="813815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005840" y="3550919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97280" y="3550919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017520" y="421081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3282696" y="3822191"/>
              <a:ext cx="1097280" cy="813815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4910328" y="3822191"/>
              <a:ext cx="1097280" cy="813815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6537959" y="3822191"/>
              <a:ext cx="1097280" cy="813815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8165592" y="3822191"/>
              <a:ext cx="1097280" cy="813815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9793224" y="3822191"/>
              <a:ext cx="1097280" cy="813815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1005840" y="4907280"/>
              <a:ext cx="2011680" cy="135635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097280" y="4907280"/>
              <a:ext cx="1828800" cy="135635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017520" y="5567172"/>
              <a:ext cx="8138159" cy="3657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3282696" y="5178552"/>
              <a:ext cx="1097280" cy="813815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4910328" y="5178552"/>
              <a:ext cx="1097280" cy="813815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6537959" y="5178552"/>
              <a:ext cx="1097280" cy="813815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8165592" y="5178552"/>
              <a:ext cx="1097280" cy="813815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9793224" y="5178552"/>
              <a:ext cx="1097280" cy="813815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