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TML-019</a:t>
            </a:r>
          </a:p>
        </p:txBody>
      </p:sp>
      <p:grpSp>
        <p:nvGrpSpPr>
          <p:cNvPr id="38" name="asset:TML-019"/>
          <p:cNvGrpSpPr/>
          <p:nvPr/>
        </p:nvGrpSpPr>
        <p:grpSpPr>
          <a:xfrm>
            <a:off x="502920" y="475488"/>
            <a:ext cx="11155680" cy="3438143"/>
            <a:chOff x="502920" y="475488"/>
            <a:chExt cx="11155680" cy="3438143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(3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TML-031</a:t>
            </a:r>
          </a:p>
        </p:txBody>
      </p:sp>
      <p:grpSp>
        <p:nvGrpSpPr>
          <p:cNvPr id="42" name="asset:TML-031"/>
          <p:cNvGrpSpPr/>
          <p:nvPr/>
        </p:nvGrpSpPr>
        <p:grpSpPr>
          <a:xfrm>
            <a:off x="502920" y="475488"/>
            <a:ext cx="11155680" cy="4078224"/>
            <a:chOff x="502920" y="475488"/>
            <a:chExt cx="11155680" cy="40782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(4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TML-043</a:t>
            </a:r>
          </a:p>
        </p:txBody>
      </p:sp>
      <p:grpSp>
        <p:nvGrpSpPr>
          <p:cNvPr id="46" name="asset:TML-043"/>
          <p:cNvGrpSpPr/>
          <p:nvPr/>
        </p:nvGrpSpPr>
        <p:grpSpPr>
          <a:xfrm>
            <a:off x="502920" y="475488"/>
            <a:ext cx="11155680" cy="4718304"/>
            <a:chOff x="502920" y="475488"/>
            <a:chExt cx="11155680" cy="471830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(5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TML-055</a:t>
            </a:r>
          </a:p>
        </p:txBody>
      </p:sp>
      <p:grpSp>
        <p:nvGrpSpPr>
          <p:cNvPr id="50" name="asset:TML-055"/>
          <p:cNvGrpSpPr/>
          <p:nvPr/>
        </p:nvGrpSpPr>
        <p:grpSpPr>
          <a:xfrm>
            <a:off x="502920" y="475488"/>
            <a:ext cx="11155680" cy="5358384"/>
            <a:chOff x="502920" y="475488"/>
            <a:chExt cx="11155680" cy="535838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(6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05840" y="519379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15568" y="519379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91840" y="519379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89264" y="53474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TML-067</a:t>
            </a:r>
          </a:p>
        </p:txBody>
      </p:sp>
      <p:grpSp>
        <p:nvGrpSpPr>
          <p:cNvPr id="38" name="asset:TML-067"/>
          <p:cNvGrpSpPr/>
          <p:nvPr/>
        </p:nvGrpSpPr>
        <p:grpSpPr>
          <a:xfrm>
            <a:off x="502920" y="475488"/>
            <a:ext cx="11155680" cy="3438143"/>
            <a:chOff x="502920" y="475488"/>
            <a:chExt cx="11155680" cy="3438143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(3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TML-079</a:t>
            </a:r>
          </a:p>
        </p:txBody>
      </p:sp>
      <p:grpSp>
        <p:nvGrpSpPr>
          <p:cNvPr id="42" name="asset:TML-079"/>
          <p:cNvGrpSpPr/>
          <p:nvPr/>
        </p:nvGrpSpPr>
        <p:grpSpPr>
          <a:xfrm>
            <a:off x="502920" y="475488"/>
            <a:ext cx="11155680" cy="4078224"/>
            <a:chOff x="502920" y="475488"/>
            <a:chExt cx="11155680" cy="40782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(4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TML-091</a:t>
            </a:r>
          </a:p>
        </p:txBody>
      </p:sp>
      <p:grpSp>
        <p:nvGrpSpPr>
          <p:cNvPr id="46" name="asset:TML-091"/>
          <p:cNvGrpSpPr/>
          <p:nvPr/>
        </p:nvGrpSpPr>
        <p:grpSpPr>
          <a:xfrm>
            <a:off x="502920" y="475488"/>
            <a:ext cx="11155680" cy="4718304"/>
            <a:chOff x="502920" y="475488"/>
            <a:chExt cx="11155680" cy="471830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(5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TML-103</a:t>
            </a:r>
          </a:p>
        </p:txBody>
      </p:sp>
      <p:grpSp>
        <p:nvGrpSpPr>
          <p:cNvPr id="50" name="asset:TML-103"/>
          <p:cNvGrpSpPr/>
          <p:nvPr/>
        </p:nvGrpSpPr>
        <p:grpSpPr>
          <a:xfrm>
            <a:off x="502920" y="475488"/>
            <a:ext cx="11155680" cy="5358384"/>
            <a:chOff x="502920" y="475488"/>
            <a:chExt cx="11155680" cy="535838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(6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05840" y="519379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15568" y="519379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91840" y="519379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89264" y="534741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TML-115</a:t>
            </a:r>
          </a:p>
        </p:txBody>
      </p:sp>
      <p:grpSp>
        <p:nvGrpSpPr>
          <p:cNvPr id="38" name="asset:TML-115"/>
          <p:cNvGrpSpPr/>
          <p:nvPr/>
        </p:nvGrpSpPr>
        <p:grpSpPr>
          <a:xfrm>
            <a:off x="502920" y="475488"/>
            <a:ext cx="11155680" cy="3438143"/>
            <a:chOff x="502920" y="475488"/>
            <a:chExt cx="11155680" cy="3438143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(3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TML-127</a:t>
            </a:r>
          </a:p>
        </p:txBody>
      </p:sp>
      <p:grpSp>
        <p:nvGrpSpPr>
          <p:cNvPr id="42" name="asset:TML-127"/>
          <p:cNvGrpSpPr/>
          <p:nvPr/>
        </p:nvGrpSpPr>
        <p:grpSpPr>
          <a:xfrm>
            <a:off x="502920" y="475488"/>
            <a:ext cx="11155680" cy="4078224"/>
            <a:chOff x="502920" y="475488"/>
            <a:chExt cx="11155680" cy="40782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(4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TML-139</a:t>
            </a:r>
          </a:p>
        </p:txBody>
      </p:sp>
      <p:grpSp>
        <p:nvGrpSpPr>
          <p:cNvPr id="46" name="asset:TML-139"/>
          <p:cNvGrpSpPr/>
          <p:nvPr/>
        </p:nvGrpSpPr>
        <p:grpSpPr>
          <a:xfrm>
            <a:off x="502920" y="475488"/>
            <a:ext cx="11155680" cy="4718304"/>
            <a:chOff x="502920" y="475488"/>
            <a:chExt cx="11155680" cy="471830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(5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TML-151</a:t>
            </a:r>
          </a:p>
        </p:txBody>
      </p:sp>
      <p:grpSp>
        <p:nvGrpSpPr>
          <p:cNvPr id="50" name="asset:TML-151"/>
          <p:cNvGrpSpPr/>
          <p:nvPr/>
        </p:nvGrpSpPr>
        <p:grpSpPr>
          <a:xfrm>
            <a:off x="502920" y="475488"/>
            <a:ext cx="11155680" cy="5358384"/>
            <a:chOff x="502920" y="475488"/>
            <a:chExt cx="11155680" cy="535838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(6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05840" y="519379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15568" y="519379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91840" y="519379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89264" y="534741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TML-163</a:t>
            </a:r>
          </a:p>
        </p:txBody>
      </p:sp>
      <p:grpSp>
        <p:nvGrpSpPr>
          <p:cNvPr id="38" name="asset:TML-163"/>
          <p:cNvGrpSpPr/>
          <p:nvPr/>
        </p:nvGrpSpPr>
        <p:grpSpPr>
          <a:xfrm>
            <a:off x="502920" y="475488"/>
            <a:ext cx="11155680" cy="3438143"/>
            <a:chOff x="502920" y="475488"/>
            <a:chExt cx="11155680" cy="3438143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(3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192024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TML-175</a:t>
            </a:r>
          </a:p>
        </p:txBody>
      </p:sp>
      <p:grpSp>
        <p:nvGrpSpPr>
          <p:cNvPr id="42" name="asset:TML-175"/>
          <p:cNvGrpSpPr/>
          <p:nvPr/>
        </p:nvGrpSpPr>
        <p:grpSpPr>
          <a:xfrm>
            <a:off x="502920" y="475488"/>
            <a:ext cx="11155680" cy="4078224"/>
            <a:chOff x="502920" y="475488"/>
            <a:chExt cx="11155680" cy="407822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(4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TML-187</a:t>
            </a:r>
          </a:p>
        </p:txBody>
      </p:sp>
      <p:grpSp>
        <p:nvGrpSpPr>
          <p:cNvPr id="46" name="asset:TML-187"/>
          <p:cNvGrpSpPr/>
          <p:nvPr/>
        </p:nvGrpSpPr>
        <p:grpSpPr>
          <a:xfrm>
            <a:off x="502920" y="475488"/>
            <a:ext cx="11155680" cy="4718304"/>
            <a:chOff x="502920" y="475488"/>
            <a:chExt cx="11155680" cy="471830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(5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20040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TML-199</a:t>
            </a:r>
          </a:p>
        </p:txBody>
      </p:sp>
      <p:grpSp>
        <p:nvGrpSpPr>
          <p:cNvPr id="50" name="asset:TML-199"/>
          <p:cNvGrpSpPr/>
          <p:nvPr/>
        </p:nvGrpSpPr>
        <p:grpSpPr>
          <a:xfrm>
            <a:off x="502920" y="475488"/>
            <a:ext cx="11155680" cy="5358384"/>
            <a:chOff x="502920" y="475488"/>
            <a:chExt cx="11155680" cy="5358384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(6 트랙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도형 막대 세그먼트로 병행 작업을 표현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38404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기획·관리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설계·개발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57344" y="2787091"/>
              <a:ext cx="2511552" cy="332841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시험·운영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확산·교육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7278624" y="406725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40" y="4553712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55371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품질·보안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291840" y="4553712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589264" y="470733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05840" y="519379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15568" y="519379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성과·평가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91840" y="519379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589264" y="5347411"/>
              <a:ext cx="251155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