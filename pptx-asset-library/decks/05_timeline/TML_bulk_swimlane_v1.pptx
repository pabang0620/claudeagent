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TML-024</a:t>
            </a:r>
          </a:p>
        </p:txBody>
      </p:sp>
      <p:grpSp>
        <p:nvGrpSpPr>
          <p:cNvPr id="36" name="asset:TML-024"/>
          <p:cNvGrpSpPr/>
          <p:nvPr/>
        </p:nvGrpSpPr>
        <p:grpSpPr>
          <a:xfrm>
            <a:off x="502920" y="475488"/>
            <a:ext cx="11155680" cy="5971032"/>
            <a:chOff x="502920" y="475488"/>
            <a:chExt cx="11155680" cy="597103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스윔레인 타임라인 (3 레인 × 기간)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레인별 가로 트랙에 기간을 걸친 활동 막대를 배치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1737360" cy="45720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17373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레인 / 기간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74320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74320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1분기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14528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14528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2분기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54736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54736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3분기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94944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94944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4분기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35152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35152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5분기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75360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75360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6분기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414528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554736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694944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835152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975360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ounded Rectangle 23"/>
            <p:cNvSpPr/>
            <p:nvPr/>
          </p:nvSpPr>
          <p:spPr>
            <a:xfrm>
              <a:off x="1005840" y="2148840"/>
              <a:ext cx="1737360" cy="1322831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97280" y="2148840"/>
              <a:ext cx="1554480" cy="1322831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743200" y="2148840"/>
              <a:ext cx="8412480" cy="132283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2816352" y="2466319"/>
              <a:ext cx="2657855" cy="68787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1005840" y="3636264"/>
              <a:ext cx="1737360" cy="1322831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097280" y="3636264"/>
              <a:ext cx="1554480" cy="1322831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743200" y="3636264"/>
              <a:ext cx="8412480" cy="132283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4218432" y="3953743"/>
              <a:ext cx="2657855" cy="68787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005840" y="5123687"/>
              <a:ext cx="1737360" cy="1322831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097280" y="5123687"/>
              <a:ext cx="1554480" cy="1322831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743200" y="5123687"/>
              <a:ext cx="8412480" cy="132283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5620512" y="5441167"/>
              <a:ext cx="2657855" cy="68787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TML-036</a:t>
            </a:r>
          </a:p>
        </p:txBody>
      </p:sp>
      <p:grpSp>
        <p:nvGrpSpPr>
          <p:cNvPr id="40" name="asset:TML-036"/>
          <p:cNvGrpSpPr/>
          <p:nvPr/>
        </p:nvGrpSpPr>
        <p:grpSpPr>
          <a:xfrm>
            <a:off x="502920" y="475488"/>
            <a:ext cx="11155680" cy="5971032"/>
            <a:chOff x="502920" y="475488"/>
            <a:chExt cx="11155680" cy="597103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스윔레인 타임라인 (4 레인 × 기간)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레인별 가로 트랙에 기간을 걸친 활동 막대를 배치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1737360" cy="45720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17373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레인 / 기간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74320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74320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1분기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14528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14528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2분기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54736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54736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3분기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94944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94944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4분기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35152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35152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5분기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75360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75360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6분기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414528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554736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694944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835152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975360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ounded Rectangle 23"/>
            <p:cNvSpPr/>
            <p:nvPr/>
          </p:nvSpPr>
          <p:spPr>
            <a:xfrm>
              <a:off x="1005840" y="2148840"/>
              <a:ext cx="1737360" cy="9509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97280" y="2148840"/>
              <a:ext cx="1554480" cy="950975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743200" y="2148840"/>
              <a:ext cx="8412480" cy="95097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2816352" y="2377074"/>
              <a:ext cx="2657855" cy="494507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1005840" y="3264408"/>
              <a:ext cx="1737360" cy="9509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097280" y="3264408"/>
              <a:ext cx="1554480" cy="950975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743200" y="3264408"/>
              <a:ext cx="8412480" cy="95097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4218432" y="3492642"/>
              <a:ext cx="2657855" cy="494507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005840" y="4379975"/>
              <a:ext cx="1737360" cy="9509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097280" y="4379975"/>
              <a:ext cx="1554480" cy="950975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743200" y="4379975"/>
              <a:ext cx="8412480" cy="95097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5620512" y="4608210"/>
              <a:ext cx="2657855" cy="494507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1005840" y="5495544"/>
              <a:ext cx="1737360" cy="9509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097280" y="5495544"/>
              <a:ext cx="1554480" cy="950975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확산·교육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743200" y="5495544"/>
              <a:ext cx="8412480" cy="95097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7022592" y="5723778"/>
              <a:ext cx="2657855" cy="494507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TML-048</a:t>
            </a:r>
          </a:p>
        </p:txBody>
      </p:sp>
      <p:grpSp>
        <p:nvGrpSpPr>
          <p:cNvPr id="44" name="asset:TML-048"/>
          <p:cNvGrpSpPr/>
          <p:nvPr/>
        </p:nvGrpSpPr>
        <p:grpSpPr>
          <a:xfrm>
            <a:off x="502920" y="475488"/>
            <a:ext cx="11155680" cy="5971032"/>
            <a:chOff x="502920" y="475488"/>
            <a:chExt cx="11155680" cy="597103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스윔레인 타임라인 (5 레인 × 기간)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레인별 가로 트랙에 기간을 걸친 활동 막대를 배치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1737360" cy="45720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17373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레인 / 기간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74320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74320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1분기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14528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14528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2분기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54736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54736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3분기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94944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94944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4분기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35152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35152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5분기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75360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75360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6분기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414528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554736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694944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835152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975360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ounded Rectangle 23"/>
            <p:cNvSpPr/>
            <p:nvPr/>
          </p:nvSpPr>
          <p:spPr>
            <a:xfrm>
              <a:off x="1005840" y="2148840"/>
              <a:ext cx="1737360" cy="727862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97280" y="2148840"/>
              <a:ext cx="1554480" cy="72786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743200" y="2148840"/>
              <a:ext cx="8412480" cy="72786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2816352" y="2323526"/>
              <a:ext cx="2657855" cy="378488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1005840" y="3041294"/>
              <a:ext cx="1737360" cy="727862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097280" y="3041294"/>
              <a:ext cx="1554480" cy="72786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743200" y="3041294"/>
              <a:ext cx="8412480" cy="72786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4218432" y="3215981"/>
              <a:ext cx="2657855" cy="378488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005840" y="3933748"/>
              <a:ext cx="1737360" cy="727862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097280" y="3933748"/>
              <a:ext cx="1554480" cy="72786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743200" y="3933748"/>
              <a:ext cx="8412480" cy="72786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5620512" y="4108435"/>
              <a:ext cx="2657855" cy="378488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1005840" y="4826203"/>
              <a:ext cx="1737360" cy="727862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097280" y="4826203"/>
              <a:ext cx="1554480" cy="72786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확산·교육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743200" y="4826203"/>
              <a:ext cx="8412480" cy="72786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7022592" y="5000890"/>
              <a:ext cx="2657855" cy="378488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1005840" y="5718657"/>
              <a:ext cx="1737360" cy="727862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097280" y="5718657"/>
              <a:ext cx="1554480" cy="72786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품질·보안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2743200" y="5718657"/>
              <a:ext cx="8412480" cy="72786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8424672" y="5893344"/>
              <a:ext cx="2657855" cy="378488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TML-060</a:t>
            </a:r>
          </a:p>
        </p:txBody>
      </p:sp>
      <p:grpSp>
        <p:nvGrpSpPr>
          <p:cNvPr id="48" name="asset:TML-060"/>
          <p:cNvGrpSpPr/>
          <p:nvPr/>
        </p:nvGrpSpPr>
        <p:grpSpPr>
          <a:xfrm>
            <a:off x="502920" y="475488"/>
            <a:ext cx="11155680" cy="5971031"/>
            <a:chOff x="502920" y="475488"/>
            <a:chExt cx="11155680" cy="5971031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스윔레인 타임라인 (6 레인 × 기간)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레인별 가로 트랙에 기간을 걸친 활동 막대를 배치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1737360" cy="45720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17373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레인 / 기간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74320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74320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1분기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14528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14528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2분기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54736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54736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3분기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94944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94944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4분기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35152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35152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5분기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75360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75360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6분기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4145280" y="2148840"/>
              <a:ext cx="0" cy="4297679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5547360" y="2148840"/>
              <a:ext cx="0" cy="4297679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6949440" y="2148840"/>
              <a:ext cx="0" cy="4297679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8351520" y="2148840"/>
              <a:ext cx="0" cy="4297679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9753600" y="2148840"/>
              <a:ext cx="0" cy="4297679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ounded Rectangle 23"/>
            <p:cNvSpPr/>
            <p:nvPr/>
          </p:nvSpPr>
          <p:spPr>
            <a:xfrm>
              <a:off x="1005840" y="2148840"/>
              <a:ext cx="1737360" cy="57911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97280" y="2148840"/>
              <a:ext cx="1554480" cy="57911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743200" y="2148840"/>
              <a:ext cx="8412480" cy="579119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2816352" y="2287828"/>
              <a:ext cx="2657855" cy="30114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1005840" y="2892552"/>
              <a:ext cx="1737360" cy="57911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097280" y="2892552"/>
              <a:ext cx="1554480" cy="57911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743200" y="2892552"/>
              <a:ext cx="8412480" cy="579119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4218432" y="3031540"/>
              <a:ext cx="2657855" cy="30114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005840" y="3636264"/>
              <a:ext cx="1737360" cy="57911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097280" y="3636264"/>
              <a:ext cx="1554480" cy="57911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743200" y="3636264"/>
              <a:ext cx="8412480" cy="579119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5620512" y="3775252"/>
              <a:ext cx="2657855" cy="30114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1005840" y="4379975"/>
              <a:ext cx="1737360" cy="57911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097280" y="4379975"/>
              <a:ext cx="1554480" cy="57911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확산·교육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743200" y="4379975"/>
              <a:ext cx="8412480" cy="579119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7022592" y="4518964"/>
              <a:ext cx="2657855" cy="301142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1005840" y="5123688"/>
              <a:ext cx="1737360" cy="57911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097280" y="5123688"/>
              <a:ext cx="1554480" cy="57911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품질·보안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2743200" y="5123688"/>
              <a:ext cx="8412480" cy="579119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8424672" y="5262676"/>
              <a:ext cx="2657855" cy="301142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1005840" y="5867399"/>
              <a:ext cx="1737360" cy="57911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097280" y="5867399"/>
              <a:ext cx="1554480" cy="57911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성과·평가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2743200" y="5867399"/>
              <a:ext cx="8412480" cy="579119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8424672" y="6006388"/>
              <a:ext cx="2657855" cy="30114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TML-072</a:t>
            </a:r>
          </a:p>
        </p:txBody>
      </p:sp>
      <p:grpSp>
        <p:nvGrpSpPr>
          <p:cNvPr id="36" name="asset:TML-072"/>
          <p:cNvGrpSpPr/>
          <p:nvPr/>
        </p:nvGrpSpPr>
        <p:grpSpPr>
          <a:xfrm>
            <a:off x="502920" y="475488"/>
            <a:ext cx="11155680" cy="5971032"/>
            <a:chOff x="502920" y="475488"/>
            <a:chExt cx="11155680" cy="597103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스윔레인 타임라인 (3 레인 × 기간)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레인별 가로 트랙에 기간을 걸친 활동 막대를 배치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1737360" cy="45720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17373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레인 / 기간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74320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74320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1분기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14528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14528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2분기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54736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54736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3분기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94944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94944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4분기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35152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35152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5분기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75360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75360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6분기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414528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554736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694944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835152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975360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ounded Rectangle 23"/>
            <p:cNvSpPr/>
            <p:nvPr/>
          </p:nvSpPr>
          <p:spPr>
            <a:xfrm>
              <a:off x="1005840" y="2148840"/>
              <a:ext cx="1737360" cy="1322831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97280" y="2148840"/>
              <a:ext cx="1554480" cy="1322831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743200" y="2148840"/>
              <a:ext cx="8412480" cy="132283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2816352" y="2466319"/>
              <a:ext cx="2657855" cy="68787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1005840" y="3636264"/>
              <a:ext cx="1737360" cy="1322831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097280" y="3636264"/>
              <a:ext cx="1554480" cy="1322831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743200" y="3636264"/>
              <a:ext cx="8412480" cy="132283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4218432" y="3953743"/>
              <a:ext cx="2657855" cy="68787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005840" y="5123687"/>
              <a:ext cx="1737360" cy="1322831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097280" y="5123687"/>
              <a:ext cx="1554480" cy="1322831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743200" y="5123687"/>
              <a:ext cx="8412480" cy="132283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5620512" y="5441167"/>
              <a:ext cx="2657855" cy="687872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TML-084</a:t>
            </a:r>
          </a:p>
        </p:txBody>
      </p:sp>
      <p:grpSp>
        <p:nvGrpSpPr>
          <p:cNvPr id="40" name="asset:TML-084"/>
          <p:cNvGrpSpPr/>
          <p:nvPr/>
        </p:nvGrpSpPr>
        <p:grpSpPr>
          <a:xfrm>
            <a:off x="502920" y="475488"/>
            <a:ext cx="11155680" cy="5971032"/>
            <a:chOff x="502920" y="475488"/>
            <a:chExt cx="11155680" cy="597103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스윔레인 타임라인 (4 레인 × 기간)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레인별 가로 트랙에 기간을 걸친 활동 막대를 배치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1737360" cy="45720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17373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레인 / 기간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74320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74320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1분기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14528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14528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2분기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54736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54736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3분기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94944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94944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4분기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35152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35152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5분기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75360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75360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6분기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414528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554736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694944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835152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975360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ounded Rectangle 23"/>
            <p:cNvSpPr/>
            <p:nvPr/>
          </p:nvSpPr>
          <p:spPr>
            <a:xfrm>
              <a:off x="1005840" y="2148840"/>
              <a:ext cx="1737360" cy="9509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97280" y="2148840"/>
              <a:ext cx="1554480" cy="950975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743200" y="2148840"/>
              <a:ext cx="8412480" cy="95097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2816352" y="2377074"/>
              <a:ext cx="2657855" cy="494507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1005840" y="3264408"/>
              <a:ext cx="1737360" cy="9509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097280" y="3264408"/>
              <a:ext cx="1554480" cy="950975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743200" y="3264408"/>
              <a:ext cx="8412480" cy="95097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4218432" y="3492642"/>
              <a:ext cx="2657855" cy="494507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005840" y="4379975"/>
              <a:ext cx="1737360" cy="9509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097280" y="4379975"/>
              <a:ext cx="1554480" cy="950975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743200" y="4379975"/>
              <a:ext cx="8412480" cy="95097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5620512" y="4608210"/>
              <a:ext cx="2657855" cy="494507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1005840" y="5495544"/>
              <a:ext cx="1737360" cy="9509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097280" y="5495544"/>
              <a:ext cx="1554480" cy="950975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확산·교육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743200" y="5495544"/>
              <a:ext cx="8412480" cy="95097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7022592" y="5723778"/>
              <a:ext cx="2657855" cy="494507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TML-096</a:t>
            </a:r>
          </a:p>
        </p:txBody>
      </p:sp>
      <p:grpSp>
        <p:nvGrpSpPr>
          <p:cNvPr id="44" name="asset:TML-096"/>
          <p:cNvGrpSpPr/>
          <p:nvPr/>
        </p:nvGrpSpPr>
        <p:grpSpPr>
          <a:xfrm>
            <a:off x="502920" y="475488"/>
            <a:ext cx="11155680" cy="5971032"/>
            <a:chOff x="502920" y="475488"/>
            <a:chExt cx="11155680" cy="597103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스윔레인 타임라인 (5 레인 × 기간)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레인별 가로 트랙에 기간을 걸친 활동 막대를 배치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1737360" cy="45720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17373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레인 / 기간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74320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74320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1분기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14528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14528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2분기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54736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54736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3분기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94944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94944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4분기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35152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35152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5분기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75360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75360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6분기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414528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554736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694944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835152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975360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ounded Rectangle 23"/>
            <p:cNvSpPr/>
            <p:nvPr/>
          </p:nvSpPr>
          <p:spPr>
            <a:xfrm>
              <a:off x="1005840" y="2148840"/>
              <a:ext cx="1737360" cy="727862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97280" y="2148840"/>
              <a:ext cx="1554480" cy="72786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743200" y="2148840"/>
              <a:ext cx="8412480" cy="72786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2816352" y="2323526"/>
              <a:ext cx="2657855" cy="378488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1005840" y="3041294"/>
              <a:ext cx="1737360" cy="727862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097280" y="3041294"/>
              <a:ext cx="1554480" cy="72786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743200" y="3041294"/>
              <a:ext cx="8412480" cy="72786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4218432" y="3215981"/>
              <a:ext cx="2657855" cy="378488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005840" y="3933748"/>
              <a:ext cx="1737360" cy="727862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097280" y="3933748"/>
              <a:ext cx="1554480" cy="72786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743200" y="3933748"/>
              <a:ext cx="8412480" cy="72786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5620512" y="4108435"/>
              <a:ext cx="2657855" cy="378488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1005840" y="4826203"/>
              <a:ext cx="1737360" cy="727862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097280" y="4826203"/>
              <a:ext cx="1554480" cy="72786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확산·교육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743200" y="4826203"/>
              <a:ext cx="8412480" cy="72786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7022592" y="5000890"/>
              <a:ext cx="2657855" cy="378488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1005840" y="5718657"/>
              <a:ext cx="1737360" cy="727862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097280" y="5718657"/>
              <a:ext cx="1554480" cy="72786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품질·보안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2743200" y="5718657"/>
              <a:ext cx="8412480" cy="72786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8424672" y="5893344"/>
              <a:ext cx="2657855" cy="378488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TML-108</a:t>
            </a:r>
          </a:p>
        </p:txBody>
      </p:sp>
      <p:grpSp>
        <p:nvGrpSpPr>
          <p:cNvPr id="48" name="asset:TML-108"/>
          <p:cNvGrpSpPr/>
          <p:nvPr/>
        </p:nvGrpSpPr>
        <p:grpSpPr>
          <a:xfrm>
            <a:off x="502920" y="475488"/>
            <a:ext cx="11155680" cy="5971031"/>
            <a:chOff x="502920" y="475488"/>
            <a:chExt cx="11155680" cy="5971031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스윔레인 타임라인 (6 레인 × 기간)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레인별 가로 트랙에 기간을 걸친 활동 막대를 배치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1737360" cy="45720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17373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레인 / 기간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74320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74320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1분기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14528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14528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2분기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54736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54736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3분기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94944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94944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4분기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35152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35152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5분기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75360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75360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6분기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4145280" y="2148840"/>
              <a:ext cx="0" cy="4297679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5547360" y="2148840"/>
              <a:ext cx="0" cy="4297679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6949440" y="2148840"/>
              <a:ext cx="0" cy="4297679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8351520" y="2148840"/>
              <a:ext cx="0" cy="4297679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9753600" y="2148840"/>
              <a:ext cx="0" cy="4297679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ounded Rectangle 23"/>
            <p:cNvSpPr/>
            <p:nvPr/>
          </p:nvSpPr>
          <p:spPr>
            <a:xfrm>
              <a:off x="1005840" y="2148840"/>
              <a:ext cx="1737360" cy="57911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97280" y="2148840"/>
              <a:ext cx="1554480" cy="57911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743200" y="2148840"/>
              <a:ext cx="8412480" cy="579119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2816352" y="2287828"/>
              <a:ext cx="2657855" cy="30114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1005840" y="2892552"/>
              <a:ext cx="1737360" cy="57911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097280" y="2892552"/>
              <a:ext cx="1554480" cy="57911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743200" y="2892552"/>
              <a:ext cx="8412480" cy="579119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4218432" y="3031540"/>
              <a:ext cx="2657855" cy="30114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005840" y="3636264"/>
              <a:ext cx="1737360" cy="57911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097280" y="3636264"/>
              <a:ext cx="1554480" cy="57911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743200" y="3636264"/>
              <a:ext cx="8412480" cy="579119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5620512" y="3775252"/>
              <a:ext cx="2657855" cy="301142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1005840" y="4379975"/>
              <a:ext cx="1737360" cy="57911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097280" y="4379975"/>
              <a:ext cx="1554480" cy="57911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확산·교육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743200" y="4379975"/>
              <a:ext cx="8412480" cy="579119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7022592" y="4518964"/>
              <a:ext cx="2657855" cy="301142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1005840" y="5123688"/>
              <a:ext cx="1737360" cy="57911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097280" y="5123688"/>
              <a:ext cx="1554480" cy="57911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품질·보안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2743200" y="5123688"/>
              <a:ext cx="8412480" cy="579119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8424672" y="5262676"/>
              <a:ext cx="2657855" cy="30114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1005840" y="5867399"/>
              <a:ext cx="1737360" cy="57911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097280" y="5867399"/>
              <a:ext cx="1554480" cy="57911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성과·평가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2743200" y="5867399"/>
              <a:ext cx="8412480" cy="579119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8424672" y="6006388"/>
              <a:ext cx="2657855" cy="30114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TML-120</a:t>
            </a:r>
          </a:p>
        </p:txBody>
      </p:sp>
      <p:grpSp>
        <p:nvGrpSpPr>
          <p:cNvPr id="36" name="asset:TML-120"/>
          <p:cNvGrpSpPr/>
          <p:nvPr/>
        </p:nvGrpSpPr>
        <p:grpSpPr>
          <a:xfrm>
            <a:off x="502920" y="475488"/>
            <a:ext cx="11155680" cy="5971032"/>
            <a:chOff x="502920" y="475488"/>
            <a:chExt cx="11155680" cy="597103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스윔레인 타임라인 (3 레인 × 기간)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레인별 가로 트랙에 기간을 걸친 활동 막대를 배치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1737360" cy="45720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17373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레인 / 기간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74320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74320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1분기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14528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14528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2분기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54736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54736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3분기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94944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94944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4분기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35152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35152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5분기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75360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75360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6분기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414528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554736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694944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835152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975360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ounded Rectangle 23"/>
            <p:cNvSpPr/>
            <p:nvPr/>
          </p:nvSpPr>
          <p:spPr>
            <a:xfrm>
              <a:off x="1005840" y="2148840"/>
              <a:ext cx="1737360" cy="1322831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97280" y="2148840"/>
              <a:ext cx="1554480" cy="1322831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743200" y="2148840"/>
              <a:ext cx="8412480" cy="132283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2816352" y="2466319"/>
              <a:ext cx="2657855" cy="68787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1005840" y="3636264"/>
              <a:ext cx="1737360" cy="1322831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097280" y="3636264"/>
              <a:ext cx="1554480" cy="1322831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743200" y="3636264"/>
              <a:ext cx="8412480" cy="132283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4218432" y="3953743"/>
              <a:ext cx="2657855" cy="687872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005840" y="5123687"/>
              <a:ext cx="1737360" cy="1322831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097280" y="5123687"/>
              <a:ext cx="1554480" cy="1322831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743200" y="5123687"/>
              <a:ext cx="8412480" cy="132283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5620512" y="5441167"/>
              <a:ext cx="2657855" cy="687872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TML-132</a:t>
            </a:r>
          </a:p>
        </p:txBody>
      </p:sp>
      <p:grpSp>
        <p:nvGrpSpPr>
          <p:cNvPr id="40" name="asset:TML-132"/>
          <p:cNvGrpSpPr/>
          <p:nvPr/>
        </p:nvGrpSpPr>
        <p:grpSpPr>
          <a:xfrm>
            <a:off x="502920" y="475488"/>
            <a:ext cx="11155680" cy="5971032"/>
            <a:chOff x="502920" y="475488"/>
            <a:chExt cx="11155680" cy="597103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스윔레인 타임라인 (4 레인 × 기간)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레인별 가로 트랙에 기간을 걸친 활동 막대를 배치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1737360" cy="45720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17373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레인 / 기간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74320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74320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1분기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14528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14528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2분기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54736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54736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3분기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94944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94944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4분기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35152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35152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5분기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75360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75360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6분기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414528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554736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694944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835152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975360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ounded Rectangle 23"/>
            <p:cNvSpPr/>
            <p:nvPr/>
          </p:nvSpPr>
          <p:spPr>
            <a:xfrm>
              <a:off x="1005840" y="2148840"/>
              <a:ext cx="1737360" cy="9509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97280" y="2148840"/>
              <a:ext cx="1554480" cy="950975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743200" y="2148840"/>
              <a:ext cx="8412480" cy="95097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2816352" y="2377074"/>
              <a:ext cx="2657855" cy="494507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1005840" y="3264408"/>
              <a:ext cx="1737360" cy="9509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097280" y="3264408"/>
              <a:ext cx="1554480" cy="950975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743200" y="3264408"/>
              <a:ext cx="8412480" cy="95097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4218432" y="3492642"/>
              <a:ext cx="2657855" cy="494507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005840" y="4379975"/>
              <a:ext cx="1737360" cy="9509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097280" y="4379975"/>
              <a:ext cx="1554480" cy="950975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743200" y="4379975"/>
              <a:ext cx="8412480" cy="95097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5620512" y="4608210"/>
              <a:ext cx="2657855" cy="494507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1005840" y="5495544"/>
              <a:ext cx="1737360" cy="9509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097280" y="5495544"/>
              <a:ext cx="1554480" cy="950975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확산·교육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743200" y="5495544"/>
              <a:ext cx="8412480" cy="95097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7022592" y="5723778"/>
              <a:ext cx="2657855" cy="494507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TML-144</a:t>
            </a:r>
          </a:p>
        </p:txBody>
      </p:sp>
      <p:grpSp>
        <p:nvGrpSpPr>
          <p:cNvPr id="44" name="asset:TML-144"/>
          <p:cNvGrpSpPr/>
          <p:nvPr/>
        </p:nvGrpSpPr>
        <p:grpSpPr>
          <a:xfrm>
            <a:off x="502920" y="475488"/>
            <a:ext cx="11155680" cy="5971032"/>
            <a:chOff x="502920" y="475488"/>
            <a:chExt cx="11155680" cy="597103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스윔레인 타임라인 (5 레인 × 기간)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레인별 가로 트랙에 기간을 걸친 활동 막대를 배치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1737360" cy="45720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17373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레인 / 기간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74320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74320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1분기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14528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14528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2분기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54736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54736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3분기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94944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94944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4분기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35152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35152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5분기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75360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75360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6분기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414528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554736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694944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835152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975360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ounded Rectangle 23"/>
            <p:cNvSpPr/>
            <p:nvPr/>
          </p:nvSpPr>
          <p:spPr>
            <a:xfrm>
              <a:off x="1005840" y="2148840"/>
              <a:ext cx="1737360" cy="727862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97280" y="2148840"/>
              <a:ext cx="1554480" cy="72786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743200" y="2148840"/>
              <a:ext cx="8412480" cy="72786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2816352" y="2323526"/>
              <a:ext cx="2657855" cy="378488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1005840" y="3041294"/>
              <a:ext cx="1737360" cy="727862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097280" y="3041294"/>
              <a:ext cx="1554480" cy="72786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743200" y="3041294"/>
              <a:ext cx="8412480" cy="72786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4218432" y="3215981"/>
              <a:ext cx="2657855" cy="378488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005840" y="3933748"/>
              <a:ext cx="1737360" cy="727862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097280" y="3933748"/>
              <a:ext cx="1554480" cy="72786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743200" y="3933748"/>
              <a:ext cx="8412480" cy="72786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5620512" y="4108435"/>
              <a:ext cx="2657855" cy="378488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1005840" y="4826203"/>
              <a:ext cx="1737360" cy="727862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097280" y="4826203"/>
              <a:ext cx="1554480" cy="72786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확산·교육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743200" y="4826203"/>
              <a:ext cx="8412480" cy="72786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7022592" y="5000890"/>
              <a:ext cx="2657855" cy="378488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1005840" y="5718657"/>
              <a:ext cx="1737360" cy="727862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097280" y="5718657"/>
              <a:ext cx="1554480" cy="72786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품질·보안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2743200" y="5718657"/>
              <a:ext cx="8412480" cy="72786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8424672" y="5893344"/>
              <a:ext cx="2657855" cy="378488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TML-156</a:t>
            </a:r>
          </a:p>
        </p:txBody>
      </p:sp>
      <p:grpSp>
        <p:nvGrpSpPr>
          <p:cNvPr id="48" name="asset:TML-156"/>
          <p:cNvGrpSpPr/>
          <p:nvPr/>
        </p:nvGrpSpPr>
        <p:grpSpPr>
          <a:xfrm>
            <a:off x="502920" y="475488"/>
            <a:ext cx="11155680" cy="5971031"/>
            <a:chOff x="502920" y="475488"/>
            <a:chExt cx="11155680" cy="5971031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스윔레인 타임라인 (6 레인 × 기간)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레인별 가로 트랙에 기간을 걸친 활동 막대를 배치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1737360" cy="45720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17373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레인 / 기간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74320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74320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1분기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14528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14528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2분기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54736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54736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3분기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94944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94944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4분기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35152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35152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5분기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75360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75360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6분기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4145280" y="2148840"/>
              <a:ext cx="0" cy="4297679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5547360" y="2148840"/>
              <a:ext cx="0" cy="4297679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6949440" y="2148840"/>
              <a:ext cx="0" cy="4297679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8351520" y="2148840"/>
              <a:ext cx="0" cy="4297679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9753600" y="2148840"/>
              <a:ext cx="0" cy="4297679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ounded Rectangle 23"/>
            <p:cNvSpPr/>
            <p:nvPr/>
          </p:nvSpPr>
          <p:spPr>
            <a:xfrm>
              <a:off x="1005840" y="2148840"/>
              <a:ext cx="1737360" cy="57911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97280" y="2148840"/>
              <a:ext cx="1554480" cy="57911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743200" y="2148840"/>
              <a:ext cx="8412480" cy="579119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2816352" y="2287828"/>
              <a:ext cx="2657855" cy="30114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1005840" y="2892552"/>
              <a:ext cx="1737360" cy="57911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097280" y="2892552"/>
              <a:ext cx="1554480" cy="57911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743200" y="2892552"/>
              <a:ext cx="8412480" cy="579119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4218432" y="3031540"/>
              <a:ext cx="2657855" cy="301142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005840" y="3636264"/>
              <a:ext cx="1737360" cy="57911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097280" y="3636264"/>
              <a:ext cx="1554480" cy="57911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743200" y="3636264"/>
              <a:ext cx="8412480" cy="579119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5620512" y="3775252"/>
              <a:ext cx="2657855" cy="301142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1005840" y="4379975"/>
              <a:ext cx="1737360" cy="57911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097280" y="4379975"/>
              <a:ext cx="1554480" cy="57911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확산·교육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743200" y="4379975"/>
              <a:ext cx="8412480" cy="579119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7022592" y="4518964"/>
              <a:ext cx="2657855" cy="30114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1005840" y="5123688"/>
              <a:ext cx="1737360" cy="57911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097280" y="5123688"/>
              <a:ext cx="1554480" cy="57911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품질·보안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2743200" y="5123688"/>
              <a:ext cx="8412480" cy="579119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8424672" y="5262676"/>
              <a:ext cx="2657855" cy="30114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1005840" y="5867399"/>
              <a:ext cx="1737360" cy="579119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097280" y="5867399"/>
              <a:ext cx="1554480" cy="579119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성과·평가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2743200" y="5867399"/>
              <a:ext cx="8412480" cy="579119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8424672" y="6006388"/>
              <a:ext cx="2657855" cy="30114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TML-168</a:t>
            </a:r>
          </a:p>
        </p:txBody>
      </p:sp>
      <p:grpSp>
        <p:nvGrpSpPr>
          <p:cNvPr id="36" name="asset:TML-168"/>
          <p:cNvGrpSpPr/>
          <p:nvPr/>
        </p:nvGrpSpPr>
        <p:grpSpPr>
          <a:xfrm>
            <a:off x="502920" y="475488"/>
            <a:ext cx="11155680" cy="5971032"/>
            <a:chOff x="502920" y="475488"/>
            <a:chExt cx="11155680" cy="597103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스윔레인 타임라인 (3 레인 × 기간)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레인별 가로 트랙에 기간을 걸친 활동 막대를 배치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1737360" cy="45720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17373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레인 / 기간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74320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74320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1분기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14528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14528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2분기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54736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54736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3분기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94944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94944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4분기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35152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35152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5분기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75360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75360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6분기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414528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554736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694944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835152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975360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ounded Rectangle 23"/>
            <p:cNvSpPr/>
            <p:nvPr/>
          </p:nvSpPr>
          <p:spPr>
            <a:xfrm>
              <a:off x="1005840" y="2148840"/>
              <a:ext cx="1737360" cy="1322831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97280" y="2148840"/>
              <a:ext cx="1554480" cy="1322831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743200" y="2148840"/>
              <a:ext cx="8412480" cy="132283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2816352" y="2466319"/>
              <a:ext cx="2657855" cy="687872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1005840" y="3636264"/>
              <a:ext cx="1737360" cy="1322831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097280" y="3636264"/>
              <a:ext cx="1554480" cy="1322831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743200" y="3636264"/>
              <a:ext cx="8412480" cy="132283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4218432" y="3953743"/>
              <a:ext cx="2657855" cy="687872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005840" y="5123687"/>
              <a:ext cx="1737360" cy="1322831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097280" y="5123687"/>
              <a:ext cx="1554480" cy="1322831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743200" y="5123687"/>
              <a:ext cx="8412480" cy="132283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5620512" y="5441167"/>
              <a:ext cx="2657855" cy="68787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TML-180</a:t>
            </a:r>
          </a:p>
        </p:txBody>
      </p:sp>
      <p:grpSp>
        <p:nvGrpSpPr>
          <p:cNvPr id="40" name="asset:TML-180"/>
          <p:cNvGrpSpPr/>
          <p:nvPr/>
        </p:nvGrpSpPr>
        <p:grpSpPr>
          <a:xfrm>
            <a:off x="502920" y="475488"/>
            <a:ext cx="11155680" cy="5971032"/>
            <a:chOff x="502920" y="475488"/>
            <a:chExt cx="11155680" cy="597103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스윔레인 타임라인 (4 레인 × 기간)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레인별 가로 트랙에 기간을 걸친 활동 막대를 배치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1737360" cy="45720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17373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레인 / 기간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74320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74320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1분기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14528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14528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2분기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54736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54736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3분기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94944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94944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4분기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35152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35152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5분기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75360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75360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6분기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414528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554736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694944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835152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975360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ounded Rectangle 23"/>
            <p:cNvSpPr/>
            <p:nvPr/>
          </p:nvSpPr>
          <p:spPr>
            <a:xfrm>
              <a:off x="1005840" y="2148840"/>
              <a:ext cx="1737360" cy="9509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97280" y="2148840"/>
              <a:ext cx="1554480" cy="950975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743200" y="2148840"/>
              <a:ext cx="8412480" cy="95097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2816352" y="2377074"/>
              <a:ext cx="2657855" cy="494507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1005840" y="3264408"/>
              <a:ext cx="1737360" cy="9509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097280" y="3264408"/>
              <a:ext cx="1554480" cy="950975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743200" y="3264408"/>
              <a:ext cx="8412480" cy="95097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4218432" y="3492642"/>
              <a:ext cx="2657855" cy="494507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005840" y="4379975"/>
              <a:ext cx="1737360" cy="9509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097280" y="4379975"/>
              <a:ext cx="1554480" cy="950975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743200" y="4379975"/>
              <a:ext cx="8412480" cy="95097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5620512" y="4608210"/>
              <a:ext cx="2657855" cy="494507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1005840" y="5495544"/>
              <a:ext cx="1737360" cy="950975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097280" y="5495544"/>
              <a:ext cx="1554480" cy="950975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확산·교육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743200" y="5495544"/>
              <a:ext cx="8412480" cy="95097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7022592" y="5723778"/>
              <a:ext cx="2657855" cy="494507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TML-192</a:t>
            </a:r>
          </a:p>
        </p:txBody>
      </p:sp>
      <p:grpSp>
        <p:nvGrpSpPr>
          <p:cNvPr id="44" name="asset:TML-192"/>
          <p:cNvGrpSpPr/>
          <p:nvPr/>
        </p:nvGrpSpPr>
        <p:grpSpPr>
          <a:xfrm>
            <a:off x="502920" y="475488"/>
            <a:ext cx="11155680" cy="5971032"/>
            <a:chOff x="502920" y="475488"/>
            <a:chExt cx="11155680" cy="597103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스윔레인 타임라인 (5 레인 × 기간)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레인별 가로 트랙에 기간을 걸친 활동 막대를 배치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1737360" cy="45720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17373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레인 / 기간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74320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74320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1분기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14528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14528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2분기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54736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54736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3분기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94944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94944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4분기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35152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35152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5분기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75360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75360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6분기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414528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554736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694944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835152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9753600" y="2148840"/>
              <a:ext cx="0" cy="42976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ounded Rectangle 23"/>
            <p:cNvSpPr/>
            <p:nvPr/>
          </p:nvSpPr>
          <p:spPr>
            <a:xfrm>
              <a:off x="1005840" y="2148840"/>
              <a:ext cx="1737360" cy="727862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97280" y="2148840"/>
              <a:ext cx="1554480" cy="72786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743200" y="2148840"/>
              <a:ext cx="8412480" cy="72786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2816352" y="2323526"/>
              <a:ext cx="2657855" cy="378488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1005840" y="3041294"/>
              <a:ext cx="1737360" cy="727862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097280" y="3041294"/>
              <a:ext cx="1554480" cy="72786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743200" y="3041294"/>
              <a:ext cx="8412480" cy="72786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4218432" y="3215981"/>
              <a:ext cx="2657855" cy="378488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005840" y="3933748"/>
              <a:ext cx="1737360" cy="727862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097280" y="3933748"/>
              <a:ext cx="1554480" cy="72786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743200" y="3933748"/>
              <a:ext cx="8412480" cy="72786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5620512" y="4108435"/>
              <a:ext cx="2657855" cy="378488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1005840" y="4826203"/>
              <a:ext cx="1737360" cy="727862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097280" y="4826203"/>
              <a:ext cx="1554480" cy="72786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확산·교육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743200" y="4826203"/>
              <a:ext cx="8412480" cy="72786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7022592" y="5000890"/>
              <a:ext cx="2657855" cy="378488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1005840" y="5718657"/>
              <a:ext cx="1737360" cy="727862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097280" y="5718657"/>
              <a:ext cx="1554480" cy="72786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품질·보안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2743200" y="5718657"/>
              <a:ext cx="8412480" cy="72786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8424672" y="5893344"/>
              <a:ext cx="2657855" cy="378488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