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TML-024</a:t>
            </a:r>
          </a:p>
        </p:txBody>
      </p:sp>
      <p:grpSp>
        <p:nvGrpSpPr>
          <p:cNvPr id="36" name="asset:TML-024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(3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466319"/>
              <a:ext cx="2657855" cy="6878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636264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636264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636264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953743"/>
              <a:ext cx="2657855" cy="6878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5123687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5123687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5123687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5441167"/>
              <a:ext cx="2657855" cy="6878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TML-036</a:t>
            </a:r>
          </a:p>
        </p:txBody>
      </p:sp>
      <p:grpSp>
        <p:nvGrpSpPr>
          <p:cNvPr id="40" name="asset:TML-036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(4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77074"/>
              <a:ext cx="2657855" cy="494507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264408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264408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264408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492642"/>
              <a:ext cx="2657855" cy="494507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4379975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4379975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4379975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608210"/>
              <a:ext cx="2657855" cy="494507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5495544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5495544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5495544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723778"/>
              <a:ext cx="2657855" cy="49450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TML-048</a:t>
            </a:r>
          </a:p>
        </p:txBody>
      </p:sp>
      <p:grpSp>
        <p:nvGrpSpPr>
          <p:cNvPr id="44" name="asset:TML-048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(5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23526"/>
              <a:ext cx="2657855" cy="37848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041294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041294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041294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215981"/>
              <a:ext cx="2657855" cy="37848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933748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933748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933748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108435"/>
              <a:ext cx="2657855" cy="37848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826203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826203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826203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000890"/>
              <a:ext cx="2657855" cy="378488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718657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718657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718657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893344"/>
              <a:ext cx="2657855" cy="37848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TML-060</a:t>
            </a:r>
          </a:p>
        </p:txBody>
      </p:sp>
      <p:grpSp>
        <p:nvGrpSpPr>
          <p:cNvPr id="48" name="asset:TML-060"/>
          <p:cNvGrpSpPr/>
          <p:nvPr/>
        </p:nvGrpSpPr>
        <p:grpSpPr>
          <a:xfrm>
            <a:off x="502920" y="475488"/>
            <a:ext cx="11155680" cy="5971031"/>
            <a:chOff x="502920" y="475488"/>
            <a:chExt cx="11155680" cy="59710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(6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287828"/>
              <a:ext cx="2657855" cy="30114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2892552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2892552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2892552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031540"/>
              <a:ext cx="2657855" cy="30114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636264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636264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636264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3775252"/>
              <a:ext cx="2657855" cy="30114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379975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379975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379975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4518964"/>
              <a:ext cx="2657855" cy="30114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123688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123688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123688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262676"/>
              <a:ext cx="2657855" cy="30114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05840" y="5867399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5867399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743200" y="5867399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424672" y="6006388"/>
              <a:ext cx="2657855" cy="30114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TML-072</a:t>
            </a:r>
          </a:p>
        </p:txBody>
      </p:sp>
      <p:grpSp>
        <p:nvGrpSpPr>
          <p:cNvPr id="36" name="asset:TML-072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(3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466319"/>
              <a:ext cx="2657855" cy="68787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636264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636264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636264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953743"/>
              <a:ext cx="2657855" cy="6878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5123687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5123687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5123687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5441167"/>
              <a:ext cx="2657855" cy="68787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TML-084</a:t>
            </a:r>
          </a:p>
        </p:txBody>
      </p:sp>
      <p:grpSp>
        <p:nvGrpSpPr>
          <p:cNvPr id="40" name="asset:TML-084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(4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77074"/>
              <a:ext cx="2657855" cy="494507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264408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264408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264408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492642"/>
              <a:ext cx="2657855" cy="494507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4379975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4379975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4379975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608210"/>
              <a:ext cx="2657855" cy="49450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5495544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5495544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5495544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723778"/>
              <a:ext cx="2657855" cy="494507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TML-096</a:t>
            </a:r>
          </a:p>
        </p:txBody>
      </p:sp>
      <p:grpSp>
        <p:nvGrpSpPr>
          <p:cNvPr id="44" name="asset:TML-096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(5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23526"/>
              <a:ext cx="2657855" cy="37848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041294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041294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041294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215981"/>
              <a:ext cx="2657855" cy="37848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933748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933748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933748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108435"/>
              <a:ext cx="2657855" cy="378488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826203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826203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826203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000890"/>
              <a:ext cx="2657855" cy="37848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718657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718657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718657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893344"/>
              <a:ext cx="2657855" cy="37848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TML-108</a:t>
            </a:r>
          </a:p>
        </p:txBody>
      </p:sp>
      <p:grpSp>
        <p:nvGrpSpPr>
          <p:cNvPr id="48" name="asset:TML-108"/>
          <p:cNvGrpSpPr/>
          <p:nvPr/>
        </p:nvGrpSpPr>
        <p:grpSpPr>
          <a:xfrm>
            <a:off x="502920" y="475488"/>
            <a:ext cx="11155680" cy="5971031"/>
            <a:chOff x="502920" y="475488"/>
            <a:chExt cx="11155680" cy="59710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(6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287828"/>
              <a:ext cx="2657855" cy="30114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2892552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2892552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2892552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031540"/>
              <a:ext cx="2657855" cy="30114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636264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636264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636264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3775252"/>
              <a:ext cx="2657855" cy="30114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379975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379975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379975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4518964"/>
              <a:ext cx="2657855" cy="30114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123688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123688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123688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262676"/>
              <a:ext cx="2657855" cy="30114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05840" y="5867399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5867399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743200" y="5867399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424672" y="6006388"/>
              <a:ext cx="2657855" cy="30114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TML-120</a:t>
            </a:r>
          </a:p>
        </p:txBody>
      </p:sp>
      <p:grpSp>
        <p:nvGrpSpPr>
          <p:cNvPr id="36" name="asset:TML-120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(3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466319"/>
              <a:ext cx="2657855" cy="68787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636264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636264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636264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953743"/>
              <a:ext cx="2657855" cy="68787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5123687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5123687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5123687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5441167"/>
              <a:ext cx="2657855" cy="6878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TML-132</a:t>
            </a:r>
          </a:p>
        </p:txBody>
      </p:sp>
      <p:grpSp>
        <p:nvGrpSpPr>
          <p:cNvPr id="40" name="asset:TML-132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(4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77074"/>
              <a:ext cx="2657855" cy="494507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264408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264408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264408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492642"/>
              <a:ext cx="2657855" cy="49450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4379975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4379975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4379975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608210"/>
              <a:ext cx="2657855" cy="494507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5495544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5495544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5495544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723778"/>
              <a:ext cx="2657855" cy="494507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TML-144</a:t>
            </a:r>
          </a:p>
        </p:txBody>
      </p:sp>
      <p:grpSp>
        <p:nvGrpSpPr>
          <p:cNvPr id="44" name="asset:TML-144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(5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23526"/>
              <a:ext cx="2657855" cy="37848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041294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041294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041294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215981"/>
              <a:ext cx="2657855" cy="378488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933748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933748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933748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108435"/>
              <a:ext cx="2657855" cy="37848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826203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826203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826203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000890"/>
              <a:ext cx="2657855" cy="37848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718657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718657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718657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893344"/>
              <a:ext cx="2657855" cy="37848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TML-156</a:t>
            </a:r>
          </a:p>
        </p:txBody>
      </p:sp>
      <p:grpSp>
        <p:nvGrpSpPr>
          <p:cNvPr id="48" name="asset:TML-156"/>
          <p:cNvGrpSpPr/>
          <p:nvPr/>
        </p:nvGrpSpPr>
        <p:grpSpPr>
          <a:xfrm>
            <a:off x="502920" y="475488"/>
            <a:ext cx="11155680" cy="5971031"/>
            <a:chOff x="502920" y="475488"/>
            <a:chExt cx="11155680" cy="59710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(6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79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287828"/>
              <a:ext cx="2657855" cy="30114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2892552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2892552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2892552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031540"/>
              <a:ext cx="2657855" cy="30114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636264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636264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636264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3775252"/>
              <a:ext cx="2657855" cy="30114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379975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379975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379975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4518964"/>
              <a:ext cx="2657855" cy="30114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123688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123688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123688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262676"/>
              <a:ext cx="2657855" cy="30114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05840" y="5867399"/>
              <a:ext cx="1737360" cy="57911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5867399"/>
              <a:ext cx="1554480" cy="57911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743200" y="5867399"/>
              <a:ext cx="8412480" cy="579119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424672" y="6006388"/>
              <a:ext cx="2657855" cy="30114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TML-168</a:t>
            </a:r>
          </a:p>
        </p:txBody>
      </p:sp>
      <p:grpSp>
        <p:nvGrpSpPr>
          <p:cNvPr id="36" name="asset:TML-168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(3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466319"/>
              <a:ext cx="2657855" cy="68787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636264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636264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636264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953743"/>
              <a:ext cx="2657855" cy="6878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5123687"/>
              <a:ext cx="1737360" cy="1322831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5123687"/>
              <a:ext cx="1554480" cy="1322831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5123687"/>
              <a:ext cx="8412480" cy="132283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5441167"/>
              <a:ext cx="2657855" cy="6878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TML-180</a:t>
            </a:r>
          </a:p>
        </p:txBody>
      </p:sp>
      <p:grpSp>
        <p:nvGrpSpPr>
          <p:cNvPr id="40" name="asset:TML-180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(4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77074"/>
              <a:ext cx="2657855" cy="49450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264408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264408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264408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492642"/>
              <a:ext cx="2657855" cy="494507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4379975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4379975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4379975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608210"/>
              <a:ext cx="2657855" cy="494507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5495544"/>
              <a:ext cx="1737360" cy="9509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5495544"/>
              <a:ext cx="1554480" cy="950975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5495544"/>
              <a:ext cx="8412480" cy="95097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723778"/>
              <a:ext cx="2657855" cy="494507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TML-192</a:t>
            </a:r>
          </a:p>
        </p:txBody>
      </p:sp>
      <p:grpSp>
        <p:nvGrpSpPr>
          <p:cNvPr id="44" name="asset:TML-192"/>
          <p:cNvGrpSpPr/>
          <p:nvPr/>
        </p:nvGrpSpPr>
        <p:grpSpPr>
          <a:xfrm>
            <a:off x="502920" y="475488"/>
            <a:ext cx="11155680" cy="5971032"/>
            <a:chOff x="502920" y="475488"/>
            <a:chExt cx="11155680" cy="59710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(5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2976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323526"/>
              <a:ext cx="2657855" cy="378488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041294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041294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743200" y="3041294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18432" y="3215981"/>
              <a:ext cx="2657855" cy="37848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05840" y="3933748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97280" y="3933748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743200" y="3933748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20512" y="4108435"/>
              <a:ext cx="2657855" cy="37848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05840" y="4826203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7280" y="4826203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3200" y="4826203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022592" y="5000890"/>
              <a:ext cx="2657855" cy="37848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1005840" y="5718657"/>
              <a:ext cx="1737360" cy="727862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97280" y="5718657"/>
              <a:ext cx="1554480" cy="72786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743200" y="5718657"/>
              <a:ext cx="8412480" cy="72786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424672" y="5893344"/>
              <a:ext cx="2657855" cy="37848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