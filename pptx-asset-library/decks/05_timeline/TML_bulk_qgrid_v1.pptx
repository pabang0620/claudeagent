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TML-021</a:t>
            </a:r>
          </a:p>
        </p:txBody>
      </p:sp>
      <p:grpSp>
        <p:nvGrpSpPr>
          <p:cNvPr id="39" name="asset:TML-021"/>
          <p:cNvGrpSpPr/>
          <p:nvPr/>
        </p:nvGrpSpPr>
        <p:grpSpPr>
          <a:xfrm>
            <a:off x="502920" y="475488"/>
            <a:ext cx="11155680" cy="5833872"/>
            <a:chOff x="502920" y="475488"/>
            <a:chExt cx="11155680" cy="583387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분기 그리드 (3 활동군 × 분기)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활동군을 행, 분기를 열로 교차한 그리드형 추진일정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2103120" cy="50292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210312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활동군 / 분기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10896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10896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12064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12064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Q2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132319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132319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Q3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14400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14400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Q4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05840" y="2176272"/>
              <a:ext cx="2103120" cy="1377696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97280" y="2176272"/>
              <a:ext cx="1920239" cy="13776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108960" y="2176272"/>
              <a:ext cx="2011679" cy="1377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218688" y="2479365"/>
              <a:ext cx="1792223" cy="771509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120640" y="2176272"/>
              <a:ext cx="2011679" cy="1377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132319" y="2176272"/>
              <a:ext cx="2011679" cy="1377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7242047" y="2479365"/>
              <a:ext cx="1792223" cy="771509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9144000" y="2176272"/>
              <a:ext cx="2011679" cy="1377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005840" y="3553968"/>
              <a:ext cx="2103120" cy="1377696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97280" y="3553968"/>
              <a:ext cx="1920239" cy="13776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108960" y="3553968"/>
              <a:ext cx="2011679" cy="13776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120640" y="3553968"/>
              <a:ext cx="2011679" cy="13776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5230368" y="3857061"/>
              <a:ext cx="1792223" cy="771509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132319" y="3553968"/>
              <a:ext cx="2011679" cy="13776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9144000" y="3553968"/>
              <a:ext cx="2011679" cy="13776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253728" y="3857061"/>
              <a:ext cx="1792223" cy="771509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05840" y="4931664"/>
              <a:ext cx="2103120" cy="1377696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97280" y="4931664"/>
              <a:ext cx="1920239" cy="13776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108960" y="4931664"/>
              <a:ext cx="2011679" cy="1377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3218688" y="5234757"/>
              <a:ext cx="1792223" cy="771509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120640" y="4931664"/>
              <a:ext cx="2011679" cy="1377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132319" y="4931664"/>
              <a:ext cx="2011679" cy="1377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7242047" y="5234757"/>
              <a:ext cx="1792223" cy="771509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9144000" y="4931664"/>
              <a:ext cx="2011679" cy="1377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TML-033</a:t>
            </a:r>
          </a:p>
        </p:txBody>
      </p:sp>
      <p:grpSp>
        <p:nvGrpSpPr>
          <p:cNvPr id="47" name="asset:TML-033"/>
          <p:cNvGrpSpPr/>
          <p:nvPr/>
        </p:nvGrpSpPr>
        <p:grpSpPr>
          <a:xfrm>
            <a:off x="502920" y="475488"/>
            <a:ext cx="11155680" cy="5833872"/>
            <a:chOff x="502920" y="475488"/>
            <a:chExt cx="11155680" cy="583387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분기 그리드 (4 활동군 × 분기)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활동군을 행, 분기를 열로 교차한 그리드형 추진일정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2103120" cy="50292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210312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활동군 / 분기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10896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10896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12064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12064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Q2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132319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132319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Q3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14400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14400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Q4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05840" y="2176272"/>
              <a:ext cx="2103120" cy="1033272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97280" y="2176272"/>
              <a:ext cx="1920239" cy="103327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108960" y="2176272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218688" y="2403591"/>
              <a:ext cx="1792223" cy="57863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120640" y="2176272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132319" y="2176272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7242047" y="2403591"/>
              <a:ext cx="1792223" cy="57863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9144000" y="2176272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005840" y="3209544"/>
              <a:ext cx="2103120" cy="1033272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97280" y="3209544"/>
              <a:ext cx="1920239" cy="103327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108960" y="3209544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120640" y="3209544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5230368" y="3436863"/>
              <a:ext cx="1792223" cy="57863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132319" y="3209544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9144000" y="3209544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253728" y="3436863"/>
              <a:ext cx="1792223" cy="57863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05840" y="4242816"/>
              <a:ext cx="2103120" cy="1033272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97280" y="4242816"/>
              <a:ext cx="1920239" cy="103327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108960" y="4242816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3218688" y="4470135"/>
              <a:ext cx="1792223" cy="57863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120640" y="4242816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132319" y="4242816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7242047" y="4470135"/>
              <a:ext cx="1792223" cy="57863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9144000" y="4242816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005840" y="5276088"/>
              <a:ext cx="2103120" cy="1033272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097280" y="5276088"/>
              <a:ext cx="1920239" cy="103327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확산·교육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108960" y="5276088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120640" y="5276088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5230368" y="5503407"/>
              <a:ext cx="1792223" cy="578632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7132319" y="5276088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9144000" y="5276088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9253728" y="5503407"/>
              <a:ext cx="1792223" cy="578632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TML-045</a:t>
            </a:r>
          </a:p>
        </p:txBody>
      </p:sp>
      <p:grpSp>
        <p:nvGrpSpPr>
          <p:cNvPr id="55" name="asset:TML-045"/>
          <p:cNvGrpSpPr/>
          <p:nvPr/>
        </p:nvGrpSpPr>
        <p:grpSpPr>
          <a:xfrm>
            <a:off x="502920" y="475488"/>
            <a:ext cx="11155680" cy="5833871"/>
            <a:chOff x="502920" y="475488"/>
            <a:chExt cx="11155680" cy="5833871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분기 그리드 (5 활동군 × 분기)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활동군을 행, 분기를 열로 교차한 그리드형 추진일정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2103120" cy="50292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210312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활동군 / 분기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10896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10896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12064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12064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Q2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132319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132319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Q3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14400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14400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Q4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05840" y="2176272"/>
              <a:ext cx="2103120" cy="826617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97280" y="2176272"/>
              <a:ext cx="1920239" cy="82661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108960" y="2176272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218688" y="2358127"/>
              <a:ext cx="1792223" cy="462905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120640" y="2176272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132319" y="2176272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7242047" y="2358127"/>
              <a:ext cx="1792223" cy="462905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9144000" y="2176272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005840" y="3002889"/>
              <a:ext cx="2103120" cy="826617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97280" y="3002889"/>
              <a:ext cx="1920239" cy="82661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108960" y="3002889"/>
              <a:ext cx="2011679" cy="8266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120640" y="3002889"/>
              <a:ext cx="2011679" cy="8266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5230368" y="3184745"/>
              <a:ext cx="1792223" cy="462905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132319" y="3002889"/>
              <a:ext cx="2011679" cy="8266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9144000" y="3002889"/>
              <a:ext cx="2011679" cy="8266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253728" y="3184745"/>
              <a:ext cx="1792223" cy="462905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05840" y="3829507"/>
              <a:ext cx="2103120" cy="826617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97280" y="3829507"/>
              <a:ext cx="1920239" cy="82661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108960" y="3829507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3218688" y="4011363"/>
              <a:ext cx="1792223" cy="462905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120640" y="3829507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132319" y="3829507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7242047" y="4011363"/>
              <a:ext cx="1792223" cy="462905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9144000" y="3829507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005840" y="4656124"/>
              <a:ext cx="2103120" cy="826617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097280" y="4656124"/>
              <a:ext cx="1920239" cy="82661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확산·교육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108960" y="4656124"/>
              <a:ext cx="2011679" cy="8266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120640" y="4656124"/>
              <a:ext cx="2011679" cy="8266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5230368" y="4837980"/>
              <a:ext cx="1792223" cy="462905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7132319" y="4656124"/>
              <a:ext cx="2011679" cy="8266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9144000" y="4656124"/>
              <a:ext cx="2011679" cy="8266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9253728" y="4837980"/>
              <a:ext cx="1792223" cy="462905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1005840" y="5482742"/>
              <a:ext cx="2103120" cy="826617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097280" y="5482742"/>
              <a:ext cx="1920239" cy="82661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품질·보안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108960" y="5482742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3218688" y="5664598"/>
              <a:ext cx="1792223" cy="462905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120640" y="5482742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132319" y="5482742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7242047" y="5664598"/>
              <a:ext cx="1792223" cy="462905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9144000" y="5482742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TML-057</a:t>
            </a:r>
          </a:p>
        </p:txBody>
      </p:sp>
      <p:grpSp>
        <p:nvGrpSpPr>
          <p:cNvPr id="63" name="asset:TML-057"/>
          <p:cNvGrpSpPr/>
          <p:nvPr/>
        </p:nvGrpSpPr>
        <p:grpSpPr>
          <a:xfrm>
            <a:off x="502920" y="475488"/>
            <a:ext cx="11155680" cy="5833872"/>
            <a:chOff x="502920" y="475488"/>
            <a:chExt cx="11155680" cy="583387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분기 그리드 (6 활동군 × 분기)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활동군을 행, 분기를 열로 교차한 그리드형 추진일정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2103120" cy="50292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210312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활동군 / 분기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10896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10896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12064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12064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Q2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132319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132319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Q3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14400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14400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Q4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05840" y="2176272"/>
              <a:ext cx="2103120" cy="688848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97280" y="2176272"/>
              <a:ext cx="1920239" cy="6888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108960" y="2176272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218688" y="2327818"/>
              <a:ext cx="1792223" cy="38575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120640" y="2176272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132319" y="2176272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7242047" y="2327818"/>
              <a:ext cx="1792223" cy="38575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9144000" y="2176272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005840" y="2865120"/>
              <a:ext cx="2103120" cy="688848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97280" y="2865120"/>
              <a:ext cx="1920239" cy="6888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108960" y="2865120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120640" y="2865120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5230368" y="3016666"/>
              <a:ext cx="1792223" cy="38575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132319" y="2865120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9144000" y="2865120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253728" y="3016666"/>
              <a:ext cx="1792223" cy="38575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05840" y="3553968"/>
              <a:ext cx="2103120" cy="688848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97280" y="3553968"/>
              <a:ext cx="1920239" cy="6888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108960" y="3553968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3218688" y="3705514"/>
              <a:ext cx="1792223" cy="38575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120640" y="3553968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132319" y="3553968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7242047" y="3705514"/>
              <a:ext cx="1792223" cy="38575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9144000" y="3553968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005840" y="4242816"/>
              <a:ext cx="2103120" cy="688848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097280" y="4242816"/>
              <a:ext cx="1920239" cy="6888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확산·교육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108960" y="4242816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120640" y="4242816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5230368" y="4394362"/>
              <a:ext cx="1792223" cy="385754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7132319" y="4242816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9144000" y="4242816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9253728" y="4394362"/>
              <a:ext cx="1792223" cy="385754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1005840" y="4931664"/>
              <a:ext cx="2103120" cy="688848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097280" y="4931664"/>
              <a:ext cx="1920239" cy="6888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품질·보안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108960" y="4931664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3218688" y="5083210"/>
              <a:ext cx="1792223" cy="38575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120640" y="4931664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132319" y="4931664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7242047" y="5083210"/>
              <a:ext cx="1792223" cy="38575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9144000" y="4931664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1005840" y="5620512"/>
              <a:ext cx="2103120" cy="688848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097280" y="5620512"/>
              <a:ext cx="1920239" cy="6888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성과·평가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3108960" y="5620512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5120640" y="5620512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5230368" y="5772058"/>
              <a:ext cx="1792223" cy="38575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7132319" y="5620512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9144000" y="5620512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9253728" y="5772058"/>
              <a:ext cx="1792223" cy="38575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TML-069</a:t>
            </a:r>
          </a:p>
        </p:txBody>
      </p:sp>
      <p:grpSp>
        <p:nvGrpSpPr>
          <p:cNvPr id="39" name="asset:TML-069"/>
          <p:cNvGrpSpPr/>
          <p:nvPr/>
        </p:nvGrpSpPr>
        <p:grpSpPr>
          <a:xfrm>
            <a:off x="502920" y="475488"/>
            <a:ext cx="11155680" cy="5833872"/>
            <a:chOff x="502920" y="475488"/>
            <a:chExt cx="11155680" cy="583387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분기 그리드 (3 활동군 × 분기)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활동군을 행, 분기를 열로 교차한 그리드형 추진일정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2103120" cy="50292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210312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활동군 / 분기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10896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10896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12064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12064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Q2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132319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132319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Q3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14400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14400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Q4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05840" y="2176272"/>
              <a:ext cx="2103120" cy="1377696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97280" y="2176272"/>
              <a:ext cx="1920239" cy="13776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108960" y="2176272"/>
              <a:ext cx="2011679" cy="1377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218688" y="2479365"/>
              <a:ext cx="1792223" cy="771509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120640" y="2176272"/>
              <a:ext cx="2011679" cy="1377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132319" y="2176272"/>
              <a:ext cx="2011679" cy="1377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7242047" y="2479365"/>
              <a:ext cx="1792223" cy="771509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9144000" y="2176272"/>
              <a:ext cx="2011679" cy="1377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005840" y="3553968"/>
              <a:ext cx="2103120" cy="1377696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97280" y="3553968"/>
              <a:ext cx="1920239" cy="13776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108960" y="3553968"/>
              <a:ext cx="2011679" cy="13776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120640" y="3553968"/>
              <a:ext cx="2011679" cy="13776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5230368" y="3857061"/>
              <a:ext cx="1792223" cy="771509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132319" y="3553968"/>
              <a:ext cx="2011679" cy="13776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9144000" y="3553968"/>
              <a:ext cx="2011679" cy="13776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253728" y="3857061"/>
              <a:ext cx="1792223" cy="771509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05840" y="4931664"/>
              <a:ext cx="2103120" cy="1377696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97280" y="4931664"/>
              <a:ext cx="1920239" cy="13776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108960" y="4931664"/>
              <a:ext cx="2011679" cy="1377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3218688" y="5234757"/>
              <a:ext cx="1792223" cy="771509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120640" y="4931664"/>
              <a:ext cx="2011679" cy="1377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132319" y="4931664"/>
              <a:ext cx="2011679" cy="1377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7242047" y="5234757"/>
              <a:ext cx="1792223" cy="771509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9144000" y="4931664"/>
              <a:ext cx="2011679" cy="1377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TML-081</a:t>
            </a:r>
          </a:p>
        </p:txBody>
      </p:sp>
      <p:grpSp>
        <p:nvGrpSpPr>
          <p:cNvPr id="47" name="asset:TML-081"/>
          <p:cNvGrpSpPr/>
          <p:nvPr/>
        </p:nvGrpSpPr>
        <p:grpSpPr>
          <a:xfrm>
            <a:off x="502920" y="475488"/>
            <a:ext cx="11155680" cy="5833872"/>
            <a:chOff x="502920" y="475488"/>
            <a:chExt cx="11155680" cy="583387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분기 그리드 (4 활동군 × 분기)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활동군을 행, 분기를 열로 교차한 그리드형 추진일정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2103120" cy="50292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210312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활동군 / 분기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10896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10896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12064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12064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Q2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132319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132319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Q3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14400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14400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Q4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05840" y="2176272"/>
              <a:ext cx="2103120" cy="1033272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97280" y="2176272"/>
              <a:ext cx="1920239" cy="103327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108960" y="2176272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218688" y="2403591"/>
              <a:ext cx="1792223" cy="57863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120640" y="2176272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132319" y="2176272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7242047" y="2403591"/>
              <a:ext cx="1792223" cy="57863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9144000" y="2176272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005840" y="3209544"/>
              <a:ext cx="2103120" cy="1033272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97280" y="3209544"/>
              <a:ext cx="1920239" cy="103327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108960" y="3209544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120640" y="3209544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5230368" y="3436863"/>
              <a:ext cx="1792223" cy="57863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132319" y="3209544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9144000" y="3209544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253728" y="3436863"/>
              <a:ext cx="1792223" cy="57863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05840" y="4242816"/>
              <a:ext cx="2103120" cy="1033272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97280" y="4242816"/>
              <a:ext cx="1920239" cy="103327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108960" y="4242816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3218688" y="4470135"/>
              <a:ext cx="1792223" cy="578632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120640" y="4242816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132319" y="4242816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7242047" y="4470135"/>
              <a:ext cx="1792223" cy="578632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9144000" y="4242816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005840" y="5276088"/>
              <a:ext cx="2103120" cy="1033272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097280" y="5276088"/>
              <a:ext cx="1920239" cy="103327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확산·교육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108960" y="5276088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120640" y="5276088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5230368" y="5503407"/>
              <a:ext cx="1792223" cy="578632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7132319" y="5276088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9144000" y="5276088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9253728" y="5503407"/>
              <a:ext cx="1792223" cy="578632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TML-093</a:t>
            </a:r>
          </a:p>
        </p:txBody>
      </p:sp>
      <p:grpSp>
        <p:nvGrpSpPr>
          <p:cNvPr id="55" name="asset:TML-093"/>
          <p:cNvGrpSpPr/>
          <p:nvPr/>
        </p:nvGrpSpPr>
        <p:grpSpPr>
          <a:xfrm>
            <a:off x="502920" y="475488"/>
            <a:ext cx="11155680" cy="5833871"/>
            <a:chOff x="502920" y="475488"/>
            <a:chExt cx="11155680" cy="5833871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분기 그리드 (5 활동군 × 분기)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활동군을 행, 분기를 열로 교차한 그리드형 추진일정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2103120" cy="50292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210312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활동군 / 분기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10896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10896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12064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12064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Q2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132319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132319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Q3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14400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14400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Q4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05840" y="2176272"/>
              <a:ext cx="2103120" cy="826617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97280" y="2176272"/>
              <a:ext cx="1920239" cy="82661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108960" y="2176272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218688" y="2358127"/>
              <a:ext cx="1792223" cy="462905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120640" y="2176272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132319" y="2176272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7242047" y="2358127"/>
              <a:ext cx="1792223" cy="462905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9144000" y="2176272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005840" y="3002889"/>
              <a:ext cx="2103120" cy="826617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97280" y="3002889"/>
              <a:ext cx="1920239" cy="82661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108960" y="3002889"/>
              <a:ext cx="2011679" cy="8266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120640" y="3002889"/>
              <a:ext cx="2011679" cy="8266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5230368" y="3184745"/>
              <a:ext cx="1792223" cy="462905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132319" y="3002889"/>
              <a:ext cx="2011679" cy="8266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9144000" y="3002889"/>
              <a:ext cx="2011679" cy="8266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253728" y="3184745"/>
              <a:ext cx="1792223" cy="462905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05840" y="3829507"/>
              <a:ext cx="2103120" cy="826617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97280" y="3829507"/>
              <a:ext cx="1920239" cy="82661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108960" y="3829507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3218688" y="4011363"/>
              <a:ext cx="1792223" cy="462905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120640" y="3829507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132319" y="3829507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7242047" y="4011363"/>
              <a:ext cx="1792223" cy="462905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9144000" y="3829507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005840" y="4656124"/>
              <a:ext cx="2103120" cy="826617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097280" y="4656124"/>
              <a:ext cx="1920239" cy="82661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확산·교육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108960" y="4656124"/>
              <a:ext cx="2011679" cy="8266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120640" y="4656124"/>
              <a:ext cx="2011679" cy="8266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5230368" y="4837980"/>
              <a:ext cx="1792223" cy="462905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7132319" y="4656124"/>
              <a:ext cx="2011679" cy="8266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9144000" y="4656124"/>
              <a:ext cx="2011679" cy="8266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9253728" y="4837980"/>
              <a:ext cx="1792223" cy="462905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1005840" y="5482742"/>
              <a:ext cx="2103120" cy="826617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097280" y="5482742"/>
              <a:ext cx="1920239" cy="82661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품질·보안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108960" y="5482742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3218688" y="5664598"/>
              <a:ext cx="1792223" cy="462905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120640" y="5482742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132319" y="5482742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7242047" y="5664598"/>
              <a:ext cx="1792223" cy="462905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9144000" y="5482742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TML-105</a:t>
            </a:r>
          </a:p>
        </p:txBody>
      </p:sp>
      <p:grpSp>
        <p:nvGrpSpPr>
          <p:cNvPr id="63" name="asset:TML-105"/>
          <p:cNvGrpSpPr/>
          <p:nvPr/>
        </p:nvGrpSpPr>
        <p:grpSpPr>
          <a:xfrm>
            <a:off x="502920" y="475488"/>
            <a:ext cx="11155680" cy="5833872"/>
            <a:chOff x="502920" y="475488"/>
            <a:chExt cx="11155680" cy="583387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분기 그리드 (6 활동군 × 분기)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활동군을 행, 분기를 열로 교차한 그리드형 추진일정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2103120" cy="50292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210312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활동군 / 분기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10896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10896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12064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12064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Q2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132319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132319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Q3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14400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14400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Q4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05840" y="2176272"/>
              <a:ext cx="2103120" cy="688848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97280" y="2176272"/>
              <a:ext cx="1920239" cy="6888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108960" y="2176272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218688" y="2327818"/>
              <a:ext cx="1792223" cy="38575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120640" y="2176272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132319" y="2176272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7242047" y="2327818"/>
              <a:ext cx="1792223" cy="38575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9144000" y="2176272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005840" y="2865120"/>
              <a:ext cx="2103120" cy="688848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97280" y="2865120"/>
              <a:ext cx="1920239" cy="6888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108960" y="2865120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120640" y="2865120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5230368" y="3016666"/>
              <a:ext cx="1792223" cy="38575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132319" y="2865120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9144000" y="2865120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253728" y="3016666"/>
              <a:ext cx="1792223" cy="38575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05840" y="3553968"/>
              <a:ext cx="2103120" cy="688848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97280" y="3553968"/>
              <a:ext cx="1920239" cy="6888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108960" y="3553968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3218688" y="3705514"/>
              <a:ext cx="1792223" cy="385754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120640" y="3553968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132319" y="3553968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7242047" y="3705514"/>
              <a:ext cx="1792223" cy="385754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9144000" y="3553968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005840" y="4242816"/>
              <a:ext cx="2103120" cy="688848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097280" y="4242816"/>
              <a:ext cx="1920239" cy="6888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확산·교육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108960" y="4242816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120640" y="4242816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5230368" y="4394362"/>
              <a:ext cx="1792223" cy="38575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7132319" y="4242816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9144000" y="4242816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9253728" y="4394362"/>
              <a:ext cx="1792223" cy="38575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1005840" y="4931664"/>
              <a:ext cx="2103120" cy="688848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097280" y="4931664"/>
              <a:ext cx="1920239" cy="6888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품질·보안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108960" y="4931664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3218688" y="5083210"/>
              <a:ext cx="1792223" cy="38575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120640" y="4931664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132319" y="4931664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7242047" y="5083210"/>
              <a:ext cx="1792223" cy="38575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9144000" y="4931664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1005840" y="5620512"/>
              <a:ext cx="2103120" cy="688848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097280" y="5620512"/>
              <a:ext cx="1920239" cy="6888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성과·평가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3108960" y="5620512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5120640" y="5620512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5230368" y="5772058"/>
              <a:ext cx="1792223" cy="38575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7132319" y="5620512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9144000" y="5620512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9253728" y="5772058"/>
              <a:ext cx="1792223" cy="38575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TML-117</a:t>
            </a:r>
          </a:p>
        </p:txBody>
      </p:sp>
      <p:grpSp>
        <p:nvGrpSpPr>
          <p:cNvPr id="39" name="asset:TML-117"/>
          <p:cNvGrpSpPr/>
          <p:nvPr/>
        </p:nvGrpSpPr>
        <p:grpSpPr>
          <a:xfrm>
            <a:off x="502920" y="475488"/>
            <a:ext cx="11155680" cy="5833872"/>
            <a:chOff x="502920" y="475488"/>
            <a:chExt cx="11155680" cy="583387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분기 그리드 (3 활동군 × 분기)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활동군을 행, 분기를 열로 교차한 그리드형 추진일정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2103120" cy="50292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210312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활동군 / 분기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10896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10896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12064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12064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Q2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132319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132319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Q3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14400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14400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Q4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05840" y="2176272"/>
              <a:ext cx="2103120" cy="1377696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97280" y="2176272"/>
              <a:ext cx="1920239" cy="13776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108960" y="2176272"/>
              <a:ext cx="2011679" cy="1377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218688" y="2479365"/>
              <a:ext cx="1792223" cy="771509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120640" y="2176272"/>
              <a:ext cx="2011679" cy="1377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132319" y="2176272"/>
              <a:ext cx="2011679" cy="1377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7242047" y="2479365"/>
              <a:ext cx="1792223" cy="771509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9144000" y="2176272"/>
              <a:ext cx="2011679" cy="1377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005840" y="3553968"/>
              <a:ext cx="2103120" cy="1377696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97280" y="3553968"/>
              <a:ext cx="1920239" cy="13776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108960" y="3553968"/>
              <a:ext cx="2011679" cy="13776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120640" y="3553968"/>
              <a:ext cx="2011679" cy="13776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5230368" y="3857061"/>
              <a:ext cx="1792223" cy="771509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132319" y="3553968"/>
              <a:ext cx="2011679" cy="13776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9144000" y="3553968"/>
              <a:ext cx="2011679" cy="13776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253728" y="3857061"/>
              <a:ext cx="1792223" cy="771509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05840" y="4931664"/>
              <a:ext cx="2103120" cy="1377696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97280" y="4931664"/>
              <a:ext cx="1920239" cy="13776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108960" y="4931664"/>
              <a:ext cx="2011679" cy="1377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3218688" y="5234757"/>
              <a:ext cx="1792223" cy="771509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120640" y="4931664"/>
              <a:ext cx="2011679" cy="1377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132319" y="4931664"/>
              <a:ext cx="2011679" cy="1377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7242047" y="5234757"/>
              <a:ext cx="1792223" cy="771509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9144000" y="4931664"/>
              <a:ext cx="2011679" cy="1377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TML-129</a:t>
            </a:r>
          </a:p>
        </p:txBody>
      </p:sp>
      <p:grpSp>
        <p:nvGrpSpPr>
          <p:cNvPr id="47" name="asset:TML-129"/>
          <p:cNvGrpSpPr/>
          <p:nvPr/>
        </p:nvGrpSpPr>
        <p:grpSpPr>
          <a:xfrm>
            <a:off x="502920" y="475488"/>
            <a:ext cx="11155680" cy="5833872"/>
            <a:chOff x="502920" y="475488"/>
            <a:chExt cx="11155680" cy="583387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분기 그리드 (4 활동군 × 분기)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활동군을 행, 분기를 열로 교차한 그리드형 추진일정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2103120" cy="50292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210312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활동군 / 분기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10896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10896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12064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12064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Q2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132319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132319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Q3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14400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14400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Q4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05840" y="2176272"/>
              <a:ext cx="2103120" cy="1033272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97280" y="2176272"/>
              <a:ext cx="1920239" cy="103327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108960" y="2176272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218688" y="2403591"/>
              <a:ext cx="1792223" cy="57863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120640" y="2176272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132319" y="2176272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7242047" y="2403591"/>
              <a:ext cx="1792223" cy="57863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9144000" y="2176272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005840" y="3209544"/>
              <a:ext cx="2103120" cy="1033272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97280" y="3209544"/>
              <a:ext cx="1920239" cy="103327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108960" y="3209544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120640" y="3209544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5230368" y="3436863"/>
              <a:ext cx="1792223" cy="578632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132319" y="3209544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9144000" y="3209544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253728" y="3436863"/>
              <a:ext cx="1792223" cy="578632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05840" y="4242816"/>
              <a:ext cx="2103120" cy="1033272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97280" y="4242816"/>
              <a:ext cx="1920239" cy="103327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108960" y="4242816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3218688" y="4470135"/>
              <a:ext cx="1792223" cy="578632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120640" y="4242816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132319" y="4242816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7242047" y="4470135"/>
              <a:ext cx="1792223" cy="578632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9144000" y="4242816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005840" y="5276088"/>
              <a:ext cx="2103120" cy="1033272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097280" y="5276088"/>
              <a:ext cx="1920239" cy="103327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확산·교육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108960" y="5276088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120640" y="5276088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5230368" y="5503407"/>
              <a:ext cx="1792223" cy="57863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7132319" y="5276088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9144000" y="5276088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9253728" y="5503407"/>
              <a:ext cx="1792223" cy="57863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TML-141</a:t>
            </a:r>
          </a:p>
        </p:txBody>
      </p:sp>
      <p:grpSp>
        <p:nvGrpSpPr>
          <p:cNvPr id="55" name="asset:TML-141"/>
          <p:cNvGrpSpPr/>
          <p:nvPr/>
        </p:nvGrpSpPr>
        <p:grpSpPr>
          <a:xfrm>
            <a:off x="502920" y="475488"/>
            <a:ext cx="11155680" cy="5833871"/>
            <a:chOff x="502920" y="475488"/>
            <a:chExt cx="11155680" cy="5833871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분기 그리드 (5 활동군 × 분기)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활동군을 행, 분기를 열로 교차한 그리드형 추진일정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2103120" cy="50292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210312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활동군 / 분기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10896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10896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12064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12064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Q2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132319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132319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Q3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14400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14400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Q4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05840" y="2176272"/>
              <a:ext cx="2103120" cy="826617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97280" y="2176272"/>
              <a:ext cx="1920239" cy="82661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108960" y="2176272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218688" y="2358127"/>
              <a:ext cx="1792223" cy="462905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120640" y="2176272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132319" y="2176272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7242047" y="2358127"/>
              <a:ext cx="1792223" cy="462905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9144000" y="2176272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005840" y="3002889"/>
              <a:ext cx="2103120" cy="826617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97280" y="3002889"/>
              <a:ext cx="1920239" cy="82661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108960" y="3002889"/>
              <a:ext cx="2011679" cy="8266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120640" y="3002889"/>
              <a:ext cx="2011679" cy="8266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5230368" y="3184745"/>
              <a:ext cx="1792223" cy="462905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132319" y="3002889"/>
              <a:ext cx="2011679" cy="8266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9144000" y="3002889"/>
              <a:ext cx="2011679" cy="8266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253728" y="3184745"/>
              <a:ext cx="1792223" cy="462905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05840" y="3829507"/>
              <a:ext cx="2103120" cy="826617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97280" y="3829507"/>
              <a:ext cx="1920239" cy="82661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108960" y="3829507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3218688" y="4011363"/>
              <a:ext cx="1792223" cy="462905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120640" y="3829507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132319" y="3829507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7242047" y="4011363"/>
              <a:ext cx="1792223" cy="462905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9144000" y="3829507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005840" y="4656124"/>
              <a:ext cx="2103120" cy="826617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097280" y="4656124"/>
              <a:ext cx="1920239" cy="82661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확산·교육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108960" y="4656124"/>
              <a:ext cx="2011679" cy="8266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120640" y="4656124"/>
              <a:ext cx="2011679" cy="8266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5230368" y="4837980"/>
              <a:ext cx="1792223" cy="462905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7132319" y="4656124"/>
              <a:ext cx="2011679" cy="8266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9144000" y="4656124"/>
              <a:ext cx="2011679" cy="8266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9253728" y="4837980"/>
              <a:ext cx="1792223" cy="462905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1005840" y="5482742"/>
              <a:ext cx="2103120" cy="826617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097280" y="5482742"/>
              <a:ext cx="1920239" cy="82661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품질·보안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108960" y="5482742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3218688" y="5664598"/>
              <a:ext cx="1792223" cy="462905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120640" y="5482742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132319" y="5482742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7242047" y="5664598"/>
              <a:ext cx="1792223" cy="462905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9144000" y="5482742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TML-153</a:t>
            </a:r>
          </a:p>
        </p:txBody>
      </p:sp>
      <p:grpSp>
        <p:nvGrpSpPr>
          <p:cNvPr id="63" name="asset:TML-153"/>
          <p:cNvGrpSpPr/>
          <p:nvPr/>
        </p:nvGrpSpPr>
        <p:grpSpPr>
          <a:xfrm>
            <a:off x="502920" y="475488"/>
            <a:ext cx="11155680" cy="5833872"/>
            <a:chOff x="502920" y="475488"/>
            <a:chExt cx="11155680" cy="583387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분기 그리드 (6 활동군 × 분기)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활동군을 행, 분기를 열로 교차한 그리드형 추진일정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2103120" cy="50292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210312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활동군 / 분기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10896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10896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12064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12064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Q2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132319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132319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Q3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14400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14400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Q4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05840" y="2176272"/>
              <a:ext cx="2103120" cy="688848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97280" y="2176272"/>
              <a:ext cx="1920239" cy="6888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108960" y="2176272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218688" y="2327818"/>
              <a:ext cx="1792223" cy="38575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120640" y="2176272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132319" y="2176272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7242047" y="2327818"/>
              <a:ext cx="1792223" cy="38575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9144000" y="2176272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005840" y="2865120"/>
              <a:ext cx="2103120" cy="688848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97280" y="2865120"/>
              <a:ext cx="1920239" cy="6888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108960" y="2865120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120640" y="2865120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5230368" y="3016666"/>
              <a:ext cx="1792223" cy="385754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132319" y="2865120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9144000" y="2865120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253728" y="3016666"/>
              <a:ext cx="1792223" cy="385754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05840" y="3553968"/>
              <a:ext cx="2103120" cy="688848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97280" y="3553968"/>
              <a:ext cx="1920239" cy="6888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108960" y="3553968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3218688" y="3705514"/>
              <a:ext cx="1792223" cy="38575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120640" y="3553968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132319" y="3553968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7242047" y="3705514"/>
              <a:ext cx="1792223" cy="38575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9144000" y="3553968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005840" y="4242816"/>
              <a:ext cx="2103120" cy="688848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097280" y="4242816"/>
              <a:ext cx="1920239" cy="6888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확산·교육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108960" y="4242816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120640" y="4242816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5230368" y="4394362"/>
              <a:ext cx="1792223" cy="38575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7132319" y="4242816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9144000" y="4242816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9253728" y="4394362"/>
              <a:ext cx="1792223" cy="38575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1005840" y="4931664"/>
              <a:ext cx="2103120" cy="688848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097280" y="4931664"/>
              <a:ext cx="1920239" cy="6888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품질·보안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108960" y="4931664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3218688" y="5083210"/>
              <a:ext cx="1792223" cy="38575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120640" y="4931664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132319" y="4931664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7242047" y="5083210"/>
              <a:ext cx="1792223" cy="38575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9144000" y="4931664"/>
              <a:ext cx="2011679" cy="68884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1005840" y="5620512"/>
              <a:ext cx="2103120" cy="688848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097280" y="5620512"/>
              <a:ext cx="1920239" cy="6888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성과·평가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3108960" y="5620512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5120640" y="5620512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5230368" y="5772058"/>
              <a:ext cx="1792223" cy="38575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7132319" y="5620512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9144000" y="5620512"/>
              <a:ext cx="2011679" cy="688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9253728" y="5772058"/>
              <a:ext cx="1792223" cy="38575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TML-165</a:t>
            </a:r>
          </a:p>
        </p:txBody>
      </p:sp>
      <p:grpSp>
        <p:nvGrpSpPr>
          <p:cNvPr id="39" name="asset:TML-165"/>
          <p:cNvGrpSpPr/>
          <p:nvPr/>
        </p:nvGrpSpPr>
        <p:grpSpPr>
          <a:xfrm>
            <a:off x="502920" y="475488"/>
            <a:ext cx="11155680" cy="5833872"/>
            <a:chOff x="502920" y="475488"/>
            <a:chExt cx="11155680" cy="583387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분기 그리드 (3 활동군 × 분기)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활동군을 행, 분기를 열로 교차한 그리드형 추진일정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2103120" cy="50292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210312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활동군 / 분기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10896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10896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12064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12064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Q2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132319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132319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Q3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14400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14400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Q4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05840" y="2176272"/>
              <a:ext cx="2103120" cy="1377696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97280" y="2176272"/>
              <a:ext cx="1920239" cy="13776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108960" y="2176272"/>
              <a:ext cx="2011679" cy="1377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218688" y="2479365"/>
              <a:ext cx="1792223" cy="771509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120640" y="2176272"/>
              <a:ext cx="2011679" cy="1377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132319" y="2176272"/>
              <a:ext cx="2011679" cy="1377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7242047" y="2479365"/>
              <a:ext cx="1792223" cy="771509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9144000" y="2176272"/>
              <a:ext cx="2011679" cy="1377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005840" y="3553968"/>
              <a:ext cx="2103120" cy="1377696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97280" y="3553968"/>
              <a:ext cx="1920239" cy="13776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108960" y="3553968"/>
              <a:ext cx="2011679" cy="13776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120640" y="3553968"/>
              <a:ext cx="2011679" cy="13776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5230368" y="3857061"/>
              <a:ext cx="1792223" cy="771509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132319" y="3553968"/>
              <a:ext cx="2011679" cy="13776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9144000" y="3553968"/>
              <a:ext cx="2011679" cy="13776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253728" y="3857061"/>
              <a:ext cx="1792223" cy="771509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05840" y="4931664"/>
              <a:ext cx="2103120" cy="1377696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97280" y="4931664"/>
              <a:ext cx="1920239" cy="13776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108960" y="4931664"/>
              <a:ext cx="2011679" cy="1377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3218688" y="5234757"/>
              <a:ext cx="1792223" cy="771509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120640" y="4931664"/>
              <a:ext cx="2011679" cy="1377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132319" y="4931664"/>
              <a:ext cx="2011679" cy="1377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7242047" y="5234757"/>
              <a:ext cx="1792223" cy="771509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9144000" y="4931664"/>
              <a:ext cx="2011679" cy="1377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TML-177</a:t>
            </a:r>
          </a:p>
        </p:txBody>
      </p:sp>
      <p:grpSp>
        <p:nvGrpSpPr>
          <p:cNvPr id="47" name="asset:TML-177"/>
          <p:cNvGrpSpPr/>
          <p:nvPr/>
        </p:nvGrpSpPr>
        <p:grpSpPr>
          <a:xfrm>
            <a:off x="502920" y="475488"/>
            <a:ext cx="11155680" cy="5833872"/>
            <a:chOff x="502920" y="475488"/>
            <a:chExt cx="11155680" cy="583387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분기 그리드 (4 활동군 × 분기)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활동군을 행, 분기를 열로 교차한 그리드형 추진일정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2103120" cy="50292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210312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활동군 / 분기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10896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10896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12064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12064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Q2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132319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132319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Q3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14400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14400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Q4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05840" y="2176272"/>
              <a:ext cx="2103120" cy="1033272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97280" y="2176272"/>
              <a:ext cx="1920239" cy="103327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108960" y="2176272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218688" y="2403591"/>
              <a:ext cx="1792223" cy="578632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120640" y="2176272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132319" y="2176272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7242047" y="2403591"/>
              <a:ext cx="1792223" cy="578632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9144000" y="2176272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005840" y="3209544"/>
              <a:ext cx="2103120" cy="1033272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97280" y="3209544"/>
              <a:ext cx="1920239" cy="103327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108960" y="3209544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120640" y="3209544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5230368" y="3436863"/>
              <a:ext cx="1792223" cy="578632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132319" y="3209544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9144000" y="3209544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253728" y="3436863"/>
              <a:ext cx="1792223" cy="578632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05840" y="4242816"/>
              <a:ext cx="2103120" cy="1033272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97280" y="4242816"/>
              <a:ext cx="1920239" cy="103327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108960" y="4242816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3218688" y="4470135"/>
              <a:ext cx="1792223" cy="57863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120640" y="4242816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132319" y="4242816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7242047" y="4470135"/>
              <a:ext cx="1792223" cy="57863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9144000" y="4242816"/>
              <a:ext cx="2011679" cy="103327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005840" y="5276088"/>
              <a:ext cx="2103120" cy="1033272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097280" y="5276088"/>
              <a:ext cx="1920239" cy="103327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확산·교육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108960" y="5276088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120640" y="5276088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5230368" y="5503407"/>
              <a:ext cx="1792223" cy="57863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7132319" y="5276088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9144000" y="5276088"/>
              <a:ext cx="2011679" cy="1033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9253728" y="5503407"/>
              <a:ext cx="1792223" cy="57863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TML-189</a:t>
            </a:r>
          </a:p>
        </p:txBody>
      </p:sp>
      <p:grpSp>
        <p:nvGrpSpPr>
          <p:cNvPr id="55" name="asset:TML-189"/>
          <p:cNvGrpSpPr/>
          <p:nvPr/>
        </p:nvGrpSpPr>
        <p:grpSpPr>
          <a:xfrm>
            <a:off x="502920" y="475488"/>
            <a:ext cx="11155680" cy="5833871"/>
            <a:chOff x="502920" y="475488"/>
            <a:chExt cx="11155680" cy="5833871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분기 그리드 (5 활동군 × 분기)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활동군을 행, 분기를 열로 교차한 그리드형 추진일정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2103120" cy="50292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210312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활동군 / 분기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10896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10896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12064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12064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Q2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132319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132319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Q3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144000" y="1600200"/>
              <a:ext cx="2011679" cy="50292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144000" y="1600200"/>
              <a:ext cx="20116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Q4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05840" y="2176272"/>
              <a:ext cx="2103120" cy="826617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97280" y="2176272"/>
              <a:ext cx="1920239" cy="82661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108960" y="2176272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218688" y="2358127"/>
              <a:ext cx="1792223" cy="462905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120640" y="2176272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132319" y="2176272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7242047" y="2358127"/>
              <a:ext cx="1792223" cy="462905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9144000" y="2176272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005840" y="3002889"/>
              <a:ext cx="2103120" cy="826617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97280" y="3002889"/>
              <a:ext cx="1920239" cy="82661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108960" y="3002889"/>
              <a:ext cx="2011679" cy="8266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120640" y="3002889"/>
              <a:ext cx="2011679" cy="8266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5230368" y="3184745"/>
              <a:ext cx="1792223" cy="462905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132319" y="3002889"/>
              <a:ext cx="2011679" cy="8266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9144000" y="3002889"/>
              <a:ext cx="2011679" cy="8266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253728" y="3184745"/>
              <a:ext cx="1792223" cy="462905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05840" y="3829507"/>
              <a:ext cx="2103120" cy="826617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97280" y="3829507"/>
              <a:ext cx="1920239" cy="82661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108960" y="3829507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3218688" y="4011363"/>
              <a:ext cx="1792223" cy="462905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120640" y="3829507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132319" y="3829507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7242047" y="4011363"/>
              <a:ext cx="1792223" cy="462905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9144000" y="3829507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005840" y="4656124"/>
              <a:ext cx="2103120" cy="826617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097280" y="4656124"/>
              <a:ext cx="1920239" cy="82661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확산·교육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108960" y="4656124"/>
              <a:ext cx="2011679" cy="8266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120640" y="4656124"/>
              <a:ext cx="2011679" cy="8266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5230368" y="4837980"/>
              <a:ext cx="1792223" cy="462905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7132319" y="4656124"/>
              <a:ext cx="2011679" cy="8266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9144000" y="4656124"/>
              <a:ext cx="2011679" cy="8266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9253728" y="4837980"/>
              <a:ext cx="1792223" cy="462905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1005840" y="5482742"/>
              <a:ext cx="2103120" cy="826617"/>
            </a:xfrm>
            <a:prstGeom prst="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097280" y="5482742"/>
              <a:ext cx="1920239" cy="82661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품질·보안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108960" y="5482742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3218688" y="5664598"/>
              <a:ext cx="1792223" cy="462905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120640" y="5482742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132319" y="5482742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7242047" y="5664598"/>
              <a:ext cx="1792223" cy="462905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9144000" y="5482742"/>
              <a:ext cx="2011679" cy="82661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