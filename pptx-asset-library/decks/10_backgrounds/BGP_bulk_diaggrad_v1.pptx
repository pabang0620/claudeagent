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BGP-186 · 대각 그라데이션 표지(navy/a45)</a:t>
            </a:r>
          </a:p>
        </p:txBody>
      </p:sp>
      <p:sp>
        <p:nvSpPr>
          <p:cNvPr id="3" name="asset:BGP-18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BGP-187 · 대각 그라데이션 표지(blue/a45)</a:t>
            </a:r>
          </a:p>
        </p:txBody>
      </p:sp>
      <p:sp>
        <p:nvSpPr>
          <p:cNvPr id="3" name="asset:BGP-18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BGP-188 · 대각 그라데이션 표지(teal/a45)</a:t>
            </a:r>
          </a:p>
        </p:txBody>
      </p:sp>
      <p:sp>
        <p:nvSpPr>
          <p:cNvPr id="3" name="asset:BGP-18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BGP-189 · 대각 그라데이션 표지(purple/a45)</a:t>
            </a:r>
          </a:p>
        </p:txBody>
      </p:sp>
      <p:sp>
        <p:nvSpPr>
          <p:cNvPr id="3" name="asset:BGP-18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BGP-190 · 대각 그라데이션 표지(cyan/a45)</a:t>
            </a:r>
          </a:p>
        </p:txBody>
      </p:sp>
      <p:sp>
        <p:nvSpPr>
          <p:cNvPr id="3" name="asset:BGP-19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BGP-191 · 대각 그라데이션 표지(slate/a45)</a:t>
            </a:r>
          </a:p>
        </p:txBody>
      </p:sp>
      <p:sp>
        <p:nvSpPr>
          <p:cNvPr id="3" name="asset:BGP-19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80808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-914400" y="4297680"/>
            <a:ext cx="14020495" cy="914400"/>
          </a:xfrm>
          <a:prstGeom prst="parallelogram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BGP-192 · 대각 그라데이션 표지(navy/a135)</a:t>
            </a:r>
          </a:p>
        </p:txBody>
      </p:sp>
      <p:sp>
        <p:nvSpPr>
          <p:cNvPr id="3" name="asset:BGP-19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BGP-193 · 대각 그라데이션 표지(blue/a135)</a:t>
            </a:r>
          </a:p>
        </p:txBody>
      </p:sp>
      <p:sp>
        <p:nvSpPr>
          <p:cNvPr id="3" name="asset:BGP-19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BGP-194 · 대각 그라데이션 표지(teal/a135)</a:t>
            </a:r>
          </a:p>
        </p:txBody>
      </p:sp>
      <p:sp>
        <p:nvSpPr>
          <p:cNvPr id="3" name="asset:BGP-19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BGP-195 · 대각 그라데이션 표지(purple/a135)</a:t>
            </a:r>
          </a:p>
        </p:txBody>
      </p:sp>
      <p:sp>
        <p:nvSpPr>
          <p:cNvPr id="3" name="asset:BGP-19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BGP-196 · 대각 그라데이션 표지(cyan/a135)</a:t>
            </a:r>
          </a:p>
        </p:txBody>
      </p:sp>
      <p:sp>
        <p:nvSpPr>
          <p:cNvPr id="3" name="asset:BGP-19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BGP-197 · 대각 그라데이션 표지(slate/a135)</a:t>
            </a:r>
          </a:p>
        </p:txBody>
      </p:sp>
      <p:sp>
        <p:nvSpPr>
          <p:cNvPr id="3" name="asset:BGP-19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808080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BGP-198 · 대각 그라데이션 표지(navy/a90)</a:t>
            </a:r>
          </a:p>
        </p:txBody>
      </p:sp>
      <p:sp>
        <p:nvSpPr>
          <p:cNvPr id="3" name="asset:BGP-19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BGP-199 · 대각 그라데이션 표지(blue/a90)</a:t>
            </a:r>
          </a:p>
        </p:txBody>
      </p:sp>
      <p:sp>
        <p:nvSpPr>
          <p:cNvPr id="3" name="asset:BGP-19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BGP-200 · 대각 그라데이션 표지(teal/a90)</a:t>
            </a:r>
          </a:p>
        </p:txBody>
      </p:sp>
      <p:sp>
        <p:nvSpPr>
          <p:cNvPr id="3" name="asset:BGP-20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20880000">
            <a:off x="-914400" y="4297680"/>
            <a:ext cx="14020495" cy="914400"/>
          </a:xfrm>
          <a:prstGeom prst="parallelogram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15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