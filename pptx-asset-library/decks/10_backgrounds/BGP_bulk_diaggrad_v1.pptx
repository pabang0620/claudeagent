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86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BGP-186 · 대각 그라데이션 표지(navy/a45)</a:t>
              </a:r>
            </a:p>
          </p:txBody>
        </p:sp>
        <p:sp>
          <p:nvSpPr>
            <p:cNvPr id="3" name="BGP-186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720000">
              <a:off x="-914400" y="4297680"/>
              <a:ext cx="14020495" cy="914400"/>
            </a:xfrm>
            <a:prstGeom prst="parallelogram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87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BGP-187 · 대각 그라데이션 표지(blue/a45)</a:t>
              </a:r>
            </a:p>
          </p:txBody>
        </p:sp>
        <p:sp>
          <p:nvSpPr>
            <p:cNvPr id="3" name="BGP-187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720000">
              <a:off x="-914400" y="4297680"/>
              <a:ext cx="14020495" cy="914400"/>
            </a:xfrm>
            <a:prstGeom prst="parallelogram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88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BGP-188 · 대각 그라데이션 표지(teal/a45)</a:t>
              </a:r>
            </a:p>
          </p:txBody>
        </p:sp>
        <p:sp>
          <p:nvSpPr>
            <p:cNvPr id="3" name="BGP-188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720000">
              <a:off x="-914400" y="4297680"/>
              <a:ext cx="14020495" cy="914400"/>
            </a:xfrm>
            <a:prstGeom prst="parallelogram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89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BGP-189 · 대각 그라데이션 표지(purple/a45)</a:t>
              </a:r>
            </a:p>
          </p:txBody>
        </p:sp>
        <p:sp>
          <p:nvSpPr>
            <p:cNvPr id="3" name="BGP-18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720000">
              <a:off x="-914400" y="4297680"/>
              <a:ext cx="14020495" cy="914400"/>
            </a:xfrm>
            <a:prstGeom prst="parallelogram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0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BGP-190 · 대각 그라데이션 표지(cyan/a45)</a:t>
              </a:r>
            </a:p>
          </p:txBody>
        </p:sp>
        <p:sp>
          <p:nvSpPr>
            <p:cNvPr id="3" name="BGP-19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720000">
              <a:off x="-914400" y="4297680"/>
              <a:ext cx="14020495" cy="914400"/>
            </a:xfrm>
            <a:prstGeom prst="parallelogram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1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BGP-191 · 대각 그라데이션 표지(slate/a45)</a:t>
              </a:r>
            </a:p>
          </p:txBody>
        </p:sp>
        <p:sp>
          <p:nvSpPr>
            <p:cNvPr id="3" name="BGP-19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808080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720000">
              <a:off x="-914400" y="4297680"/>
              <a:ext cx="14020495" cy="914400"/>
            </a:xfrm>
            <a:prstGeom prst="parallelogram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2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BGP-192 · 대각 그라데이션 표지(navy/a135)</a:t>
              </a:r>
            </a:p>
          </p:txBody>
        </p:sp>
        <p:sp>
          <p:nvSpPr>
            <p:cNvPr id="3" name="BGP-19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135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20880000">
              <a:off x="-914400" y="4297680"/>
              <a:ext cx="14020495" cy="914400"/>
            </a:xfrm>
            <a:prstGeom prst="parallelogram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3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BGP-193 · 대각 그라데이션 표지(blue/a135)</a:t>
              </a:r>
            </a:p>
          </p:txBody>
        </p:sp>
        <p:sp>
          <p:nvSpPr>
            <p:cNvPr id="3" name="BGP-19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135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20880000">
              <a:off x="-914400" y="4297680"/>
              <a:ext cx="14020495" cy="914400"/>
            </a:xfrm>
            <a:prstGeom prst="parallelogram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4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BGP-194 · 대각 그라데이션 표지(teal/a135)</a:t>
              </a:r>
            </a:p>
          </p:txBody>
        </p:sp>
        <p:sp>
          <p:nvSpPr>
            <p:cNvPr id="3" name="BGP-19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135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20880000">
              <a:off x="-914400" y="4297680"/>
              <a:ext cx="14020495" cy="914400"/>
            </a:xfrm>
            <a:prstGeom prst="parallelogram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5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BGP-195 · 대각 그라데이션 표지(purple/a135)</a:t>
              </a:r>
            </a:p>
          </p:txBody>
        </p:sp>
        <p:sp>
          <p:nvSpPr>
            <p:cNvPr id="3" name="BGP-195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135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20880000">
              <a:off x="-914400" y="4297680"/>
              <a:ext cx="14020495" cy="914400"/>
            </a:xfrm>
            <a:prstGeom prst="parallelogram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6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BGP-196 · 대각 그라데이션 표지(cyan/a135)</a:t>
              </a:r>
            </a:p>
          </p:txBody>
        </p:sp>
        <p:sp>
          <p:nvSpPr>
            <p:cNvPr id="3" name="BGP-196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135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20880000">
              <a:off x="-914400" y="4297680"/>
              <a:ext cx="14020495" cy="914400"/>
            </a:xfrm>
            <a:prstGeom prst="parallelogram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7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BGP-197 · 대각 그라데이션 표지(slate/a135)</a:t>
              </a:r>
            </a:p>
          </p:txBody>
        </p:sp>
        <p:sp>
          <p:nvSpPr>
            <p:cNvPr id="3" name="BGP-197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808080"/>
                </a:gs>
              </a:gsLst>
              <a:lin scaled="0" ang="135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20880000">
              <a:off x="-914400" y="4297680"/>
              <a:ext cx="14020495" cy="914400"/>
            </a:xfrm>
            <a:prstGeom prst="parallelogram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8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BGP-198 · 대각 그라데이션 표지(navy/a90)</a:t>
              </a:r>
            </a:p>
          </p:txBody>
        </p:sp>
        <p:sp>
          <p:nvSpPr>
            <p:cNvPr id="3" name="BGP-198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20880000">
              <a:off x="-914400" y="4297680"/>
              <a:ext cx="14020495" cy="914400"/>
            </a:xfrm>
            <a:prstGeom prst="parallelogram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99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BGP-199 · 대각 그라데이션 표지(blue/a90)</a:t>
              </a:r>
            </a:p>
          </p:txBody>
        </p:sp>
        <p:sp>
          <p:nvSpPr>
            <p:cNvPr id="3" name="BGP-19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20880000">
              <a:off x="-914400" y="4297680"/>
              <a:ext cx="14020495" cy="914400"/>
            </a:xfrm>
            <a:prstGeom prst="parallelogram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200"/>
          <p:cNvGrpSpPr/>
          <p:nvPr/>
        </p:nvGrpSpPr>
        <p:grpSpPr>
          <a:xfrm>
            <a:off x="-914400" y="0"/>
            <a:ext cx="14020495" cy="6858000"/>
            <a:chOff x="-914400" y="0"/>
            <a:chExt cx="140204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BGP-200 · 대각 그라데이션 표지(teal/a90)</a:t>
              </a:r>
            </a:p>
          </p:txBody>
        </p:sp>
        <p:sp>
          <p:nvSpPr>
            <p:cNvPr id="3" name="BGP-20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rallelogram 3"/>
            <p:cNvSpPr/>
            <p:nvPr/>
          </p:nvSpPr>
          <p:spPr>
            <a:xfrm rot="20880000">
              <a:off x="-914400" y="4297680"/>
              <a:ext cx="14020495" cy="914400"/>
            </a:xfrm>
            <a:prstGeom prst="parallelogram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8288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688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85216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