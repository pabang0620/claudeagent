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90536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BGP-201 · gov 표지A(네이비 풀블리드+하단 사진영역)</a:t>
            </a:r>
          </a:p>
        </p:txBody>
      </p:sp>
      <p:grpSp>
        <p:nvGrpSpPr>
          <p:cNvPr id="15" name="asset:BGP-201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7240" y="502920"/>
              <a:ext cx="54864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841248"/>
              <a:ext cx="9350880" cy="7772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사업명을 입력하세요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1645920"/>
              <a:ext cx="9350880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제안서 부제목을 입력하세요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77240" y="2148840"/>
              <a:ext cx="2103120" cy="54864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77240" y="2514600"/>
              <a:ext cx="9350880" cy="4160520"/>
            </a:xfrm>
            <a:prstGeom prst="rect">
              <a:avLst/>
            </a:prstGeom>
            <a:solidFill>
              <a:srgbClr val="E9EAF1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589840" y="3968496"/>
              <a:ext cx="391180" cy="391180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766880" y="4206605"/>
              <a:ext cx="1014983" cy="612282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77240" y="4849977"/>
              <a:ext cx="935088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77240" y="5124297"/>
              <a:ext cx="935088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77240" y="690372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기관명을 입력하세요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70520" y="6903720"/>
              <a:ext cx="36576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r"/>
              <a:r>
                <a:rPr sz="1000" b="1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PART 00 · 표지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BGP-202 · gov 표지B(대각 그라데이션+우 세로 사진영역)</a:t>
            </a:r>
          </a:p>
        </p:txBody>
      </p:sp>
      <p:grpSp>
        <p:nvGrpSpPr>
          <p:cNvPr id="14" name="asset:BGP-202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7772400"/>
            </a:xfrm>
            <a:prstGeom prst="rect">
              <a:avLst/>
            </a:prstGeom>
            <a:gradFill rotWithShape="1">
              <a:gsLst>
                <a:gs pos="0">
                  <a:srgbClr val="2E4692"/>
                </a:gs>
                <a:gs pos="100000">
                  <a:srgbClr val="7030A0"/>
                </a:gs>
              </a:gsLst>
              <a:lin scaled="0" ang="18900000"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777240" y="685800"/>
              <a:ext cx="5547868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1051560"/>
              <a:ext cx="5547868" cy="1417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사업명을 입력하세요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2606040"/>
              <a:ext cx="5547868" cy="45720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FFFFFF"/>
                  </a:solidFill>
                  <a:latin typeface="Pretendard GOV SemiBold"/>
                  <a:ea typeface="Pretendard GOV SemiBold"/>
                  <a:cs typeface="Pretendard GOV SemiBold"/>
                </a:rPr>
                <a:t>제안서 부제목을 입력하세요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777240" y="3154680"/>
              <a:ext cx="1828800" cy="5486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77240" y="6903720"/>
              <a:ext cx="5547868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FFFFFF"/>
                  </a:solidFill>
                  <a:latin typeface="Pretendard GOV Light"/>
                  <a:ea typeface="Pretendard GOV Light"/>
                  <a:cs typeface="Pretendard GOV Light"/>
                </a:rPr>
                <a:t>2026 · 기관명을 입력하세요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7197537" y="777240"/>
              <a:ext cx="2930582" cy="621792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Oval 9"/>
            <p:cNvSpPr/>
            <p:nvPr/>
          </p:nvSpPr>
          <p:spPr>
            <a:xfrm>
              <a:off x="8739023" y="3448827"/>
              <a:ext cx="217308" cy="217308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Isosceles Triangle 10"/>
            <p:cNvSpPr/>
            <p:nvPr/>
          </p:nvSpPr>
          <p:spPr>
            <a:xfrm>
              <a:off x="8281853" y="3581101"/>
              <a:ext cx="563844" cy="340135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197537" y="4027922"/>
              <a:ext cx="2930582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197537" y="4302242"/>
              <a:ext cx="2930582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BGP-203 · gov 표지C(상단 밴드+코너브래킷 사진프레임)</a:t>
            </a:r>
          </a:p>
        </p:txBody>
      </p:sp>
      <p:grpSp>
        <p:nvGrpSpPr>
          <p:cNvPr id="22" name="asset:BGP-203"/>
          <p:cNvGrpSpPr/>
          <p:nvPr/>
        </p:nvGrpSpPr>
        <p:grpSpPr>
          <a:xfrm>
            <a:off x="0" y="0"/>
            <a:ext cx="10905360" cy="7772400"/>
            <a:chOff x="0" y="0"/>
            <a:chExt cx="10905360" cy="7772400"/>
          </a:xfrm>
        </p:grpSpPr>
        <p:sp>
          <p:nvSpPr>
            <p:cNvPr id="3" name="Rectangle 2"/>
            <p:cNvSpPr/>
            <p:nvPr/>
          </p:nvSpPr>
          <p:spPr>
            <a:xfrm>
              <a:off x="0" y="0"/>
              <a:ext cx="10905360" cy="2743200"/>
            </a:xfrm>
            <a:prstGeom prst="rect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Rectangle 3"/>
            <p:cNvSpPr/>
            <p:nvPr/>
          </p:nvSpPr>
          <p:spPr>
            <a:xfrm>
              <a:off x="0" y="2743200"/>
              <a:ext cx="10905360" cy="5029200"/>
            </a:xfrm>
            <a:prstGeom prst="rect">
              <a:avLst/>
            </a:prstGeom>
            <a:solidFill>
              <a:srgbClr val="E9EA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777240" y="502920"/>
              <a:ext cx="5486400" cy="32004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900" b="1">
                  <a:solidFill>
                    <a:srgbClr val="FFFFFF"/>
                  </a:solidFill>
                  <a:latin typeface="Pretendard GOV Medium"/>
                  <a:ea typeface="Pretendard GOV Medium"/>
                  <a:cs typeface="Pretendard GOV Medium"/>
                </a:rPr>
                <a:t>정부 제안서 표지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777240" y="868680"/>
              <a:ext cx="9350880" cy="8229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3600" b="1">
                  <a:solidFill>
                    <a:srgbClr val="FFFFFF"/>
                  </a:solidFill>
                  <a:latin typeface="Pretendard GOV Black"/>
                  <a:ea typeface="Pretendard GOV Black"/>
                  <a:cs typeface="Pretendard GOV Black"/>
                </a:rPr>
                <a:t>사업명을 입력하세요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777240" y="2971800"/>
              <a:ext cx="9350880" cy="41148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0">
                  <a:solidFill>
                    <a:srgbClr val="2E4692"/>
                  </a:solidFill>
                  <a:latin typeface="Pretendard GOV SemiBold"/>
                  <a:ea typeface="Pretendard GOV SemiBold"/>
                  <a:cs typeface="Pretendard GOV SemiBold"/>
                </a:rPr>
                <a:t>제안서 부제목을 입력하세요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983799" y="3611880"/>
              <a:ext cx="4937760" cy="32004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05548"/>
              </a:solidFill>
              <a:prstDash val="dash"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Oval 8"/>
            <p:cNvSpPr/>
            <p:nvPr/>
          </p:nvSpPr>
          <p:spPr>
            <a:xfrm>
              <a:off x="5581061" y="4612928"/>
              <a:ext cx="366144" cy="366144"/>
            </a:xfrm>
            <a:prstGeom prst="ellipse">
              <a:avLst/>
            </a:prstGeom>
            <a:solidFill>
              <a:srgbClr val="7030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Isosceles Triangle 9"/>
            <p:cNvSpPr/>
            <p:nvPr/>
          </p:nvSpPr>
          <p:spPr>
            <a:xfrm>
              <a:off x="4810771" y="4835799"/>
              <a:ext cx="950025" cy="573096"/>
            </a:xfrm>
            <a:prstGeom prst="triangle">
              <a:avLst/>
            </a:prstGeom>
            <a:solidFill>
              <a:srgbClr val="2E469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83799" y="5450870"/>
              <a:ext cx="4937760" cy="29260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1000" b="1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실사 이미지 삽입 영역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83799" y="5725190"/>
              <a:ext cx="4937760" cy="2743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ctr"/>
              <a:r>
                <a:rPr sz="9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(제안 시점 라이선스 확보 사진으로 교체)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983799" y="3611880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83799" y="3611880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7628951" y="3611880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7880411" y="3611880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2983799" y="6771132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2983799" y="6519672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7628951" y="6771132"/>
              <a:ext cx="292608" cy="4114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880411" y="6519672"/>
              <a:ext cx="41148" cy="292608"/>
            </a:xfrm>
            <a:prstGeom prst="rect">
              <a:avLst/>
            </a:prstGeom>
            <a:solidFill>
              <a:srgbClr val="D0554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77240" y="7269480"/>
              <a:ext cx="5486400" cy="36576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000" b="0">
                  <a:solidFill>
                    <a:srgbClr val="2E4692"/>
                  </a:solidFill>
                  <a:latin typeface="Pretendard GOV Light"/>
                  <a:ea typeface="Pretendard GOV Light"/>
                  <a:cs typeface="Pretendard GOV Light"/>
                </a:rPr>
                <a:t>2026 · 기관명을 입력하세요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