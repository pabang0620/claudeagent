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BGP-077 · 섹션 상단밴드(navy/h22)</a:t>
            </a:r>
          </a:p>
        </p:txBody>
      </p:sp>
      <p:sp>
        <p:nvSpPr>
          <p:cNvPr id="3" name="asset:BGP-07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11680"/>
            <a:ext cx="12191695" cy="9144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 섹션의 개요/부제를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BGP-078 · 섹션 상단밴드(blue/h22)</a:t>
            </a:r>
          </a:p>
        </p:txBody>
      </p:sp>
      <p:sp>
        <p:nvSpPr>
          <p:cNvPr id="3" name="asset:BGP-07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11680"/>
            <a:ext cx="12191695" cy="914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 섹션의 개요/부제를 입력하세요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BGP-079 · 섹션 상단밴드(teal/h22)</a:t>
            </a:r>
          </a:p>
        </p:txBody>
      </p:sp>
      <p:sp>
        <p:nvSpPr>
          <p:cNvPr id="3" name="asset:BGP-07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11680"/>
            <a:ext cx="12191695" cy="9144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 섹션의 개요/부제를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BGP-080 · 섹션 상단밴드(purple/h22)</a:t>
            </a:r>
          </a:p>
        </p:txBody>
      </p:sp>
      <p:sp>
        <p:nvSpPr>
          <p:cNvPr id="3" name="asset:BGP-08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11680"/>
            <a:ext cx="12191695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 섹션의 개요/부제를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BGP-081 · 섹션 상단밴드(cyan/h22)</a:t>
            </a:r>
          </a:p>
        </p:txBody>
      </p:sp>
      <p:sp>
        <p:nvSpPr>
          <p:cNvPr id="3" name="asset:BGP-08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11680"/>
            <a:ext cx="12191695" cy="914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 섹션의 개요/부제를 입력하세요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BGP-082 · 섹션 상단밴드(slate/h22)</a:t>
            </a:r>
          </a:p>
        </p:txBody>
      </p:sp>
      <p:sp>
        <p:nvSpPr>
          <p:cNvPr id="3" name="asset:BGP-08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11680"/>
            <a:ext cx="12191695" cy="9144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 섹션의 개요/부제를 입력하세요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BGP-083 · 섹션 상단밴드(navy/h27)</a:t>
            </a:r>
          </a:p>
        </p:txBody>
      </p:sp>
      <p:sp>
        <p:nvSpPr>
          <p:cNvPr id="3" name="asset:BGP-08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468880"/>
            <a:ext cx="12191695" cy="9144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 섹션의 개요/부제를 입력하세요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BGP-084 · 섹션 상단밴드(blue/h27)</a:t>
            </a:r>
          </a:p>
        </p:txBody>
      </p:sp>
      <p:sp>
        <p:nvSpPr>
          <p:cNvPr id="3" name="asset:BGP-08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468880"/>
            <a:ext cx="12191695" cy="914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 섹션의 개요/부제를 입력하세요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BGP-085 · 섹션 상단밴드(teal/h27)</a:t>
            </a:r>
          </a:p>
        </p:txBody>
      </p:sp>
      <p:sp>
        <p:nvSpPr>
          <p:cNvPr id="3" name="asset:BGP-08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468880"/>
            <a:ext cx="12191695" cy="9144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 섹션의 개요/부제를 입력하세요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BGP-086 · 섹션 상단밴드(purple/h27)</a:t>
            </a:r>
          </a:p>
        </p:txBody>
      </p:sp>
      <p:sp>
        <p:nvSpPr>
          <p:cNvPr id="3" name="asset:BGP-08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468880"/>
            <a:ext cx="12191695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 섹션의 개요/부제를 입력하세요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BGP-087 · 섹션 상단밴드(cyan/h27)</a:t>
            </a:r>
          </a:p>
        </p:txBody>
      </p:sp>
      <p:sp>
        <p:nvSpPr>
          <p:cNvPr id="3" name="asset:BGP-08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468880"/>
            <a:ext cx="12191695" cy="914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1F9E8F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 섹션의 개요/부제를 입력하세요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BGP-088 · 섹션 상단밴드(slate/h27)</a:t>
            </a:r>
          </a:p>
        </p:txBody>
      </p:sp>
      <p:sp>
        <p:nvSpPr>
          <p:cNvPr id="3" name="asset:BGP-08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468880"/>
            <a:ext cx="12191695" cy="9144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 섹션의 개요/부제를 입력하세요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BGP-089 · 섹션 상단밴드(navy/h32)</a:t>
            </a:r>
          </a:p>
        </p:txBody>
      </p:sp>
      <p:sp>
        <p:nvSpPr>
          <p:cNvPr id="3" name="asset:BGP-08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 섹션의 개요/부제를 입력하세요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BGP-090 · 섹션 상단밴드(blue/h32)</a:t>
            </a:r>
          </a:p>
        </p:txBody>
      </p:sp>
      <p:sp>
        <p:nvSpPr>
          <p:cNvPr id="3" name="asset:BGP-09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E75D6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 섹션의 개요/부제를 입력하세요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BGP-091 · 섹션 상단밴드(teal/h32)</a:t>
            </a:r>
          </a:p>
        </p:txBody>
      </p:sp>
      <p:sp>
        <p:nvSpPr>
          <p:cNvPr id="3" name="asset:BGP-09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 섹션의 개요/부제를 입력하세요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BGP-092 · 섹션 상단밴드(purple/h32)</a:t>
            </a:r>
          </a:p>
        </p:txBody>
      </p:sp>
      <p:sp>
        <p:nvSpPr>
          <p:cNvPr id="3" name="asset:BGP-09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7B2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29ABE2"/>
                </a:solidFill>
                <a:latin typeface="Pretendard"/>
                <a:ea typeface="Pretendard"/>
                <a:cs typeface="Pretendard"/>
              </a:rPr>
              <a:t>PART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제목을 입력하세요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본 섹션의 개요/부제를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