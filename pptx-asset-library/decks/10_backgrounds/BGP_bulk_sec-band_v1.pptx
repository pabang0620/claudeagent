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9" name="asset:BGP-077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BGP-077 · 섹션 상단밴드(navy/h22)</a:t>
              </a:r>
            </a:p>
          </p:txBody>
        </p:sp>
        <p:sp>
          <p:nvSpPr>
            <p:cNvPr id="3" name="BGP-077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0" y="0"/>
              <a:ext cx="12191695" cy="2011680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0" y="2011680"/>
              <a:ext cx="12191695" cy="91440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822960" y="822960"/>
              <a:ext cx="5486400" cy="5486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20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PART 01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822960" y="1371600"/>
              <a:ext cx="10058400" cy="8229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3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822960" y="2377440"/>
              <a:ext cx="10515600" cy="9144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본 섹션의 개요/부제를 입력하세요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9" name="asset:BGP-078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BGP-078 · 섹션 상단밴드(blue/h22)</a:t>
              </a:r>
            </a:p>
          </p:txBody>
        </p:sp>
        <p:sp>
          <p:nvSpPr>
            <p:cNvPr id="3" name="BGP-078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0" y="0"/>
              <a:ext cx="12191695" cy="2011680"/>
            </a:xfrm>
            <a:prstGeom prst="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0" y="2011680"/>
              <a:ext cx="12191695" cy="91440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822960" y="822960"/>
              <a:ext cx="5486400" cy="5486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20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PART 01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822960" y="1371600"/>
              <a:ext cx="10058400" cy="8229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3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822960" y="2377440"/>
              <a:ext cx="10515600" cy="9144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본 섹션의 개요/부제를 입력하세요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9" name="asset:BGP-079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BGP-079 · 섹션 상단밴드(teal/h22)</a:t>
              </a:r>
            </a:p>
          </p:txBody>
        </p:sp>
        <p:sp>
          <p:nvSpPr>
            <p:cNvPr id="3" name="BGP-079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0" y="0"/>
              <a:ext cx="12191695" cy="2011680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0" y="2011680"/>
              <a:ext cx="12191695" cy="91440"/>
            </a:xfrm>
            <a:prstGeom prst="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822960" y="822960"/>
              <a:ext cx="5486400" cy="5486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20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PART 01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822960" y="1371600"/>
              <a:ext cx="10058400" cy="8229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3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822960" y="2377440"/>
              <a:ext cx="10515600" cy="9144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본 섹션의 개요/부제를 입력하세요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9" name="asset:BGP-080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BGP-080 · 섹션 상단밴드(purple/h22)</a:t>
              </a:r>
            </a:p>
          </p:txBody>
        </p:sp>
        <p:sp>
          <p:nvSpPr>
            <p:cNvPr id="3" name="BGP-080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0" y="0"/>
              <a:ext cx="12191695" cy="2011680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0" y="2011680"/>
              <a:ext cx="12191695" cy="91440"/>
            </a:xfrm>
            <a:prstGeom prst="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822960" y="822960"/>
              <a:ext cx="5486400" cy="5486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20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PART 01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822960" y="1371600"/>
              <a:ext cx="10058400" cy="8229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3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822960" y="2377440"/>
              <a:ext cx="10515600" cy="9144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본 섹션의 개요/부제를 입력하세요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9" name="asset:BGP-081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BGP-081 · 섹션 상단밴드(cyan/h22)</a:t>
              </a:r>
            </a:p>
          </p:txBody>
        </p:sp>
        <p:sp>
          <p:nvSpPr>
            <p:cNvPr id="3" name="BGP-081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0" y="0"/>
              <a:ext cx="12191695" cy="2011680"/>
            </a:xfrm>
            <a:prstGeom prst="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0" y="2011680"/>
              <a:ext cx="12191695" cy="91440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822960" y="822960"/>
              <a:ext cx="5486400" cy="5486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20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PART 01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822960" y="1371600"/>
              <a:ext cx="10058400" cy="8229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3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822960" y="2377440"/>
              <a:ext cx="10515600" cy="9144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본 섹션의 개요/부제를 입력하세요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9" name="asset:BGP-082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BGP-082 · 섹션 상단밴드(slate/h22)</a:t>
              </a:r>
            </a:p>
          </p:txBody>
        </p:sp>
        <p:sp>
          <p:nvSpPr>
            <p:cNvPr id="3" name="BGP-082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0" y="0"/>
              <a:ext cx="12191695" cy="2011680"/>
            </a:xfrm>
            <a:prstGeom prst="rect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0" y="2011680"/>
              <a:ext cx="12191695" cy="91440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822960" y="822960"/>
              <a:ext cx="5486400" cy="5486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20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PART 01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822960" y="1371600"/>
              <a:ext cx="10058400" cy="8229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3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822960" y="2377440"/>
              <a:ext cx="10515600" cy="9144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본 섹션의 개요/부제를 입력하세요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9" name="asset:BGP-083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BGP-083 · 섹션 상단밴드(navy/h27)</a:t>
              </a:r>
            </a:p>
          </p:txBody>
        </p:sp>
        <p:sp>
          <p:nvSpPr>
            <p:cNvPr id="3" name="BGP-083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0" y="0"/>
              <a:ext cx="12191695" cy="2468880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0" y="2468880"/>
              <a:ext cx="12191695" cy="91440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822960" y="822960"/>
              <a:ext cx="5486400" cy="5486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20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PART 01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822960" y="1371600"/>
              <a:ext cx="10058400" cy="8229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3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822960" y="2834640"/>
              <a:ext cx="10515600" cy="9144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본 섹션의 개요/부제를 입력하세요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9" name="asset:BGP-084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BGP-084 · 섹션 상단밴드(blue/h27)</a:t>
              </a:r>
            </a:p>
          </p:txBody>
        </p:sp>
        <p:sp>
          <p:nvSpPr>
            <p:cNvPr id="3" name="BGP-084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0" y="0"/>
              <a:ext cx="12191695" cy="2468880"/>
            </a:xfrm>
            <a:prstGeom prst="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0" y="2468880"/>
              <a:ext cx="12191695" cy="91440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822960" y="822960"/>
              <a:ext cx="5486400" cy="5486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20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PART 01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822960" y="1371600"/>
              <a:ext cx="10058400" cy="8229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3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822960" y="2834640"/>
              <a:ext cx="10515600" cy="9144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본 섹션의 개요/부제를 입력하세요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9" name="asset:BGP-085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BGP-085 · 섹션 상단밴드(teal/h27)</a:t>
              </a:r>
            </a:p>
          </p:txBody>
        </p:sp>
        <p:sp>
          <p:nvSpPr>
            <p:cNvPr id="3" name="BGP-085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0" y="0"/>
              <a:ext cx="12191695" cy="2468880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0" y="2468880"/>
              <a:ext cx="12191695" cy="91440"/>
            </a:xfrm>
            <a:prstGeom prst="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822960" y="822960"/>
              <a:ext cx="5486400" cy="5486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20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PART 01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822960" y="1371600"/>
              <a:ext cx="10058400" cy="8229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3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822960" y="2834640"/>
              <a:ext cx="10515600" cy="9144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본 섹션의 개요/부제를 입력하세요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9" name="asset:BGP-086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BGP-086 · 섹션 상단밴드(purple/h27)</a:t>
              </a:r>
            </a:p>
          </p:txBody>
        </p:sp>
        <p:sp>
          <p:nvSpPr>
            <p:cNvPr id="3" name="BGP-086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0" y="0"/>
              <a:ext cx="12191695" cy="2468880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0" y="2468880"/>
              <a:ext cx="12191695" cy="91440"/>
            </a:xfrm>
            <a:prstGeom prst="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822960" y="822960"/>
              <a:ext cx="5486400" cy="5486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20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PART 01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822960" y="1371600"/>
              <a:ext cx="10058400" cy="8229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3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822960" y="2834640"/>
              <a:ext cx="10515600" cy="9144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본 섹션의 개요/부제를 입력하세요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9" name="asset:BGP-087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BGP-087 · 섹션 상단밴드(cyan/h27)</a:t>
              </a:r>
            </a:p>
          </p:txBody>
        </p:sp>
        <p:sp>
          <p:nvSpPr>
            <p:cNvPr id="3" name="BGP-087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0" y="0"/>
              <a:ext cx="12191695" cy="2468880"/>
            </a:xfrm>
            <a:prstGeom prst="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0" y="2468880"/>
              <a:ext cx="12191695" cy="91440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822960" y="822960"/>
              <a:ext cx="5486400" cy="5486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20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PART 01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822960" y="1371600"/>
              <a:ext cx="10058400" cy="8229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3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822960" y="2834640"/>
              <a:ext cx="10515600" cy="9144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본 섹션의 개요/부제를 입력하세요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9" name="asset:BGP-088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BGP-088 · 섹션 상단밴드(slate/h27)</a:t>
              </a:r>
            </a:p>
          </p:txBody>
        </p:sp>
        <p:sp>
          <p:nvSpPr>
            <p:cNvPr id="3" name="BGP-088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0" y="0"/>
              <a:ext cx="12191695" cy="2468880"/>
            </a:xfrm>
            <a:prstGeom prst="rect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0" y="2468880"/>
              <a:ext cx="12191695" cy="91440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822960" y="822960"/>
              <a:ext cx="5486400" cy="5486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20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PART 01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822960" y="1371600"/>
              <a:ext cx="10058400" cy="8229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3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822960" y="2834640"/>
              <a:ext cx="10515600" cy="9144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본 섹션의 개요/부제를 입력하세요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9" name="asset:BGP-089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BGP-089 · 섹션 상단밴드(navy/h32)</a:t>
              </a:r>
            </a:p>
          </p:txBody>
        </p:sp>
        <p:sp>
          <p:nvSpPr>
            <p:cNvPr id="3" name="BGP-089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0" y="0"/>
              <a:ext cx="12191695" cy="2926080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0" y="2926080"/>
              <a:ext cx="12191695" cy="91440"/>
            </a:xfrm>
            <a:prstGeom prst="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822960" y="822960"/>
              <a:ext cx="5486400" cy="5486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20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PART 01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822960" y="1371600"/>
              <a:ext cx="10058400" cy="8229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3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822960" y="3291840"/>
              <a:ext cx="10515600" cy="9144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본 섹션의 개요/부제를 입력하세요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9" name="asset:BGP-090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BGP-090 · 섹션 상단밴드(blue/h32)</a:t>
              </a:r>
            </a:p>
          </p:txBody>
        </p:sp>
        <p:sp>
          <p:nvSpPr>
            <p:cNvPr id="3" name="BGP-090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0" y="0"/>
              <a:ext cx="12191695" cy="2926080"/>
            </a:xfrm>
            <a:prstGeom prst="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0" y="2926080"/>
              <a:ext cx="12191695" cy="91440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822960" y="822960"/>
              <a:ext cx="5486400" cy="5486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20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PART 01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822960" y="1371600"/>
              <a:ext cx="10058400" cy="8229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3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822960" y="3291840"/>
              <a:ext cx="10515600" cy="9144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본 섹션의 개요/부제를 입력하세요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9" name="asset:BGP-091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BGP-091 · 섹션 상단밴드(teal/h32)</a:t>
              </a:r>
            </a:p>
          </p:txBody>
        </p:sp>
        <p:sp>
          <p:nvSpPr>
            <p:cNvPr id="3" name="BGP-091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0" y="0"/>
              <a:ext cx="12191695" cy="2926080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0" y="2926080"/>
              <a:ext cx="12191695" cy="91440"/>
            </a:xfrm>
            <a:prstGeom prst="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822960" y="822960"/>
              <a:ext cx="5486400" cy="5486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20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PART 01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822960" y="1371600"/>
              <a:ext cx="10058400" cy="8229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3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822960" y="3291840"/>
              <a:ext cx="10515600" cy="9144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본 섹션의 개요/부제를 입력하세요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9" name="asset:BGP-092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2" name="TextBox 1"/>
            <p:cNvSpPr txBox="1"/>
            <p:nvPr/>
          </p:nvSpPr>
          <p:spPr>
            <a:xfrm>
              <a:off x="137160" y="73152"/>
              <a:ext cx="3657600" cy="2743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900" b="1">
                  <a:solidFill>
                    <a:srgbClr val="808080"/>
                  </a:solidFill>
                  <a:latin typeface="Pretendard"/>
                  <a:ea typeface="Pretendard"/>
                  <a:cs typeface="Pretendard"/>
                </a:rPr>
                <a:t>BGP-092 · 섹션 상단밴드(purple/h32)</a:t>
              </a:r>
            </a:p>
          </p:txBody>
        </p:sp>
        <p:sp>
          <p:nvSpPr>
            <p:cNvPr id="3" name="BGP-092_bg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0" y="0"/>
              <a:ext cx="12191695" cy="2926080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0" y="2926080"/>
              <a:ext cx="12191695" cy="91440"/>
            </a:xfrm>
            <a:prstGeom prst="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822960" y="822960"/>
              <a:ext cx="5486400" cy="5486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20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PART 01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822960" y="1371600"/>
              <a:ext cx="10058400" cy="8229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3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제목을 입력하세요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822960" y="3291840"/>
              <a:ext cx="10515600" cy="9144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본 섹션의 개요/부제를 입력하세요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