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5" name="asset:BGP-006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BGP-006 · 간지 목차형(좌 사이드바+우 리스트)</a:t>
              </a:r>
            </a:p>
          </p:txBody>
        </p:sp>
        <p:sp>
          <p:nvSpPr>
            <p:cNvPr id="3" name="BGP-006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393192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931920" y="0"/>
              <a:ext cx="91440" cy="68580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48640" y="914400"/>
              <a:ext cx="310896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48640" y="1554480"/>
              <a:ext cx="3108960" cy="12801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목차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8640" y="6035040"/>
              <a:ext cx="31089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사업명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480560" y="1188720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480560" y="1188720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303520" y="1188720"/>
              <a:ext cx="62179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303520" y="1901952"/>
              <a:ext cx="621792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480560" y="2359152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480560" y="2359152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02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303520" y="2359152"/>
              <a:ext cx="62179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5303520" y="3072384"/>
              <a:ext cx="621792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480560" y="3529584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480560" y="3529584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03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303520" y="3529584"/>
              <a:ext cx="62179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303520" y="4242816"/>
              <a:ext cx="621792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480560" y="4700016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480560" y="4700016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04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303520" y="4700016"/>
              <a:ext cx="62179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5303520" y="5413248"/>
              <a:ext cx="621792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2" name="asset:BGP-007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BGP-007 · 사이드 패널(좌 세로 네이비)</a:t>
              </a:r>
            </a:p>
          </p:txBody>
        </p:sp>
        <p:sp>
          <p:nvSpPr>
            <p:cNvPr id="3" name="BGP-007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2286000" cy="685800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0"/>
              <a:ext cx="2286000" cy="4572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20040" y="82296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20040" y="1371600"/>
              <a:ext cx="1737360" cy="18288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0040" y="612648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743200" y="731520"/>
              <a:ext cx="868680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743200" y="1417320"/>
              <a:ext cx="1828800" cy="73152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743200" y="1828800"/>
              <a:ext cx="8778240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내용을 입력하세요.</a:t>
              </a:r>
            </a:p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좌측 세로 네이비 패널이 페이지 정체성을 잡아주는</a:t>
              </a:r>
            </a:p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강조용 사이드 패널 배경입니다.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08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BGP-008 · 헤더 밴드(상단 가로 네이비)</a:t>
              </a:r>
            </a:p>
          </p:txBody>
        </p:sp>
        <p:sp>
          <p:nvSpPr>
            <p:cNvPr id="3" name="BGP-008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96012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960120"/>
              <a:ext cx="12191695" cy="8229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65760" y="292608"/>
              <a:ext cx="128016" cy="384048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40080" y="182880"/>
              <a:ext cx="7772400" cy="5943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686800" y="182880"/>
              <a:ext cx="3108960" cy="5943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4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40080" y="1554480"/>
              <a:ext cx="10881360" cy="3657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반복 사용 헤더 밴드 배경입니다.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BGP-009/010 · 콘텐츠 하단 푸터 바 2종</a:t>
            </a:r>
          </a:p>
        </p:txBody>
      </p:sp>
      <p:sp>
        <p:nvSpPr>
          <p:cNvPr id="3" name="asset:BGP-009"/>
          <p:cNvSpPr/>
          <p:nvPr/>
        </p:nvSpPr>
        <p:spPr>
          <a:xfrm>
            <a:off x="0" y="2194560"/>
            <a:ext cx="12191695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457200" cy="502920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73152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2026 · 사업명 · 기관명을 입력하세요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2194560"/>
            <a:ext cx="1097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300" b="1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3657600" cy="2286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8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BGP-009 · 푸터 바(네이비 solid)</a:t>
            </a:r>
          </a:p>
        </p:txBody>
      </p:sp>
      <p:sp>
        <p:nvSpPr>
          <p:cNvPr id="8" name="asset:BGP-010"/>
          <p:cNvSpPr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4572000"/>
            <a:ext cx="12191695" cy="2743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4572000"/>
            <a:ext cx="320040" cy="457200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572000"/>
            <a:ext cx="731520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사업명 · 기관명을 입력하세요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4572000"/>
            <a:ext cx="12801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200" b="1">
                <a:solidFill>
                  <a:srgbClr val="2E75D6"/>
                </a:solidFill>
                <a:latin typeface="Pretendard"/>
                <a:ea typeface="Pretendard"/>
                <a:cs typeface="Pretendard"/>
              </a:rPr>
              <a:t>PART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51960"/>
            <a:ext cx="3657600" cy="2286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8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BGP-010 · 푸터 바(라인+블루 블록)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11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BGP-011 · 코너 장식(우상단 기하 삼각)</a:t>
              </a:r>
            </a:p>
          </p:txBody>
        </p:sp>
        <p:sp>
          <p:nvSpPr>
            <p:cNvPr id="3" name="BGP-011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16200000">
              <a:off x="8686800" y="0"/>
              <a:ext cx="3502152" cy="2377440"/>
            </a:xfrm>
            <a:prstGeom prst="rtTriangl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 rot="16200000">
              <a:off x="9966960" y="0"/>
              <a:ext cx="2221992" cy="1554480"/>
            </a:xfrm>
            <a:prstGeom prst="rt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2377440"/>
              <a:ext cx="8229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3383280"/>
              <a:ext cx="82296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부제/개요를 입력하세요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12"/>
          <p:cNvGrpSpPr/>
          <p:nvPr/>
        </p:nvGrpSpPr>
        <p:grpSpPr>
          <a:xfrm>
            <a:off x="-1280160" y="-1097280"/>
            <a:ext cx="14356080" cy="9509760"/>
            <a:chOff x="-1280160" y="-1097280"/>
            <a:chExt cx="14356080" cy="950976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BGP-012 · 라이트 그레이 콘텐츠 배경</a:t>
              </a:r>
            </a:p>
          </p:txBody>
        </p:sp>
        <p:sp>
          <p:nvSpPr>
            <p:cNvPr id="3" name="BGP-012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Oval 3"/>
            <p:cNvSpPr/>
            <p:nvPr/>
          </p:nvSpPr>
          <p:spPr>
            <a:xfrm>
              <a:off x="8961120" y="-1097280"/>
              <a:ext cx="4114800" cy="4114800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-1280160" y="4754880"/>
              <a:ext cx="3657600" cy="3657600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1188720"/>
              <a:ext cx="109728" cy="54864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1188720"/>
              <a:ext cx="8229600" cy="5943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97280" y="2194560"/>
              <a:ext cx="10058400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눈이 편한 라이트 그레이(F7F9FC) 콘텐츠 배경입니다.</a:t>
              </a:r>
            </a:p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미세 도형으로 여백에 은은한 깊이를 더합니다.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