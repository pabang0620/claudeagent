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5" name="asset:BGP-006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BGP-006 · 간지 목차형(좌 사이드바+우 리스트)</a:t>
              </a:r>
            </a:p>
          </p:txBody>
        </p:sp>
        <p:sp>
          <p:nvSpPr>
            <p:cNvPr id="3" name="BGP-006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0" y="0"/>
              <a:ext cx="3931920" cy="685800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931920" y="0"/>
              <a:ext cx="91440" cy="685800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548640" y="914400"/>
              <a:ext cx="310896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PART 01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48640" y="1554480"/>
              <a:ext cx="3108960" cy="12801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4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목차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48640" y="6035040"/>
              <a:ext cx="31089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0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2026 · 사업명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480560" y="1188720"/>
              <a:ext cx="640080" cy="640080"/>
            </a:xfrm>
            <a:prstGeom prst="rect">
              <a:avLst/>
            </a:prstGeom>
            <a:solidFill>
              <a:srgbClr val="F7F9FC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480560" y="1188720"/>
              <a:ext cx="64008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20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01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303520" y="1188720"/>
              <a:ext cx="62179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303520" y="1901952"/>
              <a:ext cx="6217920" cy="1828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480560" y="2359152"/>
              <a:ext cx="640080" cy="640080"/>
            </a:xfrm>
            <a:prstGeom prst="rect">
              <a:avLst/>
            </a:prstGeom>
            <a:solidFill>
              <a:srgbClr val="F7F9FC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480560" y="2359152"/>
              <a:ext cx="64008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20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02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303520" y="2359152"/>
              <a:ext cx="62179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5303520" y="3072384"/>
              <a:ext cx="6217920" cy="1828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480560" y="3529584"/>
              <a:ext cx="640080" cy="640080"/>
            </a:xfrm>
            <a:prstGeom prst="rect">
              <a:avLst/>
            </a:prstGeom>
            <a:solidFill>
              <a:srgbClr val="F7F9FC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480560" y="3529584"/>
              <a:ext cx="64008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20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03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303520" y="3529584"/>
              <a:ext cx="62179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303520" y="4242816"/>
              <a:ext cx="6217920" cy="1828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480560" y="4700016"/>
              <a:ext cx="640080" cy="640080"/>
            </a:xfrm>
            <a:prstGeom prst="rect">
              <a:avLst/>
            </a:prstGeom>
            <a:solidFill>
              <a:srgbClr val="F7F9FC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480560" y="4700016"/>
              <a:ext cx="64008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20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04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303520" y="4700016"/>
              <a:ext cx="62179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03520" y="5413248"/>
              <a:ext cx="6217920" cy="1828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2" name="asset:BGP-007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BGP-007 · 사이드 패널(좌 세로 네이비)</a:t>
              </a:r>
            </a:p>
          </p:txBody>
        </p:sp>
        <p:sp>
          <p:nvSpPr>
            <p:cNvPr id="3" name="BGP-007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0" y="0"/>
              <a:ext cx="2286000" cy="6858000"/>
            </a:xfrm>
            <a:prstGeom prst="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0" y="0"/>
              <a:ext cx="2286000" cy="45720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20040" y="822960"/>
              <a:ext cx="17373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PART 01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20040" y="1371600"/>
              <a:ext cx="1737360" cy="18288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2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사업명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20040" y="6126480"/>
              <a:ext cx="17373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01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743200" y="731520"/>
              <a:ext cx="868680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26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2743200" y="1417320"/>
              <a:ext cx="1828800" cy="73152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743200" y="1828800"/>
              <a:ext cx="8778240" cy="32004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본문 내용을 입력하세요.</a:t>
              </a:r>
            </a:p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좌측 세로 네이비 패널이 페이지 정체성을 잡아주는</a:t>
              </a:r>
            </a:p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본문 강조용 사이드 패널 배경입니다.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0" name="asset:BGP-008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BGP-008 · 헤더 밴드(상단 가로 네이비)</a:t>
              </a:r>
            </a:p>
          </p:txBody>
        </p:sp>
        <p:sp>
          <p:nvSpPr>
            <p:cNvPr id="3" name="BGP-008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0" y="0"/>
              <a:ext cx="12191695" cy="96012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0" y="960120"/>
              <a:ext cx="12191695" cy="82296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365760" y="292608"/>
              <a:ext cx="128016" cy="384048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40080" y="182880"/>
              <a:ext cx="7772400" cy="5943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2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686800" y="182880"/>
              <a:ext cx="3108960" cy="5943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r"/>
              <a:r>
                <a:rPr sz="1400" b="0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2026 · PART 01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40080" y="1554480"/>
              <a:ext cx="10881360" cy="3657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본문 콘텐츠 영역 — 반복 사용 헤더 밴드 배경입니다.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BGP-009/010 · 콘텐츠 하단 푸터 바 2종</a:t>
            </a:r>
          </a:p>
        </p:txBody>
      </p:sp>
      <p:sp>
        <p:nvSpPr>
          <p:cNvPr id="3" name="asset:BGP-009"/>
          <p:cNvSpPr/>
          <p:nvPr/>
        </p:nvSpPr>
        <p:spPr>
          <a:xfrm>
            <a:off x="0" y="2194560"/>
            <a:ext cx="12191695" cy="5029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194560"/>
            <a:ext cx="457200" cy="502920"/>
          </a:xfrm>
          <a:prstGeom prst="rect">
            <a:avLst/>
          </a:prstGeom>
          <a:solidFill>
            <a:srgbClr val="2E7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73152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2026 · 사업명 · 기관명을 입력하세요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194560"/>
            <a:ext cx="1097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/>
            <a:r>
              <a:rPr sz="1300" b="1">
                <a:solidFill>
                  <a:srgbClr val="D9D9D9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3657600" cy="2286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8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BGP-009 · 푸터 바(네이비 solid)</a:t>
            </a:r>
          </a:p>
        </p:txBody>
      </p:sp>
      <p:sp>
        <p:nvSpPr>
          <p:cNvPr id="8" name="asset:BGP-010"/>
          <p:cNvSpPr/>
          <p:nvPr/>
        </p:nvSpPr>
        <p:spPr>
          <a:xfrm>
            <a:off x="0" y="4572000"/>
            <a:ext cx="12191695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572000"/>
            <a:ext cx="12191695" cy="2743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572000"/>
            <a:ext cx="320040" cy="457200"/>
          </a:xfrm>
          <a:prstGeom prst="rect">
            <a:avLst/>
          </a:prstGeom>
          <a:solidFill>
            <a:srgbClr val="2E7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572000"/>
            <a:ext cx="731520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사업명 · 기관명을 입력하세요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4572000"/>
            <a:ext cx="12801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/>
            <a:r>
              <a:rPr sz="1200" b="1">
                <a:solidFill>
                  <a:srgbClr val="2E75D6"/>
                </a:solidFill>
                <a:latin typeface="Pretendard"/>
                <a:ea typeface="Pretendard"/>
                <a:cs typeface="Pretendard"/>
              </a:rPr>
              <a:t>PART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51960"/>
            <a:ext cx="3657600" cy="2286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8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BGP-010 · 푸터 바(라인+블루 블록)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9" name="asset:BGP-011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BGP-011 · 코너 장식(우상단 기하 삼각)</a:t>
              </a:r>
            </a:p>
          </p:txBody>
        </p:sp>
        <p:sp>
          <p:nvSpPr>
            <p:cNvPr id="3" name="BGP-011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ight Triangle 3"/>
            <p:cNvSpPr/>
            <p:nvPr/>
          </p:nvSpPr>
          <p:spPr>
            <a:xfrm rot="16200000">
              <a:off x="8686800" y="0"/>
              <a:ext cx="3502152" cy="2377440"/>
            </a:xfrm>
            <a:prstGeom prst="rtTriangle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ight Triangle 4"/>
            <p:cNvSpPr/>
            <p:nvPr/>
          </p:nvSpPr>
          <p:spPr>
            <a:xfrm rot="16200000">
              <a:off x="9966960" y="0"/>
              <a:ext cx="2221992" cy="1554480"/>
            </a:xfrm>
            <a:prstGeom prst="rtTriangl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22960" y="822960"/>
              <a:ext cx="54864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5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2026 · PART 01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22960" y="2377440"/>
              <a:ext cx="8229600" cy="9144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34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22960" y="3383280"/>
              <a:ext cx="822960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부제/개요를 입력하세요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9" name="asset:BGP-012"/>
          <p:cNvGrpSpPr/>
          <p:nvPr/>
        </p:nvGrpSpPr>
        <p:grpSpPr>
          <a:xfrm>
            <a:off x="-1280160" y="-1097280"/>
            <a:ext cx="14356080" cy="9509760"/>
            <a:chOff x="-1280160" y="-1097280"/>
            <a:chExt cx="14356080" cy="950976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BGP-012 · 라이트 그레이 콘텐츠 배경</a:t>
              </a:r>
            </a:p>
          </p:txBody>
        </p:sp>
        <p:sp>
          <p:nvSpPr>
            <p:cNvPr id="3" name="BGP-012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8961120" y="-1097280"/>
              <a:ext cx="4114800" cy="41148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-1280160" y="4754880"/>
              <a:ext cx="3657600" cy="36576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822960" y="1188720"/>
              <a:ext cx="109728" cy="54864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97280" y="1188720"/>
              <a:ext cx="8229600" cy="5943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26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097280" y="2194560"/>
              <a:ext cx="10058400" cy="32004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본문 콘텐츠 영역 — 눈이 편한 라이트 그레이(F7F9FC) 콘텐츠 배경입니다.</a:t>
              </a:r>
            </a:p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미세 도형으로 여백에 은은한 깊이를 더합니다.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