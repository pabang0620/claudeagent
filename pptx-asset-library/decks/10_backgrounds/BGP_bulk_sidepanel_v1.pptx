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2" name="asset:BGP-141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2" name="TextBox 1"/>
            <p:cNvSpPr txBox="1"/>
            <p:nvPr/>
          </p:nvSpPr>
          <p:spPr>
            <a:xfrm>
              <a:off x="137160" y="73152"/>
              <a:ext cx="36576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808080"/>
                  </a:solidFill>
                  <a:latin typeface="Pretendard"/>
                  <a:ea typeface="Pretendard"/>
                  <a:cs typeface="Pretendard"/>
                </a:rPr>
                <a:t>BGP-141 · 사이드 패널(navy/L-narrow)</a:t>
              </a:r>
            </a:p>
          </p:txBody>
        </p:sp>
        <p:sp>
          <p:nvSpPr>
            <p:cNvPr id="3" name="BGP-141_bg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0" y="0"/>
              <a:ext cx="2103120" cy="6858000"/>
            </a:xfrm>
            <a:prstGeom prst="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0" y="0"/>
              <a:ext cx="2103120" cy="457200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320040" y="822960"/>
              <a:ext cx="1463039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PART 01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20040" y="1371600"/>
              <a:ext cx="1463039" cy="18288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2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사업명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20040" y="6126480"/>
              <a:ext cx="1463039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1">
                  <a:solidFill>
                    <a:srgbClr val="D9D9D9"/>
                  </a:solidFill>
                  <a:latin typeface="Pretendard"/>
                  <a:ea typeface="Pretendard"/>
                  <a:cs typeface="Pretendard"/>
                </a:rPr>
                <a:t>01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560320" y="731520"/>
              <a:ext cx="9265615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2600" b="1">
                  <a:solidFill>
                    <a:srgbClr val="16233B"/>
                  </a:solidFill>
                  <a:latin typeface="Pretendard"/>
                  <a:ea typeface="Pretendard"/>
                  <a:cs typeface="Pretendard"/>
                </a:rPr>
                <a:t>제목을 입력하세요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2560320" y="1417320"/>
              <a:ext cx="1828800" cy="73152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560320" y="1828800"/>
              <a:ext cx="9265615" cy="32004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5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본문 내용을 입력하세요.</a:t>
              </a:r>
            </a:p>
            <a:p>
              <a:pPr algn="l"/>
              <a:r>
                <a:rPr sz="15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세로 패널이 페이지 정체성을 잡아주는 본문 강조용 배경입니다.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2" name="asset:BGP-142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2" name="TextBox 1"/>
            <p:cNvSpPr txBox="1"/>
            <p:nvPr/>
          </p:nvSpPr>
          <p:spPr>
            <a:xfrm>
              <a:off x="137160" y="73152"/>
              <a:ext cx="36576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808080"/>
                  </a:solidFill>
                  <a:latin typeface="Pretendard"/>
                  <a:ea typeface="Pretendard"/>
                  <a:cs typeface="Pretendard"/>
                </a:rPr>
                <a:t>BGP-142 · 사이드 패널(blue/L-narrow)</a:t>
              </a:r>
            </a:p>
          </p:txBody>
        </p:sp>
        <p:sp>
          <p:nvSpPr>
            <p:cNvPr id="3" name="BGP-142_bg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0" y="0"/>
              <a:ext cx="2103120" cy="685800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0" y="0"/>
              <a:ext cx="2103120" cy="457200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320040" y="822960"/>
              <a:ext cx="1463039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PART 01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20040" y="1371600"/>
              <a:ext cx="1463039" cy="18288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2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사업명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20040" y="6126480"/>
              <a:ext cx="1463039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1">
                  <a:solidFill>
                    <a:srgbClr val="D9D9D9"/>
                  </a:solidFill>
                  <a:latin typeface="Pretendard"/>
                  <a:ea typeface="Pretendard"/>
                  <a:cs typeface="Pretendard"/>
                </a:rPr>
                <a:t>01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560320" y="731520"/>
              <a:ext cx="9265615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2600" b="1">
                  <a:solidFill>
                    <a:srgbClr val="16233B"/>
                  </a:solidFill>
                  <a:latin typeface="Pretendard"/>
                  <a:ea typeface="Pretendard"/>
                  <a:cs typeface="Pretendard"/>
                </a:rPr>
                <a:t>제목을 입력하세요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2560320" y="1417320"/>
              <a:ext cx="1828800" cy="73152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560320" y="1828800"/>
              <a:ext cx="9265615" cy="32004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5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본문 내용을 입력하세요.</a:t>
              </a:r>
            </a:p>
            <a:p>
              <a:pPr algn="l"/>
              <a:r>
                <a:rPr sz="15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세로 패널이 페이지 정체성을 잡아주는 본문 강조용 배경입니다.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2" name="asset:BGP-143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2" name="TextBox 1"/>
            <p:cNvSpPr txBox="1"/>
            <p:nvPr/>
          </p:nvSpPr>
          <p:spPr>
            <a:xfrm>
              <a:off x="137160" y="73152"/>
              <a:ext cx="36576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808080"/>
                  </a:solidFill>
                  <a:latin typeface="Pretendard"/>
                  <a:ea typeface="Pretendard"/>
                  <a:cs typeface="Pretendard"/>
                </a:rPr>
                <a:t>BGP-143 · 사이드 패널(teal/L-narrow)</a:t>
              </a:r>
            </a:p>
          </p:txBody>
        </p:sp>
        <p:sp>
          <p:nvSpPr>
            <p:cNvPr id="3" name="BGP-143_bg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0" y="0"/>
              <a:ext cx="2103120" cy="6858000"/>
            </a:xfrm>
            <a:prstGeom prst="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0" y="0"/>
              <a:ext cx="2103120" cy="457200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320040" y="822960"/>
              <a:ext cx="1463039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PART 01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20040" y="1371600"/>
              <a:ext cx="1463039" cy="18288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2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사업명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20040" y="6126480"/>
              <a:ext cx="1463039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1">
                  <a:solidFill>
                    <a:srgbClr val="D9D9D9"/>
                  </a:solidFill>
                  <a:latin typeface="Pretendard"/>
                  <a:ea typeface="Pretendard"/>
                  <a:cs typeface="Pretendard"/>
                </a:rPr>
                <a:t>01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560320" y="731520"/>
              <a:ext cx="9265615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2600" b="1">
                  <a:solidFill>
                    <a:srgbClr val="16233B"/>
                  </a:solidFill>
                  <a:latin typeface="Pretendard"/>
                  <a:ea typeface="Pretendard"/>
                  <a:cs typeface="Pretendard"/>
                </a:rPr>
                <a:t>제목을 입력하세요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2560320" y="1417320"/>
              <a:ext cx="1828800" cy="73152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560320" y="1828800"/>
              <a:ext cx="9265615" cy="32004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5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본문 내용을 입력하세요.</a:t>
              </a:r>
            </a:p>
            <a:p>
              <a:pPr algn="l"/>
              <a:r>
                <a:rPr sz="15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세로 패널이 페이지 정체성을 잡아주는 본문 강조용 배경입니다.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2" name="asset:BGP-144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2" name="TextBox 1"/>
            <p:cNvSpPr txBox="1"/>
            <p:nvPr/>
          </p:nvSpPr>
          <p:spPr>
            <a:xfrm>
              <a:off x="137160" y="73152"/>
              <a:ext cx="36576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808080"/>
                  </a:solidFill>
                  <a:latin typeface="Pretendard"/>
                  <a:ea typeface="Pretendard"/>
                  <a:cs typeface="Pretendard"/>
                </a:rPr>
                <a:t>BGP-144 · 사이드 패널(purple/L-narrow)</a:t>
              </a:r>
            </a:p>
          </p:txBody>
        </p:sp>
        <p:sp>
          <p:nvSpPr>
            <p:cNvPr id="3" name="BGP-144_bg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0" y="0"/>
              <a:ext cx="2103120" cy="6858000"/>
            </a:xfrm>
            <a:prstGeom prst="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0" y="0"/>
              <a:ext cx="2103120" cy="457200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320040" y="822960"/>
              <a:ext cx="1463039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PART 01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20040" y="1371600"/>
              <a:ext cx="1463039" cy="18288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2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사업명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20040" y="6126480"/>
              <a:ext cx="1463039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1">
                  <a:solidFill>
                    <a:srgbClr val="D9D9D9"/>
                  </a:solidFill>
                  <a:latin typeface="Pretendard"/>
                  <a:ea typeface="Pretendard"/>
                  <a:cs typeface="Pretendard"/>
                </a:rPr>
                <a:t>01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560320" y="731520"/>
              <a:ext cx="9265615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2600" b="1">
                  <a:solidFill>
                    <a:srgbClr val="16233B"/>
                  </a:solidFill>
                  <a:latin typeface="Pretendard"/>
                  <a:ea typeface="Pretendard"/>
                  <a:cs typeface="Pretendard"/>
                </a:rPr>
                <a:t>제목을 입력하세요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2560320" y="1417320"/>
              <a:ext cx="1828800" cy="73152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560320" y="1828800"/>
              <a:ext cx="9265615" cy="32004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5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본문 내용을 입력하세요.</a:t>
              </a:r>
            </a:p>
            <a:p>
              <a:pPr algn="l"/>
              <a:r>
                <a:rPr sz="15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세로 패널이 페이지 정체성을 잡아주는 본문 강조용 배경입니다.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2" name="asset:BGP-145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2" name="TextBox 1"/>
            <p:cNvSpPr txBox="1"/>
            <p:nvPr/>
          </p:nvSpPr>
          <p:spPr>
            <a:xfrm>
              <a:off x="137160" y="73152"/>
              <a:ext cx="36576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808080"/>
                  </a:solidFill>
                  <a:latin typeface="Pretendard"/>
                  <a:ea typeface="Pretendard"/>
                  <a:cs typeface="Pretendard"/>
                </a:rPr>
                <a:t>BGP-145 · 사이드 패널(cyan/L-narrow)</a:t>
              </a:r>
            </a:p>
          </p:txBody>
        </p:sp>
        <p:sp>
          <p:nvSpPr>
            <p:cNvPr id="3" name="BGP-145_bg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0" y="0"/>
              <a:ext cx="2103120" cy="685800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0" y="0"/>
              <a:ext cx="2103120" cy="457200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320040" y="822960"/>
              <a:ext cx="1463039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PART 01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20040" y="1371600"/>
              <a:ext cx="1463039" cy="18288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2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사업명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20040" y="6126480"/>
              <a:ext cx="1463039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1">
                  <a:solidFill>
                    <a:srgbClr val="D9D9D9"/>
                  </a:solidFill>
                  <a:latin typeface="Pretendard"/>
                  <a:ea typeface="Pretendard"/>
                  <a:cs typeface="Pretendard"/>
                </a:rPr>
                <a:t>01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560320" y="731520"/>
              <a:ext cx="9265615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2600" b="1">
                  <a:solidFill>
                    <a:srgbClr val="16233B"/>
                  </a:solidFill>
                  <a:latin typeface="Pretendard"/>
                  <a:ea typeface="Pretendard"/>
                  <a:cs typeface="Pretendard"/>
                </a:rPr>
                <a:t>제목을 입력하세요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2560320" y="1417320"/>
              <a:ext cx="1828800" cy="73152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560320" y="1828800"/>
              <a:ext cx="9265615" cy="32004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5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본문 내용을 입력하세요.</a:t>
              </a:r>
            </a:p>
            <a:p>
              <a:pPr algn="l"/>
              <a:r>
                <a:rPr sz="15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세로 패널이 페이지 정체성을 잡아주는 본문 강조용 배경입니다.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2" name="asset:BGP-146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2" name="TextBox 1"/>
            <p:cNvSpPr txBox="1"/>
            <p:nvPr/>
          </p:nvSpPr>
          <p:spPr>
            <a:xfrm>
              <a:off x="137160" y="73152"/>
              <a:ext cx="36576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808080"/>
                  </a:solidFill>
                  <a:latin typeface="Pretendard"/>
                  <a:ea typeface="Pretendard"/>
                  <a:cs typeface="Pretendard"/>
                </a:rPr>
                <a:t>BGP-146 · 사이드 패널(slate/L-narrow)</a:t>
              </a:r>
            </a:p>
          </p:txBody>
        </p:sp>
        <p:sp>
          <p:nvSpPr>
            <p:cNvPr id="3" name="BGP-146_bg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0" y="0"/>
              <a:ext cx="2103120" cy="6858000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0" y="0"/>
              <a:ext cx="2103120" cy="457200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320040" y="822960"/>
              <a:ext cx="1463039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PART 01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20040" y="1371600"/>
              <a:ext cx="1463039" cy="18288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2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사업명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20040" y="6126480"/>
              <a:ext cx="1463039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1">
                  <a:solidFill>
                    <a:srgbClr val="D9D9D9"/>
                  </a:solidFill>
                  <a:latin typeface="Pretendard"/>
                  <a:ea typeface="Pretendard"/>
                  <a:cs typeface="Pretendard"/>
                </a:rPr>
                <a:t>01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560320" y="731520"/>
              <a:ext cx="9265615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2600" b="1">
                  <a:solidFill>
                    <a:srgbClr val="16233B"/>
                  </a:solidFill>
                  <a:latin typeface="Pretendard"/>
                  <a:ea typeface="Pretendard"/>
                  <a:cs typeface="Pretendard"/>
                </a:rPr>
                <a:t>제목을 입력하세요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2560320" y="1417320"/>
              <a:ext cx="1828800" cy="73152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560320" y="1828800"/>
              <a:ext cx="9265615" cy="32004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5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본문 내용을 입력하세요.</a:t>
              </a:r>
            </a:p>
            <a:p>
              <a:pPr algn="l"/>
              <a:r>
                <a:rPr sz="15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세로 패널이 페이지 정체성을 잡아주는 본문 강조용 배경입니다.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2" name="asset:BGP-147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2" name="TextBox 1"/>
            <p:cNvSpPr txBox="1"/>
            <p:nvPr/>
          </p:nvSpPr>
          <p:spPr>
            <a:xfrm>
              <a:off x="137160" y="73152"/>
              <a:ext cx="36576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808080"/>
                  </a:solidFill>
                  <a:latin typeface="Pretendard"/>
                  <a:ea typeface="Pretendard"/>
                  <a:cs typeface="Pretendard"/>
                </a:rPr>
                <a:t>BGP-147 · 사이드 패널(navy/L-wide)</a:t>
              </a:r>
            </a:p>
          </p:txBody>
        </p:sp>
        <p:sp>
          <p:nvSpPr>
            <p:cNvPr id="3" name="BGP-147_bg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0" y="0"/>
              <a:ext cx="2560320" cy="6858000"/>
            </a:xfrm>
            <a:prstGeom prst="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0" y="0"/>
              <a:ext cx="2560320" cy="457200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320040" y="822960"/>
              <a:ext cx="1920239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PART 01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20040" y="1371600"/>
              <a:ext cx="1920239" cy="18288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2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사업명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20040" y="6126480"/>
              <a:ext cx="1920239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1">
                  <a:solidFill>
                    <a:srgbClr val="D9D9D9"/>
                  </a:solidFill>
                  <a:latin typeface="Pretendard"/>
                  <a:ea typeface="Pretendard"/>
                  <a:cs typeface="Pretendard"/>
                </a:rPr>
                <a:t>01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017520" y="731520"/>
              <a:ext cx="8808415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2600" b="1">
                  <a:solidFill>
                    <a:srgbClr val="16233B"/>
                  </a:solidFill>
                  <a:latin typeface="Pretendard"/>
                  <a:ea typeface="Pretendard"/>
                  <a:cs typeface="Pretendard"/>
                </a:rPr>
                <a:t>제목을 입력하세요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17520" y="1417320"/>
              <a:ext cx="1828800" cy="73152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017520" y="1828800"/>
              <a:ext cx="8808415" cy="32004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5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본문 내용을 입력하세요.</a:t>
              </a:r>
            </a:p>
            <a:p>
              <a:pPr algn="l"/>
              <a:r>
                <a:rPr sz="15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세로 패널이 페이지 정체성을 잡아주는 본문 강조용 배경입니다.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2" name="asset:BGP-148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2" name="TextBox 1"/>
            <p:cNvSpPr txBox="1"/>
            <p:nvPr/>
          </p:nvSpPr>
          <p:spPr>
            <a:xfrm>
              <a:off x="137160" y="73152"/>
              <a:ext cx="36576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808080"/>
                  </a:solidFill>
                  <a:latin typeface="Pretendard"/>
                  <a:ea typeface="Pretendard"/>
                  <a:cs typeface="Pretendard"/>
                </a:rPr>
                <a:t>BGP-148 · 사이드 패널(blue/L-wide)</a:t>
              </a:r>
            </a:p>
          </p:txBody>
        </p:sp>
        <p:sp>
          <p:nvSpPr>
            <p:cNvPr id="3" name="BGP-148_bg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0" y="0"/>
              <a:ext cx="2560320" cy="685800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0" y="0"/>
              <a:ext cx="2560320" cy="457200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320040" y="822960"/>
              <a:ext cx="1920239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PART 01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20040" y="1371600"/>
              <a:ext cx="1920239" cy="18288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2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사업명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20040" y="6126480"/>
              <a:ext cx="1920239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1">
                  <a:solidFill>
                    <a:srgbClr val="D9D9D9"/>
                  </a:solidFill>
                  <a:latin typeface="Pretendard"/>
                  <a:ea typeface="Pretendard"/>
                  <a:cs typeface="Pretendard"/>
                </a:rPr>
                <a:t>01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017520" y="731520"/>
              <a:ext cx="8808415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2600" b="1">
                  <a:solidFill>
                    <a:srgbClr val="16233B"/>
                  </a:solidFill>
                  <a:latin typeface="Pretendard"/>
                  <a:ea typeface="Pretendard"/>
                  <a:cs typeface="Pretendard"/>
                </a:rPr>
                <a:t>제목을 입력하세요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17520" y="1417320"/>
              <a:ext cx="1828800" cy="73152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017520" y="1828800"/>
              <a:ext cx="8808415" cy="32004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5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본문 내용을 입력하세요.</a:t>
              </a:r>
            </a:p>
            <a:p>
              <a:pPr algn="l"/>
              <a:r>
                <a:rPr sz="15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세로 패널이 페이지 정체성을 잡아주는 본문 강조용 배경입니다.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2" name="asset:BGP-149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2" name="TextBox 1"/>
            <p:cNvSpPr txBox="1"/>
            <p:nvPr/>
          </p:nvSpPr>
          <p:spPr>
            <a:xfrm>
              <a:off x="137160" y="73152"/>
              <a:ext cx="36576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808080"/>
                  </a:solidFill>
                  <a:latin typeface="Pretendard"/>
                  <a:ea typeface="Pretendard"/>
                  <a:cs typeface="Pretendard"/>
                </a:rPr>
                <a:t>BGP-149 · 사이드 패널(teal/L-wide)</a:t>
              </a:r>
            </a:p>
          </p:txBody>
        </p:sp>
        <p:sp>
          <p:nvSpPr>
            <p:cNvPr id="3" name="BGP-149_bg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0" y="0"/>
              <a:ext cx="2560320" cy="6858000"/>
            </a:xfrm>
            <a:prstGeom prst="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0" y="0"/>
              <a:ext cx="2560320" cy="457200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320040" y="822960"/>
              <a:ext cx="1920239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PART 01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20040" y="1371600"/>
              <a:ext cx="1920239" cy="18288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2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사업명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20040" y="6126480"/>
              <a:ext cx="1920239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1">
                  <a:solidFill>
                    <a:srgbClr val="D9D9D9"/>
                  </a:solidFill>
                  <a:latin typeface="Pretendard"/>
                  <a:ea typeface="Pretendard"/>
                  <a:cs typeface="Pretendard"/>
                </a:rPr>
                <a:t>01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017520" y="731520"/>
              <a:ext cx="8808415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2600" b="1">
                  <a:solidFill>
                    <a:srgbClr val="16233B"/>
                  </a:solidFill>
                  <a:latin typeface="Pretendard"/>
                  <a:ea typeface="Pretendard"/>
                  <a:cs typeface="Pretendard"/>
                </a:rPr>
                <a:t>제목을 입력하세요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17520" y="1417320"/>
              <a:ext cx="1828800" cy="73152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017520" y="1828800"/>
              <a:ext cx="8808415" cy="32004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5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본문 내용을 입력하세요.</a:t>
              </a:r>
            </a:p>
            <a:p>
              <a:pPr algn="l"/>
              <a:r>
                <a:rPr sz="15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세로 패널이 페이지 정체성을 잡아주는 본문 강조용 배경입니다.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2" name="asset:BGP-150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2" name="TextBox 1"/>
            <p:cNvSpPr txBox="1"/>
            <p:nvPr/>
          </p:nvSpPr>
          <p:spPr>
            <a:xfrm>
              <a:off x="137160" y="73152"/>
              <a:ext cx="36576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808080"/>
                  </a:solidFill>
                  <a:latin typeface="Pretendard"/>
                  <a:ea typeface="Pretendard"/>
                  <a:cs typeface="Pretendard"/>
                </a:rPr>
                <a:t>BGP-150 · 사이드 패널(purple/L-wide)</a:t>
              </a:r>
            </a:p>
          </p:txBody>
        </p:sp>
        <p:sp>
          <p:nvSpPr>
            <p:cNvPr id="3" name="BGP-150_bg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0" y="0"/>
              <a:ext cx="2560320" cy="6858000"/>
            </a:xfrm>
            <a:prstGeom prst="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0" y="0"/>
              <a:ext cx="2560320" cy="457200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320040" y="822960"/>
              <a:ext cx="1920239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PART 01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20040" y="1371600"/>
              <a:ext cx="1920239" cy="18288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2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사업명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20040" y="6126480"/>
              <a:ext cx="1920239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1">
                  <a:solidFill>
                    <a:srgbClr val="D9D9D9"/>
                  </a:solidFill>
                  <a:latin typeface="Pretendard"/>
                  <a:ea typeface="Pretendard"/>
                  <a:cs typeface="Pretendard"/>
                </a:rPr>
                <a:t>01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017520" y="731520"/>
              <a:ext cx="8808415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2600" b="1">
                  <a:solidFill>
                    <a:srgbClr val="16233B"/>
                  </a:solidFill>
                  <a:latin typeface="Pretendard"/>
                  <a:ea typeface="Pretendard"/>
                  <a:cs typeface="Pretendard"/>
                </a:rPr>
                <a:t>제목을 입력하세요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17520" y="1417320"/>
              <a:ext cx="1828800" cy="73152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017520" y="1828800"/>
              <a:ext cx="8808415" cy="32004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5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본문 내용을 입력하세요.</a:t>
              </a:r>
            </a:p>
            <a:p>
              <a:pPr algn="l"/>
              <a:r>
                <a:rPr sz="15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세로 패널이 페이지 정체성을 잡아주는 본문 강조용 배경입니다.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2" name="asset:BGP-151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2" name="TextBox 1"/>
            <p:cNvSpPr txBox="1"/>
            <p:nvPr/>
          </p:nvSpPr>
          <p:spPr>
            <a:xfrm>
              <a:off x="137160" y="73152"/>
              <a:ext cx="36576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808080"/>
                  </a:solidFill>
                  <a:latin typeface="Pretendard"/>
                  <a:ea typeface="Pretendard"/>
                  <a:cs typeface="Pretendard"/>
                </a:rPr>
                <a:t>BGP-151 · 사이드 패널(cyan/L-wide)</a:t>
              </a:r>
            </a:p>
          </p:txBody>
        </p:sp>
        <p:sp>
          <p:nvSpPr>
            <p:cNvPr id="3" name="BGP-151_bg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0" y="0"/>
              <a:ext cx="2560320" cy="685800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0" y="0"/>
              <a:ext cx="2560320" cy="457200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320040" y="822960"/>
              <a:ext cx="1920239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PART 01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20040" y="1371600"/>
              <a:ext cx="1920239" cy="18288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2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사업명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20040" y="6126480"/>
              <a:ext cx="1920239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1">
                  <a:solidFill>
                    <a:srgbClr val="D9D9D9"/>
                  </a:solidFill>
                  <a:latin typeface="Pretendard"/>
                  <a:ea typeface="Pretendard"/>
                  <a:cs typeface="Pretendard"/>
                </a:rPr>
                <a:t>01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017520" y="731520"/>
              <a:ext cx="8808415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2600" b="1">
                  <a:solidFill>
                    <a:srgbClr val="16233B"/>
                  </a:solidFill>
                  <a:latin typeface="Pretendard"/>
                  <a:ea typeface="Pretendard"/>
                  <a:cs typeface="Pretendard"/>
                </a:rPr>
                <a:t>제목을 입력하세요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17520" y="1417320"/>
              <a:ext cx="1828800" cy="73152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017520" y="1828800"/>
              <a:ext cx="8808415" cy="32004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5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본문 내용을 입력하세요.</a:t>
              </a:r>
            </a:p>
            <a:p>
              <a:pPr algn="l"/>
              <a:r>
                <a:rPr sz="15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세로 패널이 페이지 정체성을 잡아주는 본문 강조용 배경입니다.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2" name="asset:BGP-152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2" name="TextBox 1"/>
            <p:cNvSpPr txBox="1"/>
            <p:nvPr/>
          </p:nvSpPr>
          <p:spPr>
            <a:xfrm>
              <a:off x="137160" y="73152"/>
              <a:ext cx="36576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808080"/>
                  </a:solidFill>
                  <a:latin typeface="Pretendard"/>
                  <a:ea typeface="Pretendard"/>
                  <a:cs typeface="Pretendard"/>
                </a:rPr>
                <a:t>BGP-152 · 사이드 패널(slate/L-wide)</a:t>
              </a:r>
            </a:p>
          </p:txBody>
        </p:sp>
        <p:sp>
          <p:nvSpPr>
            <p:cNvPr id="3" name="BGP-152_bg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0" y="0"/>
              <a:ext cx="2560320" cy="6858000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0" y="0"/>
              <a:ext cx="2560320" cy="457200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320040" y="822960"/>
              <a:ext cx="1920239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PART 01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20040" y="1371600"/>
              <a:ext cx="1920239" cy="18288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2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사업명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20040" y="6126480"/>
              <a:ext cx="1920239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1">
                  <a:solidFill>
                    <a:srgbClr val="D9D9D9"/>
                  </a:solidFill>
                  <a:latin typeface="Pretendard"/>
                  <a:ea typeface="Pretendard"/>
                  <a:cs typeface="Pretendard"/>
                </a:rPr>
                <a:t>01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017520" y="731520"/>
              <a:ext cx="8808415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2600" b="1">
                  <a:solidFill>
                    <a:srgbClr val="16233B"/>
                  </a:solidFill>
                  <a:latin typeface="Pretendard"/>
                  <a:ea typeface="Pretendard"/>
                  <a:cs typeface="Pretendard"/>
                </a:rPr>
                <a:t>제목을 입력하세요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17520" y="1417320"/>
              <a:ext cx="1828800" cy="73152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017520" y="1828800"/>
              <a:ext cx="8808415" cy="32004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5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본문 내용을 입력하세요.</a:t>
              </a:r>
            </a:p>
            <a:p>
              <a:pPr algn="l"/>
              <a:r>
                <a:rPr sz="15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세로 패널이 페이지 정체성을 잡아주는 본문 강조용 배경입니다.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2" name="asset:BGP-153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2" name="TextBox 1"/>
            <p:cNvSpPr txBox="1"/>
            <p:nvPr/>
          </p:nvSpPr>
          <p:spPr>
            <a:xfrm>
              <a:off x="137160" y="73152"/>
              <a:ext cx="36576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808080"/>
                  </a:solidFill>
                  <a:latin typeface="Pretendard"/>
                  <a:ea typeface="Pretendard"/>
                  <a:cs typeface="Pretendard"/>
                </a:rPr>
                <a:t>BGP-153 · 사이드 패널(navy/R)</a:t>
              </a:r>
            </a:p>
          </p:txBody>
        </p:sp>
        <p:sp>
          <p:nvSpPr>
            <p:cNvPr id="3" name="BGP-153_bg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9905695" y="0"/>
              <a:ext cx="2286000" cy="6858000"/>
            </a:xfrm>
            <a:prstGeom prst="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9905695" y="0"/>
              <a:ext cx="2286000" cy="457200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225735" y="822960"/>
              <a:ext cx="16459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PART 01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0225735" y="1371600"/>
              <a:ext cx="1645920" cy="18288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2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사업명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0225735" y="6126480"/>
              <a:ext cx="16459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1">
                  <a:solidFill>
                    <a:srgbClr val="D9D9D9"/>
                  </a:solidFill>
                  <a:latin typeface="Pretendard"/>
                  <a:ea typeface="Pretendard"/>
                  <a:cs typeface="Pretendard"/>
                </a:rPr>
                <a:t>01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57200" y="731520"/>
              <a:ext cx="9082735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2600" b="1">
                  <a:solidFill>
                    <a:srgbClr val="16233B"/>
                  </a:solidFill>
                  <a:latin typeface="Pretendard"/>
                  <a:ea typeface="Pretendard"/>
                  <a:cs typeface="Pretendard"/>
                </a:rPr>
                <a:t>제목을 입력하세요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57200" y="1417320"/>
              <a:ext cx="1828800" cy="73152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57200" y="1828800"/>
              <a:ext cx="9082735" cy="32004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5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본문 내용을 입력하세요.</a:t>
              </a:r>
            </a:p>
            <a:p>
              <a:pPr algn="l"/>
              <a:r>
                <a:rPr sz="15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세로 패널이 페이지 정체성을 잡아주는 본문 강조용 배경입니다.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2" name="asset:BGP-154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2" name="TextBox 1"/>
            <p:cNvSpPr txBox="1"/>
            <p:nvPr/>
          </p:nvSpPr>
          <p:spPr>
            <a:xfrm>
              <a:off x="137160" y="73152"/>
              <a:ext cx="36576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808080"/>
                  </a:solidFill>
                  <a:latin typeface="Pretendard"/>
                  <a:ea typeface="Pretendard"/>
                  <a:cs typeface="Pretendard"/>
                </a:rPr>
                <a:t>BGP-154 · 사이드 패널(blue/R)</a:t>
              </a:r>
            </a:p>
          </p:txBody>
        </p:sp>
        <p:sp>
          <p:nvSpPr>
            <p:cNvPr id="3" name="BGP-154_bg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9905695" y="0"/>
              <a:ext cx="2286000" cy="685800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9905695" y="0"/>
              <a:ext cx="2286000" cy="457200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225735" y="822960"/>
              <a:ext cx="16459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PART 01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0225735" y="1371600"/>
              <a:ext cx="1645920" cy="18288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2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사업명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0225735" y="6126480"/>
              <a:ext cx="16459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1">
                  <a:solidFill>
                    <a:srgbClr val="D9D9D9"/>
                  </a:solidFill>
                  <a:latin typeface="Pretendard"/>
                  <a:ea typeface="Pretendard"/>
                  <a:cs typeface="Pretendard"/>
                </a:rPr>
                <a:t>01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57200" y="731520"/>
              <a:ext cx="9082735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2600" b="1">
                  <a:solidFill>
                    <a:srgbClr val="16233B"/>
                  </a:solidFill>
                  <a:latin typeface="Pretendard"/>
                  <a:ea typeface="Pretendard"/>
                  <a:cs typeface="Pretendard"/>
                </a:rPr>
                <a:t>제목을 입력하세요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57200" y="1417320"/>
              <a:ext cx="1828800" cy="73152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57200" y="1828800"/>
              <a:ext cx="9082735" cy="32004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5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본문 내용을 입력하세요.</a:t>
              </a:r>
            </a:p>
            <a:p>
              <a:pPr algn="l"/>
              <a:r>
                <a:rPr sz="15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세로 패널이 페이지 정체성을 잡아주는 본문 강조용 배경입니다.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2" name="asset:BGP-155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2" name="TextBox 1"/>
            <p:cNvSpPr txBox="1"/>
            <p:nvPr/>
          </p:nvSpPr>
          <p:spPr>
            <a:xfrm>
              <a:off x="137160" y="73152"/>
              <a:ext cx="36576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808080"/>
                  </a:solidFill>
                  <a:latin typeface="Pretendard"/>
                  <a:ea typeface="Pretendard"/>
                  <a:cs typeface="Pretendard"/>
                </a:rPr>
                <a:t>BGP-155 · 사이드 패널(teal/R)</a:t>
              </a:r>
            </a:p>
          </p:txBody>
        </p:sp>
        <p:sp>
          <p:nvSpPr>
            <p:cNvPr id="3" name="BGP-155_bg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9905695" y="0"/>
              <a:ext cx="2286000" cy="6858000"/>
            </a:xfrm>
            <a:prstGeom prst="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9905695" y="0"/>
              <a:ext cx="2286000" cy="457200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225735" y="822960"/>
              <a:ext cx="16459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PART 01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0225735" y="1371600"/>
              <a:ext cx="1645920" cy="18288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2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사업명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0225735" y="6126480"/>
              <a:ext cx="164592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1">
                  <a:solidFill>
                    <a:srgbClr val="D9D9D9"/>
                  </a:solidFill>
                  <a:latin typeface="Pretendard"/>
                  <a:ea typeface="Pretendard"/>
                  <a:cs typeface="Pretendard"/>
                </a:rPr>
                <a:t>01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57200" y="731520"/>
              <a:ext cx="9082735" cy="6400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2600" b="1">
                  <a:solidFill>
                    <a:srgbClr val="16233B"/>
                  </a:solidFill>
                  <a:latin typeface="Pretendard"/>
                  <a:ea typeface="Pretendard"/>
                  <a:cs typeface="Pretendard"/>
                </a:rPr>
                <a:t>제목을 입력하세요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57200" y="1417320"/>
              <a:ext cx="1828800" cy="73152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57200" y="1828800"/>
              <a:ext cx="9082735" cy="32004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5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본문 내용을 입력하세요.</a:t>
              </a:r>
            </a:p>
            <a:p>
              <a:pPr algn="l"/>
              <a:r>
                <a:rPr sz="15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세로 패널이 페이지 정체성을 잡아주는 본문 강조용 배경입니다.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