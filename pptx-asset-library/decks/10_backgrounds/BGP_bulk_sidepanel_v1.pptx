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BGP-141 · 사이드 패널(navy/L-narrow)</a:t>
            </a:r>
          </a:p>
        </p:txBody>
      </p:sp>
      <p:sp>
        <p:nvSpPr>
          <p:cNvPr id="3" name="asset:BGP-14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03120" cy="45720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4630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731520"/>
            <a:ext cx="92656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417320"/>
            <a:ext cx="1828800" cy="73152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828800"/>
            <a:ext cx="92656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BGP-142 · 사이드 패널(blue/L-narrow)</a:t>
            </a:r>
          </a:p>
        </p:txBody>
      </p:sp>
      <p:sp>
        <p:nvSpPr>
          <p:cNvPr id="3" name="asset:BGP-14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03120" cy="45720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4630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731520"/>
            <a:ext cx="92656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417320"/>
            <a:ext cx="1828800" cy="7315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828800"/>
            <a:ext cx="92656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BGP-143 · 사이드 패널(teal/L-narrow)</a:t>
            </a:r>
          </a:p>
        </p:txBody>
      </p:sp>
      <p:sp>
        <p:nvSpPr>
          <p:cNvPr id="3" name="asset:BGP-14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03120" cy="45720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4630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731520"/>
            <a:ext cx="92656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417320"/>
            <a:ext cx="1828800" cy="73152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828800"/>
            <a:ext cx="92656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BGP-144 · 사이드 패널(purple/L-narrow)</a:t>
            </a:r>
          </a:p>
        </p:txBody>
      </p:sp>
      <p:sp>
        <p:nvSpPr>
          <p:cNvPr id="3" name="asset:BGP-14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03120" cy="45720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4630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731520"/>
            <a:ext cx="92656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417320"/>
            <a:ext cx="1828800" cy="73152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828800"/>
            <a:ext cx="92656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BGP-145 · 사이드 패널(cyan/L-narrow)</a:t>
            </a:r>
          </a:p>
        </p:txBody>
      </p:sp>
      <p:sp>
        <p:nvSpPr>
          <p:cNvPr id="3" name="asset:BGP-14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03120" cy="45720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4630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731520"/>
            <a:ext cx="92656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417320"/>
            <a:ext cx="1828800" cy="7315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828800"/>
            <a:ext cx="92656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BGP-146 · 사이드 패널(slate/L-narrow)</a:t>
            </a:r>
          </a:p>
        </p:txBody>
      </p:sp>
      <p:sp>
        <p:nvSpPr>
          <p:cNvPr id="3" name="asset:BGP-14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03120" cy="45720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4630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4630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731520"/>
            <a:ext cx="92656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417320"/>
            <a:ext cx="1828800" cy="73152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828800"/>
            <a:ext cx="92656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BGP-147 · 사이드 패널(navy/L-wide)</a:t>
            </a:r>
          </a:p>
        </p:txBody>
      </p:sp>
      <p:sp>
        <p:nvSpPr>
          <p:cNvPr id="3" name="asset:BGP-14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0" cy="45720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9202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731520"/>
            <a:ext cx="88084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1828800" cy="73152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88084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BGP-148 · 사이드 패널(blue/L-wide)</a:t>
            </a:r>
          </a:p>
        </p:txBody>
      </p:sp>
      <p:sp>
        <p:nvSpPr>
          <p:cNvPr id="3" name="asset:BGP-14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0" cy="45720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9202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731520"/>
            <a:ext cx="88084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1828800" cy="7315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88084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BGP-149 · 사이드 패널(teal/L-wide)</a:t>
            </a:r>
          </a:p>
        </p:txBody>
      </p:sp>
      <p:sp>
        <p:nvSpPr>
          <p:cNvPr id="3" name="asset:BGP-14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0" cy="45720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9202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731520"/>
            <a:ext cx="88084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1828800" cy="73152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88084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BGP-150 · 사이드 패널(purple/L-wide)</a:t>
            </a:r>
          </a:p>
        </p:txBody>
      </p:sp>
      <p:sp>
        <p:nvSpPr>
          <p:cNvPr id="3" name="asset:BGP-15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0" cy="45720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9202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731520"/>
            <a:ext cx="88084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1828800" cy="73152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88084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BGP-151 · 사이드 패널(cyan/L-wide)</a:t>
            </a:r>
          </a:p>
        </p:txBody>
      </p:sp>
      <p:sp>
        <p:nvSpPr>
          <p:cNvPr id="3" name="asset:BGP-15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0" cy="45720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9202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731520"/>
            <a:ext cx="88084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1828800" cy="7315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88084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BGP-152 · 사이드 패널(slate/L-wide)</a:t>
            </a:r>
          </a:p>
        </p:txBody>
      </p:sp>
      <p:sp>
        <p:nvSpPr>
          <p:cNvPr id="3" name="asset:BGP-15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0" cy="6858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0" cy="45720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920239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126480"/>
            <a:ext cx="1920239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731520"/>
            <a:ext cx="880841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1828800" cy="73152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880841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BGP-153 · 사이드 패널(navy/R)</a:t>
            </a:r>
          </a:p>
        </p:txBody>
      </p:sp>
      <p:sp>
        <p:nvSpPr>
          <p:cNvPr id="3" name="asset:BGP-15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05695" y="0"/>
            <a:ext cx="228600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05695" y="0"/>
            <a:ext cx="2286000" cy="45720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25735" y="822960"/>
            <a:ext cx="164592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25735" y="1371600"/>
            <a:ext cx="164592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25735" y="6126480"/>
            <a:ext cx="164592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31520"/>
            <a:ext cx="908273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828800" cy="73152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908273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BGP-154 · 사이드 패널(blue/R)</a:t>
            </a:r>
          </a:p>
        </p:txBody>
      </p:sp>
      <p:sp>
        <p:nvSpPr>
          <p:cNvPr id="3" name="asset:BGP-15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05695" y="0"/>
            <a:ext cx="2286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05695" y="0"/>
            <a:ext cx="2286000" cy="45720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25735" y="822960"/>
            <a:ext cx="164592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25735" y="1371600"/>
            <a:ext cx="164592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25735" y="6126480"/>
            <a:ext cx="164592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31520"/>
            <a:ext cx="908273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828800" cy="7315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908273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BGP-155 · 사이드 패널(teal/R)</a:t>
            </a:r>
          </a:p>
        </p:txBody>
      </p:sp>
      <p:sp>
        <p:nvSpPr>
          <p:cNvPr id="3" name="asset:BGP-15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05695" y="0"/>
            <a:ext cx="2286000" cy="6858000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05695" y="0"/>
            <a:ext cx="2286000" cy="45720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25735" y="822960"/>
            <a:ext cx="164592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25735" y="1371600"/>
            <a:ext cx="164592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25735" y="6126480"/>
            <a:ext cx="164592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31520"/>
            <a:ext cx="9082735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6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828800" cy="73152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9082735" cy="3200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내용을 입력하세요.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세로 패널이 페이지 정체성을 잡아주는 본문 강조용 배경입니다.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