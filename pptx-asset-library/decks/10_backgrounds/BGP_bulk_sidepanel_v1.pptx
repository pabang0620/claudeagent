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4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BGP-141 · 사이드 패널(navy/L-narrow)</a:t>
              </a:r>
            </a:p>
          </p:txBody>
        </p:sp>
        <p:sp>
          <p:nvSpPr>
            <p:cNvPr id="3" name="BGP-14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10312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10312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4630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60320" y="731520"/>
              <a:ext cx="92656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560320" y="1417320"/>
              <a:ext cx="1828800" cy="73152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60320" y="1828800"/>
              <a:ext cx="92656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4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BGP-142 · 사이드 패널(blue/L-narrow)</a:t>
              </a:r>
            </a:p>
          </p:txBody>
        </p:sp>
        <p:sp>
          <p:nvSpPr>
            <p:cNvPr id="3" name="BGP-14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1031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10312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4630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60320" y="731520"/>
              <a:ext cx="92656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560320" y="1417320"/>
              <a:ext cx="1828800" cy="73152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60320" y="1828800"/>
              <a:ext cx="92656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4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BGP-143 · 사이드 패널(teal/L-narrow)</a:t>
              </a:r>
            </a:p>
          </p:txBody>
        </p:sp>
        <p:sp>
          <p:nvSpPr>
            <p:cNvPr id="3" name="BGP-14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10312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10312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4630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60320" y="731520"/>
              <a:ext cx="92656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560320" y="1417320"/>
              <a:ext cx="1828800" cy="73152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60320" y="1828800"/>
              <a:ext cx="92656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4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BGP-144 · 사이드 패널(purple/L-narrow)</a:t>
              </a:r>
            </a:p>
          </p:txBody>
        </p:sp>
        <p:sp>
          <p:nvSpPr>
            <p:cNvPr id="3" name="BGP-14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10312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10312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4630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60320" y="731520"/>
              <a:ext cx="92656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560320" y="1417320"/>
              <a:ext cx="1828800" cy="73152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60320" y="1828800"/>
              <a:ext cx="92656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4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BGP-145 · 사이드 패널(cyan/L-narrow)</a:t>
              </a:r>
            </a:p>
          </p:txBody>
        </p:sp>
        <p:sp>
          <p:nvSpPr>
            <p:cNvPr id="3" name="BGP-14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1031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10312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4630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60320" y="731520"/>
              <a:ext cx="92656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560320" y="1417320"/>
              <a:ext cx="1828800" cy="73152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60320" y="1828800"/>
              <a:ext cx="92656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4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BGP-146 · 사이드 패널(slate/L-narrow)</a:t>
              </a:r>
            </a:p>
          </p:txBody>
        </p:sp>
        <p:sp>
          <p:nvSpPr>
            <p:cNvPr id="3" name="BGP-14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103120" cy="68580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10312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4630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4630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60320" y="731520"/>
              <a:ext cx="92656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560320" y="1417320"/>
              <a:ext cx="1828800" cy="73152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60320" y="1828800"/>
              <a:ext cx="92656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4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BGP-147 · 사이드 패널(navy/L-wide)</a:t>
              </a:r>
            </a:p>
          </p:txBody>
        </p:sp>
        <p:sp>
          <p:nvSpPr>
            <p:cNvPr id="3" name="BGP-14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56032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56032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9202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17520" y="731520"/>
              <a:ext cx="88084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17520" y="1417320"/>
              <a:ext cx="1828800" cy="73152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17520" y="1828800"/>
              <a:ext cx="88084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4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BGP-148 · 사이드 패널(blue/L-wide)</a:t>
              </a:r>
            </a:p>
          </p:txBody>
        </p:sp>
        <p:sp>
          <p:nvSpPr>
            <p:cNvPr id="3" name="BGP-14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5603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56032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9202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17520" y="731520"/>
              <a:ext cx="88084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17520" y="1417320"/>
              <a:ext cx="1828800" cy="73152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17520" y="1828800"/>
              <a:ext cx="88084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4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BGP-149 · 사이드 패널(teal/L-wide)</a:t>
              </a:r>
            </a:p>
          </p:txBody>
        </p:sp>
        <p:sp>
          <p:nvSpPr>
            <p:cNvPr id="3" name="BGP-14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56032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56032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9202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17520" y="731520"/>
              <a:ext cx="88084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17520" y="1417320"/>
              <a:ext cx="1828800" cy="73152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17520" y="1828800"/>
              <a:ext cx="88084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5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BGP-150 · 사이드 패널(purple/L-wide)</a:t>
              </a:r>
            </a:p>
          </p:txBody>
        </p:sp>
        <p:sp>
          <p:nvSpPr>
            <p:cNvPr id="3" name="BGP-15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56032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56032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9202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17520" y="731520"/>
              <a:ext cx="88084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17520" y="1417320"/>
              <a:ext cx="1828800" cy="73152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17520" y="1828800"/>
              <a:ext cx="88084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5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BGP-151 · 사이드 패널(cyan/L-wide)</a:t>
              </a:r>
            </a:p>
          </p:txBody>
        </p:sp>
        <p:sp>
          <p:nvSpPr>
            <p:cNvPr id="3" name="BGP-15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5603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56032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9202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17520" y="731520"/>
              <a:ext cx="88084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17520" y="1417320"/>
              <a:ext cx="1828800" cy="73152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17520" y="1828800"/>
              <a:ext cx="88084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5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BGP-152 · 사이드 패널(slate/L-wide)</a:t>
              </a:r>
            </a:p>
          </p:txBody>
        </p:sp>
        <p:sp>
          <p:nvSpPr>
            <p:cNvPr id="3" name="BGP-15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2560320" cy="68580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0"/>
              <a:ext cx="256032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" y="82296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0040" y="1371600"/>
              <a:ext cx="1920239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6126480"/>
              <a:ext cx="19202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017520" y="731520"/>
              <a:ext cx="880841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17520" y="1417320"/>
              <a:ext cx="1828800" cy="73152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17520" y="1828800"/>
              <a:ext cx="880841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5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BGP-153 · 사이드 패널(navy/R)</a:t>
              </a:r>
            </a:p>
          </p:txBody>
        </p:sp>
        <p:sp>
          <p:nvSpPr>
            <p:cNvPr id="3" name="BGP-15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905695" y="0"/>
              <a:ext cx="228600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9905695" y="0"/>
              <a:ext cx="228600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25735" y="822960"/>
              <a:ext cx="1645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25735" y="1371600"/>
              <a:ext cx="1645920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225735" y="6126480"/>
              <a:ext cx="1645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7200" y="731520"/>
              <a:ext cx="908273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57200" y="1417320"/>
              <a:ext cx="1828800" cy="73152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7200" y="1828800"/>
              <a:ext cx="908273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5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BGP-154 · 사이드 패널(blue/R)</a:t>
              </a:r>
            </a:p>
          </p:txBody>
        </p:sp>
        <p:sp>
          <p:nvSpPr>
            <p:cNvPr id="3" name="BGP-15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905695" y="0"/>
              <a:ext cx="228600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9905695" y="0"/>
              <a:ext cx="2286000" cy="4572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25735" y="822960"/>
              <a:ext cx="1645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25735" y="1371600"/>
              <a:ext cx="1645920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225735" y="6126480"/>
              <a:ext cx="1645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7200" y="731520"/>
              <a:ext cx="908273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57200" y="1417320"/>
              <a:ext cx="1828800" cy="73152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7200" y="1828800"/>
              <a:ext cx="908273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2" name="asset:BGP-15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BGP-155 · 사이드 패널(teal/R)</a:t>
              </a:r>
            </a:p>
          </p:txBody>
        </p:sp>
        <p:sp>
          <p:nvSpPr>
            <p:cNvPr id="3" name="BGP-15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905695" y="0"/>
              <a:ext cx="228600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9905695" y="0"/>
              <a:ext cx="228600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25735" y="822960"/>
              <a:ext cx="1645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25735" y="1371600"/>
              <a:ext cx="1645920" cy="18288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225735" y="6126480"/>
              <a:ext cx="1645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7200" y="731520"/>
              <a:ext cx="9082735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6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57200" y="1417320"/>
              <a:ext cx="1828800" cy="73152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7200" y="1828800"/>
              <a:ext cx="9082735" cy="32004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내용을 입력하세요.</a:t>
              </a:r>
            </a:p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세로 패널이 페이지 정체성을 잡아주는 본문 강조용 배경입니다.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