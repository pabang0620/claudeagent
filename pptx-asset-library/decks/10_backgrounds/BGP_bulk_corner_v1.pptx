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BGP-156 · 코너 기하장식(navy/tr)</a:t>
            </a:r>
          </a:p>
        </p:txBody>
      </p:sp>
      <p:sp>
        <p:nvSpPr>
          <p:cNvPr id="3" name="asset:BGP-15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6949440" y="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6200000">
            <a:off x="8503920" y="0"/>
            <a:ext cx="3685032" cy="2377440"/>
          </a:xfrm>
          <a:prstGeom prst="rtTriangle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BGP-157 · 코너 기하장식(blue/tr)</a:t>
            </a:r>
          </a:p>
        </p:txBody>
      </p:sp>
      <p:sp>
        <p:nvSpPr>
          <p:cNvPr id="3" name="asset:BGP-15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6949440" y="0"/>
            <a:ext cx="5239512" cy="356616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6200000">
            <a:off x="8503920" y="0"/>
            <a:ext cx="3685032" cy="2377440"/>
          </a:xfrm>
          <a:prstGeom prst="rtTriangle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BGP-158 · 코너 기하장식(teal/tr)</a:t>
            </a:r>
          </a:p>
        </p:txBody>
      </p:sp>
      <p:sp>
        <p:nvSpPr>
          <p:cNvPr id="3" name="asset:BGP-15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6949440" y="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6200000">
            <a:off x="8503920" y="0"/>
            <a:ext cx="3685032" cy="2377440"/>
          </a:xfrm>
          <a:prstGeom prst="rtTriangl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BGP-159 · 코너 기하장식(purple/tr)</a:t>
            </a:r>
          </a:p>
        </p:txBody>
      </p:sp>
      <p:sp>
        <p:nvSpPr>
          <p:cNvPr id="3" name="asset:BGP-15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6949440" y="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6200000">
            <a:off x="8503920" y="0"/>
            <a:ext cx="3685032" cy="2377440"/>
          </a:xfrm>
          <a:prstGeom prst="rtTriangle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7B2D8E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BGP-160 · 코너 기하장식(cyan/tr)</a:t>
            </a:r>
          </a:p>
        </p:txBody>
      </p:sp>
      <p:sp>
        <p:nvSpPr>
          <p:cNvPr id="3" name="asset:BGP-16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6949440" y="0"/>
            <a:ext cx="5239512" cy="356616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6200000">
            <a:off x="8503920" y="0"/>
            <a:ext cx="3685032" cy="2377440"/>
          </a:xfrm>
          <a:prstGeom prst="rtTriangle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BGP-161 · 코너 기하장식(slate/tr)</a:t>
            </a:r>
          </a:p>
        </p:txBody>
      </p:sp>
      <p:sp>
        <p:nvSpPr>
          <p:cNvPr id="3" name="asset:BGP-16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6200000">
            <a:off x="6949440" y="0"/>
            <a:ext cx="5239512" cy="3566160"/>
          </a:xfrm>
          <a:prstGeom prst="rt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6200000">
            <a:off x="8503920" y="0"/>
            <a:ext cx="3685032" cy="2377440"/>
          </a:xfrm>
          <a:prstGeom prst="rtTriangle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BGP-162 · 코너 기하장식(navy/tl)</a:t>
            </a:r>
          </a:p>
        </p:txBody>
      </p:sp>
      <p:sp>
        <p:nvSpPr>
          <p:cNvPr id="3" name="asset:BGP-16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0" y="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0" y="0"/>
            <a:ext cx="3685032" cy="2377440"/>
          </a:xfrm>
          <a:prstGeom prst="rtTriangle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BGP-163 · 코너 기하장식(blue/tl)</a:t>
            </a:r>
          </a:p>
        </p:txBody>
      </p:sp>
      <p:sp>
        <p:nvSpPr>
          <p:cNvPr id="3" name="asset:BGP-16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0" y="0"/>
            <a:ext cx="5239512" cy="356616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0" y="0"/>
            <a:ext cx="3685032" cy="2377440"/>
          </a:xfrm>
          <a:prstGeom prst="rtTriangle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BGP-164 · 코너 기하장식(teal/tl)</a:t>
            </a:r>
          </a:p>
        </p:txBody>
      </p:sp>
      <p:sp>
        <p:nvSpPr>
          <p:cNvPr id="3" name="asset:BGP-16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0" y="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0" y="0"/>
            <a:ext cx="3685032" cy="2377440"/>
          </a:xfrm>
          <a:prstGeom prst="rtTriangl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BGP-165 · 코너 기하장식(purple/tl)</a:t>
            </a:r>
          </a:p>
        </p:txBody>
      </p:sp>
      <p:sp>
        <p:nvSpPr>
          <p:cNvPr id="3" name="asset:BGP-16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0" y="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0" y="0"/>
            <a:ext cx="3685032" cy="2377440"/>
          </a:xfrm>
          <a:prstGeom prst="rtTriangle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7B2D8E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BGP-166 · 코너 기하장식(cyan/tl)</a:t>
            </a:r>
          </a:p>
        </p:txBody>
      </p:sp>
      <p:sp>
        <p:nvSpPr>
          <p:cNvPr id="3" name="asset:BGP-16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0" y="0"/>
            <a:ext cx="5239512" cy="356616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0" y="0"/>
            <a:ext cx="3685032" cy="2377440"/>
          </a:xfrm>
          <a:prstGeom prst="rtTriangle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BGP-167 · 코너 기하장식(slate/tl)</a:t>
            </a:r>
          </a:p>
        </p:txBody>
      </p:sp>
      <p:sp>
        <p:nvSpPr>
          <p:cNvPr id="3" name="asset:BGP-16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0" y="0"/>
            <a:ext cx="5239512" cy="3566160"/>
          </a:xfrm>
          <a:prstGeom prst="rtTriangle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>
            <a:off x="0" y="0"/>
            <a:ext cx="3685032" cy="2377440"/>
          </a:xfrm>
          <a:prstGeom prst="rtTriangle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BGP-168 · 코너 기하장식(navy/br)</a:t>
            </a:r>
          </a:p>
        </p:txBody>
      </p:sp>
      <p:sp>
        <p:nvSpPr>
          <p:cNvPr id="3" name="asset:BGP-16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6949440" y="329184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0800000">
            <a:off x="8503920" y="4480560"/>
            <a:ext cx="3685032" cy="2377440"/>
          </a:xfrm>
          <a:prstGeom prst="rtTriangle">
            <a:avLst/>
          </a:prstGeom>
          <a:solidFill>
            <a:srgbClr val="2E7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E75D6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BGP-169 · 코너 기하장식(blue/br)</a:t>
            </a:r>
          </a:p>
        </p:txBody>
      </p:sp>
      <p:sp>
        <p:nvSpPr>
          <p:cNvPr id="3" name="asset:BGP-16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6949440" y="3291840"/>
            <a:ext cx="5239512" cy="3566160"/>
          </a:xfrm>
          <a:prstGeom prst="rtTriangl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0800000">
            <a:off x="8503920" y="4480560"/>
            <a:ext cx="3685032" cy="2377440"/>
          </a:xfrm>
          <a:prstGeom prst="rtTriangle">
            <a:avLst/>
          </a:prstGeom>
          <a:solidFill>
            <a:srgbClr val="29A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29ABE2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BGP-170 · 코너 기하장식(teal/br)</a:t>
            </a:r>
          </a:p>
        </p:txBody>
      </p:sp>
      <p:sp>
        <p:nvSpPr>
          <p:cNvPr id="3" name="asset:BGP-17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6949440" y="3291840"/>
            <a:ext cx="5239512" cy="3566160"/>
          </a:xfrm>
          <a:prstGeom prst="rtTriangle">
            <a:avLst/>
          </a:prstGeom>
          <a:solidFill>
            <a:srgbClr val="162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Triangle 4"/>
          <p:cNvSpPr/>
          <p:nvPr/>
        </p:nvSpPr>
        <p:spPr>
          <a:xfrm rot="10800000">
            <a:off x="8503920" y="4480560"/>
            <a:ext cx="3685032" cy="2377440"/>
          </a:xfrm>
          <a:prstGeom prst="rtTriangle">
            <a:avLst/>
          </a:prstGeom>
          <a:solidFill>
            <a:srgbClr val="1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548640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500" b="1">
                <a:solidFill>
                  <a:srgbClr val="1F9E8F"/>
                </a:solidFill>
                <a:latin typeface="Pretendard"/>
                <a:ea typeface="Pretendard"/>
                <a:cs typeface="Pretendard"/>
              </a:rPr>
              <a:t>2026 · PART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3400" b="1">
                <a:solidFill>
                  <a:srgbClr val="16233B"/>
                </a:solidFill>
                <a:latin typeface="Pretendard"/>
                <a:ea typeface="Pretendard"/>
                <a:cs typeface="Pretendard"/>
              </a:rPr>
              <a:t>제목을 입력하세요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8229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부제/개요를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