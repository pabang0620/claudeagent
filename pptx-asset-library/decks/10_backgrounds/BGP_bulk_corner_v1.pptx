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5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BGP-156 · 코너 기하장식(navy/tr)</a:t>
              </a:r>
            </a:p>
          </p:txBody>
        </p:sp>
        <p:sp>
          <p:nvSpPr>
            <p:cNvPr id="3" name="BGP-15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5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BGP-157 · 코너 기하장식(blue/tr)</a:t>
              </a:r>
            </a:p>
          </p:txBody>
        </p:sp>
        <p:sp>
          <p:nvSpPr>
            <p:cNvPr id="3" name="BGP-15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5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BGP-158 · 코너 기하장식(teal/tr)</a:t>
              </a:r>
            </a:p>
          </p:txBody>
        </p:sp>
        <p:sp>
          <p:nvSpPr>
            <p:cNvPr id="3" name="BGP-15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5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BGP-159 · 코너 기하장식(purple/tr)</a:t>
              </a:r>
            </a:p>
          </p:txBody>
        </p:sp>
        <p:sp>
          <p:nvSpPr>
            <p:cNvPr id="3" name="BGP-15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BGP-160 · 코너 기하장식(cyan/tr)</a:t>
              </a:r>
            </a:p>
          </p:txBody>
        </p:sp>
        <p:sp>
          <p:nvSpPr>
            <p:cNvPr id="3" name="BGP-16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BGP-161 · 코너 기하장식(slate/tr)</a:t>
              </a:r>
            </a:p>
          </p:txBody>
        </p:sp>
        <p:sp>
          <p:nvSpPr>
            <p:cNvPr id="3" name="BGP-16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BGP-162 · 코너 기하장식(navy/tl)</a:t>
              </a:r>
            </a:p>
          </p:txBody>
        </p:sp>
        <p:sp>
          <p:nvSpPr>
            <p:cNvPr id="3" name="BGP-16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>
              <a:off x="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>
              <a:off x="0" y="0"/>
              <a:ext cx="3685032" cy="23774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BGP-163 · 코너 기하장식(blue/tl)</a:t>
              </a:r>
            </a:p>
          </p:txBody>
        </p:sp>
        <p:sp>
          <p:nvSpPr>
            <p:cNvPr id="3" name="BGP-16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>
              <a:off x="0" y="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>
              <a:off x="0" y="0"/>
              <a:ext cx="3685032" cy="23774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BGP-164 · 코너 기하장식(teal/tl)</a:t>
              </a:r>
            </a:p>
          </p:txBody>
        </p:sp>
        <p:sp>
          <p:nvSpPr>
            <p:cNvPr id="3" name="BGP-16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>
              <a:off x="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>
              <a:off x="0" y="0"/>
              <a:ext cx="3685032" cy="2377440"/>
            </a:xfrm>
            <a:prstGeom prst="rt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BGP-165 · 코너 기하장식(purple/tl)</a:t>
              </a:r>
            </a:p>
          </p:txBody>
        </p:sp>
        <p:sp>
          <p:nvSpPr>
            <p:cNvPr id="3" name="BGP-16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>
              <a:off x="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>
              <a:off x="0" y="0"/>
              <a:ext cx="3685032" cy="2377440"/>
            </a:xfrm>
            <a:prstGeom prst="rt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BGP-166 · 코너 기하장식(cyan/tl)</a:t>
              </a:r>
            </a:p>
          </p:txBody>
        </p:sp>
        <p:sp>
          <p:nvSpPr>
            <p:cNvPr id="3" name="BGP-16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>
              <a:off x="0" y="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>
              <a:off x="0" y="0"/>
              <a:ext cx="3685032" cy="23774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BGP-167 · 코너 기하장식(slate/tl)</a:t>
              </a:r>
            </a:p>
          </p:txBody>
        </p:sp>
        <p:sp>
          <p:nvSpPr>
            <p:cNvPr id="3" name="BGP-16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>
              <a:off x="0" y="0"/>
              <a:ext cx="5239512" cy="3566160"/>
            </a:xfrm>
            <a:prstGeom prst="rtTriangl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>
              <a:off x="0" y="0"/>
              <a:ext cx="3685032" cy="23774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BGP-168 · 코너 기하장식(navy/br)</a:t>
              </a:r>
            </a:p>
          </p:txBody>
        </p:sp>
        <p:sp>
          <p:nvSpPr>
            <p:cNvPr id="3" name="BGP-16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6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BGP-169 · 코너 기하장식(blue/br)</a:t>
              </a:r>
            </a:p>
          </p:txBody>
        </p:sp>
        <p:sp>
          <p:nvSpPr>
            <p:cNvPr id="3" name="BGP-16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7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BGP-170 · 코너 기하장식(teal/br)</a:t>
              </a:r>
            </a:p>
          </p:txBody>
        </p:sp>
        <p:sp>
          <p:nvSpPr>
            <p:cNvPr id="3" name="BGP-17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2377440"/>
              <a:ext cx="8229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383280"/>
              <a:ext cx="82296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부제/개요를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