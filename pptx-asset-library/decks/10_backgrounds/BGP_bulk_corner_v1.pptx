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56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BGP-156 · 코너 기하장식(navy/tr)</a:t>
              </a:r>
            </a:p>
          </p:txBody>
        </p:sp>
        <p:sp>
          <p:nvSpPr>
            <p:cNvPr id="3" name="BGP-15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6949440" y="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8503920" y="0"/>
              <a:ext cx="3685032" cy="237744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5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BGP-157 · 코너 기하장식(blue/tr)</a:t>
              </a:r>
            </a:p>
          </p:txBody>
        </p:sp>
        <p:sp>
          <p:nvSpPr>
            <p:cNvPr id="3" name="BGP-15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6949440" y="0"/>
              <a:ext cx="5239512" cy="356616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8503920" y="0"/>
              <a:ext cx="3685032" cy="2377440"/>
            </a:xfrm>
            <a:prstGeom prst="rt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5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BGP-158 · 코너 기하장식(teal/tr)</a:t>
              </a:r>
            </a:p>
          </p:txBody>
        </p:sp>
        <p:sp>
          <p:nvSpPr>
            <p:cNvPr id="3" name="BGP-15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6949440" y="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8503920" y="0"/>
              <a:ext cx="3685032" cy="2377440"/>
            </a:xfrm>
            <a:prstGeom prst="rt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5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BGP-159 · 코너 기하장식(purple/tr)</a:t>
              </a:r>
            </a:p>
          </p:txBody>
        </p:sp>
        <p:sp>
          <p:nvSpPr>
            <p:cNvPr id="3" name="BGP-15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6949440" y="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8503920" y="0"/>
              <a:ext cx="3685032" cy="2377440"/>
            </a:xfrm>
            <a:prstGeom prst="rt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BGP-160 · 코너 기하장식(cyan/tr)</a:t>
              </a:r>
            </a:p>
          </p:txBody>
        </p:sp>
        <p:sp>
          <p:nvSpPr>
            <p:cNvPr id="3" name="BGP-16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6949440" y="0"/>
              <a:ext cx="5239512" cy="356616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8503920" y="0"/>
              <a:ext cx="3685032" cy="2377440"/>
            </a:xfrm>
            <a:prstGeom prst="rt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1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BGP-161 · 코너 기하장식(slate/tr)</a:t>
              </a:r>
            </a:p>
          </p:txBody>
        </p:sp>
        <p:sp>
          <p:nvSpPr>
            <p:cNvPr id="3" name="BGP-161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6200000">
              <a:off x="6949440" y="0"/>
              <a:ext cx="5239512" cy="3566160"/>
            </a:xfrm>
            <a:prstGeom prst="rtTriangl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8503920" y="0"/>
              <a:ext cx="3685032" cy="237744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2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BGP-162 · 코너 기하장식(navy/tl)</a:t>
              </a:r>
            </a:p>
          </p:txBody>
        </p:sp>
        <p:sp>
          <p:nvSpPr>
            <p:cNvPr id="3" name="BGP-162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>
              <a:off x="0" y="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0"/>
              <a:ext cx="3685032" cy="237744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3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BGP-163 · 코너 기하장식(blue/tl)</a:t>
              </a:r>
            </a:p>
          </p:txBody>
        </p:sp>
        <p:sp>
          <p:nvSpPr>
            <p:cNvPr id="3" name="BGP-163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>
              <a:off x="0" y="0"/>
              <a:ext cx="5239512" cy="356616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0"/>
              <a:ext cx="3685032" cy="2377440"/>
            </a:xfrm>
            <a:prstGeom prst="rt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4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BGP-164 · 코너 기하장식(teal/tl)</a:t>
              </a:r>
            </a:p>
          </p:txBody>
        </p:sp>
        <p:sp>
          <p:nvSpPr>
            <p:cNvPr id="3" name="BGP-164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>
              <a:off x="0" y="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0"/>
              <a:ext cx="3685032" cy="2377440"/>
            </a:xfrm>
            <a:prstGeom prst="rt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5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BGP-165 · 코너 기하장식(purple/tl)</a:t>
              </a:r>
            </a:p>
          </p:txBody>
        </p:sp>
        <p:sp>
          <p:nvSpPr>
            <p:cNvPr id="3" name="BGP-165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>
              <a:off x="0" y="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0"/>
              <a:ext cx="3685032" cy="2377440"/>
            </a:xfrm>
            <a:prstGeom prst="rtTriangl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6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BGP-166 · 코너 기하장식(cyan/tl)</a:t>
              </a:r>
            </a:p>
          </p:txBody>
        </p:sp>
        <p:sp>
          <p:nvSpPr>
            <p:cNvPr id="3" name="BGP-166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>
              <a:off x="0" y="0"/>
              <a:ext cx="5239512" cy="356616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0"/>
              <a:ext cx="3685032" cy="2377440"/>
            </a:xfrm>
            <a:prstGeom prst="rt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7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BGP-167 · 코너 기하장식(slate/tl)</a:t>
              </a:r>
            </a:p>
          </p:txBody>
        </p:sp>
        <p:sp>
          <p:nvSpPr>
            <p:cNvPr id="3" name="BGP-167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>
              <a:off x="0" y="0"/>
              <a:ext cx="5239512" cy="3566160"/>
            </a:xfrm>
            <a:prstGeom prst="rtTriangle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>
              <a:off x="0" y="0"/>
              <a:ext cx="3685032" cy="237744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8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BGP-168 · 코너 기하장식(navy/br)</a:t>
              </a:r>
            </a:p>
          </p:txBody>
        </p:sp>
        <p:sp>
          <p:nvSpPr>
            <p:cNvPr id="3" name="BGP-168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0800000">
              <a:off x="6949440" y="329184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0800000">
              <a:off x="8503920" y="4480560"/>
              <a:ext cx="3685032" cy="2377440"/>
            </a:xfrm>
            <a:prstGeom prst="rtTriangl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69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BGP-169 · 코너 기하장식(blue/br)</a:t>
              </a:r>
            </a:p>
          </p:txBody>
        </p:sp>
        <p:sp>
          <p:nvSpPr>
            <p:cNvPr id="3" name="BGP-169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0800000">
              <a:off x="6949440" y="3291840"/>
              <a:ext cx="5239512" cy="3566160"/>
            </a:xfrm>
            <a:prstGeom prst="rtTriangl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0800000">
              <a:off x="8503920" y="4480560"/>
              <a:ext cx="3685032" cy="2377440"/>
            </a:xfrm>
            <a:prstGeom prst="rtTriangl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9" name="asset:BGP-170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2" name="TextBox 1"/>
            <p:cNvSpPr txBox="1"/>
            <p:nvPr/>
          </p:nvSpPr>
          <p:spPr>
            <a:xfrm>
              <a:off x="137160" y="73152"/>
              <a:ext cx="365760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808080"/>
                  </a:solidFill>
                  <a:latin typeface="Pretendard"/>
                  <a:ea typeface="Pretendard"/>
                  <a:cs typeface="Pretendard"/>
                </a:rPr>
                <a:t>BGP-170 · 코너 기하장식(teal/br)</a:t>
              </a:r>
            </a:p>
          </p:txBody>
        </p:sp>
        <p:sp>
          <p:nvSpPr>
            <p:cNvPr id="3" name="BGP-170_bg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ight Triangle 3"/>
            <p:cNvSpPr/>
            <p:nvPr/>
          </p:nvSpPr>
          <p:spPr>
            <a:xfrm rot="10800000">
              <a:off x="6949440" y="3291840"/>
              <a:ext cx="5239512" cy="3566160"/>
            </a:xfrm>
            <a:prstGeom prst="rtTriangl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ight Triangle 4"/>
            <p:cNvSpPr/>
            <p:nvPr/>
          </p:nvSpPr>
          <p:spPr>
            <a:xfrm rot="10800000">
              <a:off x="8503920" y="4480560"/>
              <a:ext cx="3685032" cy="2377440"/>
            </a:xfrm>
            <a:prstGeom prst="rtTriangl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" y="822960"/>
              <a:ext cx="548640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5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2026 · 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2377440"/>
              <a:ext cx="8229600" cy="9144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제목을 입력하세요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3383280"/>
              <a:ext cx="8229600" cy="5486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6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부제/개요를 입력하세요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