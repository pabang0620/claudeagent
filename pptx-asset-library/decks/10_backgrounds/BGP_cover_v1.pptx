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00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BGP-001 · 표지 배경A(좌 네이비 패널)</a:t>
              </a:r>
            </a:p>
          </p:txBody>
        </p:sp>
        <p:sp>
          <p:nvSpPr>
            <p:cNvPr id="3" name="BGP-00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493776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5400000">
              <a:off x="4572000" y="0"/>
              <a:ext cx="822960" cy="685800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029200" y="0"/>
              <a:ext cx="128016" cy="6858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22960" y="4160520"/>
              <a:ext cx="1371600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097280"/>
              <a:ext cx="3474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3108960"/>
              <a:ext cx="3566160" cy="10058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" y="4389120"/>
              <a:ext cx="35661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제안서 표지 제목을 입력하세요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52160" y="5943600"/>
              <a:ext cx="56692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제출처 · 기관명을 입력하세요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BGP-00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BGP-002 · 표지 배경B(하단 밴드+상단 그라데)</a:t>
              </a:r>
            </a:p>
          </p:txBody>
        </p:sp>
        <p:sp>
          <p:nvSpPr>
            <p:cNvPr id="3" name="BGP-00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484632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7F9F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484632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4937760"/>
              <a:ext cx="12191695" cy="19202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1463040"/>
              <a:ext cx="1219169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2103120"/>
              <a:ext cx="12191695" cy="12801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4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5257800"/>
              <a:ext cx="73152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제안서 표지 제목을 입력하세요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0" y="5394960"/>
              <a:ext cx="310896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3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기관명을 입력하세요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00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BGP-003 · 표지 배경C(우하단 사선 레이어)</a:t>
              </a:r>
            </a:p>
          </p:txBody>
        </p:sp>
        <p:sp>
          <p:nvSpPr>
            <p:cNvPr id="3" name="BGP-00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0800000">
              <a:off x="6949440" y="329184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0800000">
              <a:off x="8503920" y="4480560"/>
              <a:ext cx="3685032" cy="237744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ight Triangle 5"/>
            <p:cNvSpPr/>
            <p:nvPr/>
          </p:nvSpPr>
          <p:spPr>
            <a:xfrm rot="10800000">
              <a:off x="9784080" y="5394960"/>
              <a:ext cx="2404872" cy="14630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109728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2377440"/>
              <a:ext cx="73152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2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3657600"/>
              <a:ext cx="64008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제안서 표지 제목을 입력하세요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00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BGP-004 · 섹션 구분A(좌 컬러바+대형 번호)</a:t>
              </a:r>
            </a:p>
          </p:txBody>
        </p:sp>
        <p:sp>
          <p:nvSpPr>
            <p:cNvPr id="3" name="BGP-00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5029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2920" y="0"/>
              <a:ext cx="109728" cy="68580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80160" y="1554480"/>
              <a:ext cx="54864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0" y="2103120"/>
              <a:ext cx="7315200" cy="2377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4754880"/>
              <a:ext cx="8229600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00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BGP-005 · 섹션 구분B(상단 밴드+큰 제목)</a:t>
              </a:r>
            </a:p>
          </p:txBody>
        </p:sp>
        <p:sp>
          <p:nvSpPr>
            <p:cNvPr id="3" name="BGP-00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24688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2468880"/>
              <a:ext cx="12191695" cy="914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1371600"/>
              <a:ext cx="10058400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108960"/>
              <a:ext cx="10515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 섹션의 개요/부제를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