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00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BGP-001 · 표지 배경A(좌 네이비 패널)</a:t>
              </a:r>
            </a:p>
          </p:txBody>
        </p:sp>
        <p:sp>
          <p:nvSpPr>
            <p:cNvPr id="3" name="BGP-00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93776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5400000">
              <a:off x="4572000" y="0"/>
              <a:ext cx="822960" cy="685800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029200" y="0"/>
              <a:ext cx="128016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2960" y="4160520"/>
              <a:ext cx="137160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1097280"/>
              <a:ext cx="3474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108960"/>
              <a:ext cx="356616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" y="438912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표지 제목을 입력하세요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52160" y="5943600"/>
              <a:ext cx="56692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제출처 · 기관명을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0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BGP-002 · 표지 배경B(하단 밴드+상단 그라데)</a:t>
              </a:r>
            </a:p>
          </p:txBody>
        </p:sp>
        <p:sp>
          <p:nvSpPr>
            <p:cNvPr id="3" name="BGP-00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84632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84632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937760"/>
              <a:ext cx="12191695" cy="192024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46304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103120"/>
              <a:ext cx="12191695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525780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표지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539496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0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BGP-003 · 표지 배경C(우하단 사선 레이어)</a:t>
              </a:r>
            </a:p>
          </p:txBody>
        </p:sp>
        <p:sp>
          <p:nvSpPr>
            <p:cNvPr id="3" name="BGP-00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0800000">
              <a:off x="9784080" y="5394960"/>
              <a:ext cx="2404872" cy="14630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표지 제목을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0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BGP-004 · 섹션 구분A(좌 컬러바+대형 번호)</a:t>
              </a:r>
            </a:p>
          </p:txBody>
        </p:sp>
        <p:sp>
          <p:nvSpPr>
            <p:cNvPr id="3" name="BGP-00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02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2920" y="0"/>
              <a:ext cx="109728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0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BGP-005 · 섹션 구분B(상단 밴드+큰 제목)</a:t>
              </a:r>
            </a:p>
          </p:txBody>
        </p:sp>
        <p:sp>
          <p:nvSpPr>
            <p:cNvPr id="3" name="BGP-00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4688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46888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10896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