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125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BGP-125 · 푸터바(navy/solid)</a:t>
              </a:r>
            </a:p>
          </p:txBody>
        </p:sp>
        <p:sp>
          <p:nvSpPr>
            <p:cNvPr id="3" name="BGP-125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822960" y="822960"/>
              <a:ext cx="10058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4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22960" y="1645920"/>
              <a:ext cx="10515600" cy="32918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콘텐츠 영역 — 하단 푸터 바 배경입니다.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0" y="6355080"/>
              <a:ext cx="12191695" cy="50292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0" y="6355080"/>
              <a:ext cx="457200" cy="50292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40080" y="6355080"/>
              <a:ext cx="731520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2026 · 사업명 · 기관명을 입력하세요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0789920" y="6355080"/>
              <a:ext cx="109728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3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126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BGP-126 · 푸터바(blue/solid)</a:t>
              </a:r>
            </a:p>
          </p:txBody>
        </p:sp>
        <p:sp>
          <p:nvSpPr>
            <p:cNvPr id="3" name="BGP-126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822960" y="822960"/>
              <a:ext cx="10058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4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22960" y="1645920"/>
              <a:ext cx="10515600" cy="32918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콘텐츠 영역 — 하단 푸터 바 배경입니다.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0" y="6355080"/>
              <a:ext cx="12191695" cy="50292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0" y="6355080"/>
              <a:ext cx="457200" cy="50292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40080" y="6355080"/>
              <a:ext cx="731520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2026 · 사업명 · 기관명을 입력하세요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0789920" y="6355080"/>
              <a:ext cx="109728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3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127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BGP-127 · 푸터바(teal/solid)</a:t>
              </a:r>
            </a:p>
          </p:txBody>
        </p:sp>
        <p:sp>
          <p:nvSpPr>
            <p:cNvPr id="3" name="BGP-127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822960" y="822960"/>
              <a:ext cx="10058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4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22960" y="1645920"/>
              <a:ext cx="10515600" cy="32918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콘텐츠 영역 — 하단 푸터 바 배경입니다.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0" y="6355080"/>
              <a:ext cx="12191695" cy="50292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0" y="6355080"/>
              <a:ext cx="457200" cy="50292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40080" y="6355080"/>
              <a:ext cx="731520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2026 · 사업명 · 기관명을 입력하세요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0789920" y="6355080"/>
              <a:ext cx="109728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3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128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BGP-128 · 푸터바(purple/solid)</a:t>
              </a:r>
            </a:p>
          </p:txBody>
        </p:sp>
        <p:sp>
          <p:nvSpPr>
            <p:cNvPr id="3" name="BGP-128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822960" y="822960"/>
              <a:ext cx="10058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4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22960" y="1645920"/>
              <a:ext cx="10515600" cy="32918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콘텐츠 영역 — 하단 푸터 바 배경입니다.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0" y="6355080"/>
              <a:ext cx="12191695" cy="50292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0" y="6355080"/>
              <a:ext cx="457200" cy="50292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40080" y="6355080"/>
              <a:ext cx="731520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2026 · 사업명 · 기관명을 입력하세요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0789920" y="6355080"/>
              <a:ext cx="109728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3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129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BGP-129 · 푸터바(cyan/solid)</a:t>
              </a:r>
            </a:p>
          </p:txBody>
        </p:sp>
        <p:sp>
          <p:nvSpPr>
            <p:cNvPr id="3" name="BGP-129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822960" y="822960"/>
              <a:ext cx="10058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4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22960" y="1645920"/>
              <a:ext cx="10515600" cy="32918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콘텐츠 영역 — 하단 푸터 바 배경입니다.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0" y="6355080"/>
              <a:ext cx="12191695" cy="50292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0" y="6355080"/>
              <a:ext cx="457200" cy="50292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40080" y="6355080"/>
              <a:ext cx="731520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2026 · 사업명 · 기관명을 입력하세요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0789920" y="6355080"/>
              <a:ext cx="109728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3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130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BGP-130 · 푸터바(slate/solid)</a:t>
              </a:r>
            </a:p>
          </p:txBody>
        </p:sp>
        <p:sp>
          <p:nvSpPr>
            <p:cNvPr id="3" name="BGP-130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822960" y="822960"/>
              <a:ext cx="10058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4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22960" y="1645920"/>
              <a:ext cx="10515600" cy="32918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콘텐츠 영역 — 하단 푸터 바 배경입니다.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0" y="6355080"/>
              <a:ext cx="12191695" cy="50292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0" y="6355080"/>
              <a:ext cx="457200" cy="50292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40080" y="6355080"/>
              <a:ext cx="731520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2026 · 사업명 · 기관명을 입력하세요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0789920" y="6355080"/>
              <a:ext cx="109728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3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131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BGP-131 · 푸터바(navy/line)</a:t>
              </a:r>
            </a:p>
          </p:txBody>
        </p:sp>
        <p:sp>
          <p:nvSpPr>
            <p:cNvPr id="3" name="BGP-131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822960" y="822960"/>
              <a:ext cx="10058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4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22960" y="1645920"/>
              <a:ext cx="10515600" cy="32918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콘텐츠 영역 — 하단 푸터 바 배경입니다.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0" y="6355080"/>
              <a:ext cx="12191695" cy="27432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0" y="6355080"/>
              <a:ext cx="320040" cy="50292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48640" y="6355080"/>
              <a:ext cx="731520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사업명 · 기관명을 입력하세요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0607040" y="6355080"/>
              <a:ext cx="128016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132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BGP-132 · 푸터바(blue/line)</a:t>
              </a:r>
            </a:p>
          </p:txBody>
        </p:sp>
        <p:sp>
          <p:nvSpPr>
            <p:cNvPr id="3" name="BGP-132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822960" y="822960"/>
              <a:ext cx="10058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4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22960" y="1645920"/>
              <a:ext cx="10515600" cy="32918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콘텐츠 영역 — 하단 푸터 바 배경입니다.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0" y="6355080"/>
              <a:ext cx="12191695" cy="27432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0" y="6355080"/>
              <a:ext cx="320040" cy="50292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48640" y="6355080"/>
              <a:ext cx="731520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사업명 · 기관명을 입력하세요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0607040" y="6355080"/>
              <a:ext cx="128016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133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BGP-133 · 푸터바(teal/line)</a:t>
              </a:r>
            </a:p>
          </p:txBody>
        </p:sp>
        <p:sp>
          <p:nvSpPr>
            <p:cNvPr id="3" name="BGP-133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822960" y="822960"/>
              <a:ext cx="10058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4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22960" y="1645920"/>
              <a:ext cx="10515600" cy="32918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콘텐츠 영역 — 하단 푸터 바 배경입니다.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0" y="6355080"/>
              <a:ext cx="12191695" cy="27432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0" y="6355080"/>
              <a:ext cx="320040" cy="50292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48640" y="6355080"/>
              <a:ext cx="731520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사업명 · 기관명을 입력하세요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0607040" y="6355080"/>
              <a:ext cx="128016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134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BGP-134 · 푸터바(purple/line)</a:t>
              </a:r>
            </a:p>
          </p:txBody>
        </p:sp>
        <p:sp>
          <p:nvSpPr>
            <p:cNvPr id="3" name="BGP-134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822960" y="822960"/>
              <a:ext cx="10058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4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22960" y="1645920"/>
              <a:ext cx="10515600" cy="32918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콘텐츠 영역 — 하단 푸터 바 배경입니다.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0" y="6355080"/>
              <a:ext cx="12191695" cy="27432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0" y="6355080"/>
              <a:ext cx="320040" cy="50292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48640" y="6355080"/>
              <a:ext cx="731520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사업명 · 기관명을 입력하세요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0607040" y="6355080"/>
              <a:ext cx="128016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135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BGP-135 · 푸터바(cyan/line)</a:t>
              </a:r>
            </a:p>
          </p:txBody>
        </p:sp>
        <p:sp>
          <p:nvSpPr>
            <p:cNvPr id="3" name="BGP-135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822960" y="822960"/>
              <a:ext cx="10058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4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22960" y="1645920"/>
              <a:ext cx="10515600" cy="32918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콘텐츠 영역 — 하단 푸터 바 배경입니다.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0" y="6355080"/>
              <a:ext cx="12191695" cy="27432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0" y="6355080"/>
              <a:ext cx="320040" cy="50292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48640" y="6355080"/>
              <a:ext cx="731520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사업명 · 기관명을 입력하세요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0607040" y="6355080"/>
              <a:ext cx="128016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136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BGP-136 · 푸터바(slate/line)</a:t>
              </a:r>
            </a:p>
          </p:txBody>
        </p:sp>
        <p:sp>
          <p:nvSpPr>
            <p:cNvPr id="3" name="BGP-136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822960" y="822960"/>
              <a:ext cx="10058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4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22960" y="1645920"/>
              <a:ext cx="10515600" cy="32918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콘텐츠 영역 — 하단 푸터 바 배경입니다.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0" y="6355080"/>
              <a:ext cx="12191695" cy="27432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0" y="6355080"/>
              <a:ext cx="320040" cy="50292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48640" y="6355080"/>
              <a:ext cx="731520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사업명 · 기관명을 입력하세요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0607040" y="6355080"/>
              <a:ext cx="128016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137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BGP-137 · 푸터바(navy/grad)</a:t>
              </a:r>
            </a:p>
          </p:txBody>
        </p:sp>
        <p:sp>
          <p:nvSpPr>
            <p:cNvPr id="3" name="BGP-137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822960" y="822960"/>
              <a:ext cx="10058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4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22960" y="1645920"/>
              <a:ext cx="10515600" cy="32918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콘텐츠 영역 — 하단 푸터 바 배경입니다.</a:t>
              </a:r>
            </a:p>
          </p:txBody>
        </p:sp>
        <p:sp>
          <p:nvSpPr>
            <p:cNvPr id="6" name="BGP-137_bg"/>
            <p:cNvSpPr/>
            <p:nvPr/>
          </p:nvSpPr>
          <p:spPr>
            <a:xfrm>
              <a:off x="0" y="6355080"/>
              <a:ext cx="12191695" cy="502920"/>
            </a:xfrm>
            <a:prstGeom prst="rect">
              <a:avLst/>
            </a:prstGeom>
            <a:gradFill rotWithShape="1">
              <a:gsLst>
                <a:gs pos="0">
                  <a:srgbClr val="16233B"/>
                </a:gs>
                <a:gs pos="100000">
                  <a:srgbClr val="1F3864"/>
                </a:gs>
              </a:gsLst>
              <a:lin scaled="0" ang="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40080" y="6355080"/>
              <a:ext cx="731520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2026 · 사업명 · 기관명을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0789920" y="6355080"/>
              <a:ext cx="109728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3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138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BGP-138 · 푸터바(blue/grad)</a:t>
              </a:r>
            </a:p>
          </p:txBody>
        </p:sp>
        <p:sp>
          <p:nvSpPr>
            <p:cNvPr id="3" name="BGP-138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822960" y="822960"/>
              <a:ext cx="10058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4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22960" y="1645920"/>
              <a:ext cx="10515600" cy="32918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콘텐츠 영역 — 하단 푸터 바 배경입니다.</a:t>
              </a:r>
            </a:p>
          </p:txBody>
        </p:sp>
        <p:sp>
          <p:nvSpPr>
            <p:cNvPr id="6" name="BGP-138_bg"/>
            <p:cNvSpPr/>
            <p:nvPr/>
          </p:nvSpPr>
          <p:spPr>
            <a:xfrm>
              <a:off x="0" y="6355080"/>
              <a:ext cx="12191695" cy="502920"/>
            </a:xfrm>
            <a:prstGeom prst="rect">
              <a:avLst/>
            </a:prstGeom>
            <a:gradFill rotWithShape="1">
              <a:gsLst>
                <a:gs pos="0">
                  <a:srgbClr val="1F3864"/>
                </a:gs>
                <a:gs pos="100000">
                  <a:srgbClr val="2A4A7F"/>
                </a:gs>
              </a:gsLst>
              <a:lin scaled="0" ang="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40080" y="6355080"/>
              <a:ext cx="731520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2026 · 사업명 · 기관명을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0789920" y="6355080"/>
              <a:ext cx="109728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3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139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BGP-139 · 푸터바(teal/grad)</a:t>
              </a:r>
            </a:p>
          </p:txBody>
        </p:sp>
        <p:sp>
          <p:nvSpPr>
            <p:cNvPr id="3" name="BGP-139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822960" y="822960"/>
              <a:ext cx="10058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4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22960" y="1645920"/>
              <a:ext cx="10515600" cy="32918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콘텐츠 영역 — 하단 푸터 바 배경입니다.</a:t>
              </a:r>
            </a:p>
          </p:txBody>
        </p:sp>
        <p:sp>
          <p:nvSpPr>
            <p:cNvPr id="6" name="BGP-139_bg"/>
            <p:cNvSpPr/>
            <p:nvPr/>
          </p:nvSpPr>
          <p:spPr>
            <a:xfrm>
              <a:off x="0" y="6355080"/>
              <a:ext cx="12191695" cy="502920"/>
            </a:xfrm>
            <a:prstGeom prst="rect">
              <a:avLst/>
            </a:prstGeom>
            <a:gradFill rotWithShape="1">
              <a:gsLst>
                <a:gs pos="0">
                  <a:srgbClr val="16233B"/>
                </a:gs>
                <a:gs pos="100000">
                  <a:srgbClr val="1F3864"/>
                </a:gs>
              </a:gsLst>
              <a:lin scaled="0" ang="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40080" y="6355080"/>
              <a:ext cx="731520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2026 · 사업명 · 기관명을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0789920" y="6355080"/>
              <a:ext cx="109728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3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140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BGP-140 · 푸터바(purple/grad)</a:t>
              </a:r>
            </a:p>
          </p:txBody>
        </p:sp>
        <p:sp>
          <p:nvSpPr>
            <p:cNvPr id="3" name="BGP-140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822960" y="822960"/>
              <a:ext cx="10058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4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22960" y="1645920"/>
              <a:ext cx="10515600" cy="32918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콘텐츠 영역 — 하단 푸터 바 배경입니다.</a:t>
              </a:r>
            </a:p>
          </p:txBody>
        </p:sp>
        <p:sp>
          <p:nvSpPr>
            <p:cNvPr id="6" name="BGP-140_bg"/>
            <p:cNvSpPr/>
            <p:nvPr/>
          </p:nvSpPr>
          <p:spPr>
            <a:xfrm>
              <a:off x="0" y="6355080"/>
              <a:ext cx="12191695" cy="502920"/>
            </a:xfrm>
            <a:prstGeom prst="rect">
              <a:avLst/>
            </a:prstGeom>
            <a:gradFill rotWithShape="1">
              <a:gsLst>
                <a:gs pos="0">
                  <a:srgbClr val="16233B"/>
                </a:gs>
                <a:gs pos="100000">
                  <a:srgbClr val="1F3864"/>
                </a:gs>
              </a:gsLst>
              <a:lin scaled="0" ang="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40080" y="6355080"/>
              <a:ext cx="731520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2026 · 사업명 · 기관명을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0789920" y="6355080"/>
              <a:ext cx="109728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3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