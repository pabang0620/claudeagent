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BGP-125 · 푸터바(navy/solid)</a:t>
            </a:r>
          </a:p>
        </p:txBody>
      </p:sp>
      <p:sp>
        <p:nvSpPr>
          <p:cNvPr id="3" name="asset:BGP-1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457200" cy="50292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BGP-126 · 푸터바(blue/solid)</a:t>
            </a:r>
          </a:p>
        </p:txBody>
      </p:sp>
      <p:sp>
        <p:nvSpPr>
          <p:cNvPr id="3" name="asset:BGP-1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457200" cy="5029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BGP-127 · 푸터바(teal/solid)</a:t>
            </a:r>
          </a:p>
        </p:txBody>
      </p:sp>
      <p:sp>
        <p:nvSpPr>
          <p:cNvPr id="3" name="asset:BGP-1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457200" cy="5029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BGP-128 · 푸터바(purple/solid)</a:t>
            </a:r>
          </a:p>
        </p:txBody>
      </p:sp>
      <p:sp>
        <p:nvSpPr>
          <p:cNvPr id="3" name="asset:BGP-1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457200" cy="50292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BGP-129 · 푸터바(cyan/solid)</a:t>
            </a:r>
          </a:p>
        </p:txBody>
      </p:sp>
      <p:sp>
        <p:nvSpPr>
          <p:cNvPr id="3" name="asset:BGP-1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457200" cy="5029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BGP-130 · 푸터바(slate/solid)</a:t>
            </a:r>
          </a:p>
        </p:txBody>
      </p:sp>
      <p:sp>
        <p:nvSpPr>
          <p:cNvPr id="3" name="asset:BGP-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457200" cy="50292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BGP-131 · 푸터바(navy/line)</a:t>
            </a:r>
          </a:p>
        </p:txBody>
      </p:sp>
      <p:sp>
        <p:nvSpPr>
          <p:cNvPr id="3" name="asset:BGP-1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320040" cy="50292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BGP-132 · 푸터바(blue/line)</a:t>
            </a:r>
          </a:p>
        </p:txBody>
      </p:sp>
      <p:sp>
        <p:nvSpPr>
          <p:cNvPr id="3" name="asset:BGP-1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320040" cy="5029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BGP-133 · 푸터바(teal/line)</a:t>
            </a:r>
          </a:p>
        </p:txBody>
      </p:sp>
      <p:sp>
        <p:nvSpPr>
          <p:cNvPr id="3" name="asset:BGP-1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320040" cy="5029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BGP-134 · 푸터바(purple/line)</a:t>
            </a:r>
          </a:p>
        </p:txBody>
      </p:sp>
      <p:sp>
        <p:nvSpPr>
          <p:cNvPr id="3" name="asset:BGP-1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320040" cy="50292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BGP-135 · 푸터바(cyan/line)</a:t>
            </a:r>
          </a:p>
        </p:txBody>
      </p:sp>
      <p:sp>
        <p:nvSpPr>
          <p:cNvPr id="3" name="asset:BGP-1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320040" cy="5029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BGP-136 · 푸터바(slate/line)</a:t>
            </a:r>
          </a:p>
        </p:txBody>
      </p:sp>
      <p:sp>
        <p:nvSpPr>
          <p:cNvPr id="3" name="asset:BGP-1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2743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320040" cy="50292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사업명 · 기관명을 입력하세요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12801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BGP-137 · 푸터바(navy/grad)</a:t>
            </a:r>
          </a:p>
        </p:txBody>
      </p:sp>
      <p:sp>
        <p:nvSpPr>
          <p:cNvPr id="3" name="asset:BGP-1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asset:BGP-13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16233B"/>
              </a:gs>
              <a:gs pos="100000">
                <a:srgbClr val="1F386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BGP-138 · 푸터바(blue/grad)</a:t>
            </a:r>
          </a:p>
        </p:txBody>
      </p:sp>
      <p:sp>
        <p:nvSpPr>
          <p:cNvPr id="3" name="asset:BGP-1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asset:BGP-13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1F3864"/>
              </a:gs>
              <a:gs pos="100000">
                <a:srgbClr val="2A4A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BGP-139 · 푸터바(teal/grad)</a:t>
            </a:r>
          </a:p>
        </p:txBody>
      </p:sp>
      <p:sp>
        <p:nvSpPr>
          <p:cNvPr id="3" name="asset:BGP-1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asset:BGP-13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16233B"/>
              </a:gs>
              <a:gs pos="100000">
                <a:srgbClr val="1F386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BGP-140 · 푸터바(purple/grad)</a:t>
            </a:r>
          </a:p>
        </p:txBody>
      </p:sp>
      <p:sp>
        <p:nvSpPr>
          <p:cNvPr id="3" name="asset:BGP-1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4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본문 콘텐츠 영역 — 하단 푸터 바 배경입니다.</a:t>
            </a:r>
          </a:p>
        </p:txBody>
      </p:sp>
      <p:sp>
        <p:nvSpPr>
          <p:cNvPr id="6" name="asset:BGP-14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gradFill rotWithShape="1">
            <a:gsLst>
              <a:gs pos="0">
                <a:srgbClr val="16233B"/>
              </a:gs>
              <a:gs pos="100000">
                <a:srgbClr val="1F386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73152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 · 사업명 · 기관명을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1097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/>
            <a:r>
              <a:rPr sz="1300" b="1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