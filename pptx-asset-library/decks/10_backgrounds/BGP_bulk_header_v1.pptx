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BGP-109 · 헤더밴드(navy/h095)</a:t>
            </a:r>
          </a:p>
        </p:txBody>
      </p:sp>
      <p:sp>
        <p:nvSpPr>
          <p:cNvPr id="3" name="asset:BGP-10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82296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242316"/>
            <a:ext cx="128016" cy="38404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8686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8686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BGP-110 · 헤더밴드(blue/h095)</a:t>
            </a:r>
          </a:p>
        </p:txBody>
      </p:sp>
      <p:sp>
        <p:nvSpPr>
          <p:cNvPr id="3" name="asset:BGP-1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82296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242316"/>
            <a:ext cx="128016" cy="384048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8686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8686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BGP-111 · 헤더밴드(teal/h095)</a:t>
            </a:r>
          </a:p>
        </p:txBody>
      </p:sp>
      <p:sp>
        <p:nvSpPr>
          <p:cNvPr id="3" name="asset:BGP-1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82296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242316"/>
            <a:ext cx="128016" cy="38404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8686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8686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BGP-112 · 헤더밴드(purple/h095)</a:t>
            </a:r>
          </a:p>
        </p:txBody>
      </p:sp>
      <p:sp>
        <p:nvSpPr>
          <p:cNvPr id="3" name="asset:BGP-1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82296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242316"/>
            <a:ext cx="128016" cy="38404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8686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8686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BGP-113 · 헤더밴드(cyan/h095)</a:t>
            </a:r>
          </a:p>
        </p:txBody>
      </p:sp>
      <p:sp>
        <p:nvSpPr>
          <p:cNvPr id="3" name="asset:BGP-1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82296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242316"/>
            <a:ext cx="128016" cy="384048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8686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8686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BGP-114 · 헤더밴드(slate/h095)</a:t>
            </a:r>
          </a:p>
        </p:txBody>
      </p:sp>
      <p:sp>
        <p:nvSpPr>
          <p:cNvPr id="3" name="asset:BGP-1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82296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242316"/>
            <a:ext cx="128016" cy="38404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8686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8686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BGP-115 · 헤더밴드(navy/h12)</a:t>
            </a:r>
          </a:p>
        </p:txBody>
      </p:sp>
      <p:sp>
        <p:nvSpPr>
          <p:cNvPr id="3" name="asset:BGP-1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82296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356616"/>
            <a:ext cx="128016" cy="38404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BGP-116 · 헤더밴드(blue/h12)</a:t>
            </a:r>
          </a:p>
        </p:txBody>
      </p:sp>
      <p:sp>
        <p:nvSpPr>
          <p:cNvPr id="3" name="asset:BGP-1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82296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356616"/>
            <a:ext cx="128016" cy="384048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BGP-117 · 헤더밴드(teal/h12)</a:t>
            </a:r>
          </a:p>
        </p:txBody>
      </p:sp>
      <p:sp>
        <p:nvSpPr>
          <p:cNvPr id="3" name="asset:BGP-1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82296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356616"/>
            <a:ext cx="128016" cy="38404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BGP-118 · 헤더밴드(purple/h12)</a:t>
            </a:r>
          </a:p>
        </p:txBody>
      </p:sp>
      <p:sp>
        <p:nvSpPr>
          <p:cNvPr id="3" name="asset:BGP-1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82296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356616"/>
            <a:ext cx="128016" cy="38404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BGP-119 · 헤더밴드(cyan/h12)</a:t>
            </a:r>
          </a:p>
        </p:txBody>
      </p:sp>
      <p:sp>
        <p:nvSpPr>
          <p:cNvPr id="3" name="asset:BGP-1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82296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356616"/>
            <a:ext cx="128016" cy="384048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BGP-120 · 헤더밴드(slate/h12)</a:t>
            </a:r>
          </a:p>
        </p:txBody>
      </p:sp>
      <p:sp>
        <p:nvSpPr>
          <p:cNvPr id="3" name="asset:BGP-1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82296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356616"/>
            <a:ext cx="128016" cy="38404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BGP-121 · 헤더밴드(navy/h15)</a:t>
            </a:r>
          </a:p>
        </p:txBody>
      </p:sp>
      <p:sp>
        <p:nvSpPr>
          <p:cNvPr id="3" name="asset:BGP-1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493776"/>
            <a:ext cx="128016" cy="38404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13716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13716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BGP-122 · 헤더밴드(blue/h15)</a:t>
            </a:r>
          </a:p>
        </p:txBody>
      </p:sp>
      <p:sp>
        <p:nvSpPr>
          <p:cNvPr id="3" name="asset:BGP-1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493776"/>
            <a:ext cx="128016" cy="384048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13716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13716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BGP-123 · 헤더밴드(teal/h15)</a:t>
            </a:r>
          </a:p>
        </p:txBody>
      </p:sp>
      <p:sp>
        <p:nvSpPr>
          <p:cNvPr id="3" name="asset:BGP-1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493776"/>
            <a:ext cx="128016" cy="38404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13716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13716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BGP-124 · 헤더밴드(purple/h15)</a:t>
            </a:r>
          </a:p>
        </p:txBody>
      </p:sp>
      <p:sp>
        <p:nvSpPr>
          <p:cNvPr id="3" name="asset:BGP-1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493776"/>
            <a:ext cx="128016" cy="38404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0"/>
            <a:ext cx="7772400" cy="13716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0"/>
            <a:ext cx="3108960" cy="13716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4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88136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본문 콘텐츠 영역 — 반복 사용 헤더 밴드 배경입니다.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