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0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BGP-109 · 헤더밴드(navy/h095)</a:t>
              </a:r>
            </a:p>
          </p:txBody>
        </p:sp>
        <p:sp>
          <p:nvSpPr>
            <p:cNvPr id="3" name="BGP-10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BGP-110 · 헤더밴드(blue/h095)</a:t>
              </a:r>
            </a:p>
          </p:txBody>
        </p:sp>
        <p:sp>
          <p:nvSpPr>
            <p:cNvPr id="3" name="BGP-11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BGP-111 · 헤더밴드(teal/h095)</a:t>
              </a:r>
            </a:p>
          </p:txBody>
        </p:sp>
        <p:sp>
          <p:nvSpPr>
            <p:cNvPr id="3" name="BGP-11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BGP-112 · 헤더밴드(purple/h095)</a:t>
              </a:r>
            </a:p>
          </p:txBody>
        </p:sp>
        <p:sp>
          <p:nvSpPr>
            <p:cNvPr id="3" name="BGP-11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BGP-113 · 헤더밴드(cyan/h095)</a:t>
              </a:r>
            </a:p>
          </p:txBody>
        </p:sp>
        <p:sp>
          <p:nvSpPr>
            <p:cNvPr id="3" name="BGP-11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BGP-114 · 헤더밴드(slate/h095)</a:t>
              </a:r>
            </a:p>
          </p:txBody>
        </p:sp>
        <p:sp>
          <p:nvSpPr>
            <p:cNvPr id="3" name="BGP-11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86868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86868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2423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3258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BGP-115 · 헤더밴드(navy/h12)</a:t>
              </a:r>
            </a:p>
          </p:txBody>
        </p:sp>
        <p:sp>
          <p:nvSpPr>
            <p:cNvPr id="3" name="BGP-11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BGP-116 · 헤더밴드(blue/h12)</a:t>
              </a:r>
            </a:p>
          </p:txBody>
        </p:sp>
        <p:sp>
          <p:nvSpPr>
            <p:cNvPr id="3" name="BGP-11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BGP-117 · 헤더밴드(teal/h12)</a:t>
              </a:r>
            </a:p>
          </p:txBody>
        </p:sp>
        <p:sp>
          <p:nvSpPr>
            <p:cNvPr id="3" name="BGP-11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BGP-118 · 헤더밴드(purple/h12)</a:t>
              </a:r>
            </a:p>
          </p:txBody>
        </p:sp>
        <p:sp>
          <p:nvSpPr>
            <p:cNvPr id="3" name="BGP-11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1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BGP-119 · 헤더밴드(cyan/h12)</a:t>
              </a:r>
            </a:p>
          </p:txBody>
        </p:sp>
        <p:sp>
          <p:nvSpPr>
            <p:cNvPr id="3" name="BGP-11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2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BGP-120 · 헤더밴드(slate/h12)</a:t>
              </a:r>
            </a:p>
          </p:txBody>
        </p:sp>
        <p:sp>
          <p:nvSpPr>
            <p:cNvPr id="3" name="BGP-12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09728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09728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35661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0972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55448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2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BGP-121 · 헤더밴드(navy/h15)</a:t>
              </a:r>
            </a:p>
          </p:txBody>
        </p:sp>
        <p:sp>
          <p:nvSpPr>
            <p:cNvPr id="3" name="BGP-12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3716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371600"/>
              <a:ext cx="12191695" cy="8229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49377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82880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2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BGP-122 · 헤더밴드(blue/h15)</a:t>
              </a:r>
            </a:p>
          </p:txBody>
        </p:sp>
        <p:sp>
          <p:nvSpPr>
            <p:cNvPr id="3" name="BGP-12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3716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371600"/>
              <a:ext cx="12191695" cy="8229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493776"/>
              <a:ext cx="128016" cy="384048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82880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2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BGP-123 · 헤더밴드(teal/h15)</a:t>
              </a:r>
            </a:p>
          </p:txBody>
        </p:sp>
        <p:sp>
          <p:nvSpPr>
            <p:cNvPr id="3" name="BGP-12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3716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371600"/>
              <a:ext cx="12191695" cy="8229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49377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82880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BGP-12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BGP-124 · 헤더밴드(purple/h15)</a:t>
              </a:r>
            </a:p>
          </p:txBody>
        </p:sp>
        <p:sp>
          <p:nvSpPr>
            <p:cNvPr id="3" name="BGP-12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12191695" cy="13716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1371600"/>
              <a:ext cx="12191695" cy="8229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" y="493776"/>
              <a:ext cx="128016" cy="384048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0"/>
              <a:ext cx="777240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86800" y="0"/>
              <a:ext cx="3108960" cy="13716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400" b="0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1828800"/>
              <a:ext cx="10881360" cy="3657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콘텐츠 영역 — 반복 사용 헤더 밴드 배경입니다.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