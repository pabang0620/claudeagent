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BGP-093 · 간지 사이드바(navy/L-narrow)</a:t>
            </a:r>
          </a:p>
        </p:txBody>
      </p:sp>
      <p:sp>
        <p:nvSpPr>
          <p:cNvPr id="3" name="asset:BGP-09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0"/>
            <a:ext cx="91440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26517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BGP-094 · 간지 사이드바(blue/L-narrow)</a:t>
            </a:r>
          </a:p>
        </p:txBody>
      </p:sp>
      <p:sp>
        <p:nvSpPr>
          <p:cNvPr id="3" name="asset:BGP-09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0"/>
            <a:ext cx="91440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26517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BGP-095 · 간지 사이드바(teal/L-narrow)</a:t>
            </a:r>
          </a:p>
        </p:txBody>
      </p:sp>
      <p:sp>
        <p:nvSpPr>
          <p:cNvPr id="3" name="asset:BGP-09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26517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BGP-096 · 간지 사이드바(purple/L-narrow)</a:t>
            </a:r>
          </a:p>
        </p:txBody>
      </p:sp>
      <p:sp>
        <p:nvSpPr>
          <p:cNvPr id="3" name="asset:BGP-09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0"/>
            <a:ext cx="91440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26517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BGP-097 · 간지 사이드바(cyan/L-narrow)</a:t>
            </a:r>
          </a:p>
        </p:txBody>
      </p:sp>
      <p:sp>
        <p:nvSpPr>
          <p:cNvPr id="3" name="asset:BGP-09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0"/>
            <a:ext cx="91440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26517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BGP-098 · 간지 사이드바(slate/L-narrow)</a:t>
            </a:r>
          </a:p>
        </p:txBody>
      </p:sp>
      <p:sp>
        <p:nvSpPr>
          <p:cNvPr id="3" name="asset:BGP-09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0"/>
            <a:ext cx="91440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26517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BGP-099 · 간지 사이드바(navy/L-wide)</a:t>
            </a:r>
          </a:p>
        </p:txBody>
      </p:sp>
      <p:sp>
        <p:nvSpPr>
          <p:cNvPr id="3" name="asset:BGP-09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91440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200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BGP-100 · 간지 사이드바(blue/L-wide)</a:t>
            </a:r>
          </a:p>
        </p:txBody>
      </p:sp>
      <p:sp>
        <p:nvSpPr>
          <p:cNvPr id="3" name="asset:BGP-1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91440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200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BGP-101 · 간지 사이드바(teal/L-wide)</a:t>
            </a:r>
          </a:p>
        </p:txBody>
      </p:sp>
      <p:sp>
        <p:nvSpPr>
          <p:cNvPr id="3" name="asset:BGP-10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200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BGP-102 · 간지 사이드바(purple/L-wide)</a:t>
            </a:r>
          </a:p>
        </p:txBody>
      </p:sp>
      <p:sp>
        <p:nvSpPr>
          <p:cNvPr id="3" name="asset:BGP-10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91440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200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BGP-103 · 간지 사이드바(cyan/L-wide)</a:t>
            </a:r>
          </a:p>
        </p:txBody>
      </p:sp>
      <p:sp>
        <p:nvSpPr>
          <p:cNvPr id="3" name="asset:BGP-10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91440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200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BGP-104 · 간지 사이드바(slate/L-wide)</a:t>
            </a:r>
          </a:p>
        </p:txBody>
      </p:sp>
      <p:sp>
        <p:nvSpPr>
          <p:cNvPr id="3" name="asset:BGP-10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91440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320040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BGP-105 · 간지 사이드바(navy/R)</a:t>
            </a:r>
          </a:p>
        </p:txBody>
      </p:sp>
      <p:sp>
        <p:nvSpPr>
          <p:cNvPr id="3" name="asset:BGP-10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42655" y="0"/>
            <a:ext cx="91440" cy="685800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91440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1554480"/>
            <a:ext cx="283464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035040"/>
            <a:ext cx="28346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BGP-106 · 간지 사이드바(blue/R)</a:t>
            </a:r>
          </a:p>
        </p:txBody>
      </p:sp>
      <p:sp>
        <p:nvSpPr>
          <p:cNvPr id="3" name="asset:BGP-10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42655" y="0"/>
            <a:ext cx="91440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91440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1554480"/>
            <a:ext cx="283464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035040"/>
            <a:ext cx="28346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BGP-107 · 간지 사이드바(teal/R)</a:t>
            </a:r>
          </a:p>
        </p:txBody>
      </p:sp>
      <p:sp>
        <p:nvSpPr>
          <p:cNvPr id="3" name="asset:BGP-10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42655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91440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1554480"/>
            <a:ext cx="283464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035040"/>
            <a:ext cx="28346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BGP-108 · 간지 사이드바(purple/R)</a:t>
            </a:r>
          </a:p>
        </p:txBody>
      </p:sp>
      <p:sp>
        <p:nvSpPr>
          <p:cNvPr id="3" name="asset:BGP-10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42655" y="0"/>
            <a:ext cx="91440" cy="685800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295" y="91440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1554480"/>
            <a:ext cx="2834640" cy="12801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035040"/>
            <a:ext cx="28346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0">
                <a:solidFill>
                  <a:srgbClr val="D9D9D9"/>
                </a:solidFill>
                <a:latin typeface="Pretendard"/>
                <a:ea typeface="Pretendard"/>
                <a:cs typeface="Pretendard"/>
              </a:rPr>
              <a:t>2026 · 사업명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88720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01952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59152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072384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9584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242816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0016"/>
            <a:ext cx="6400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2000" b="1">
                <a:solidFill>
                  <a:srgbClr val="7B2D8E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00016"/>
            <a:ext cx="58521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6233B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413248"/>
            <a:ext cx="58521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