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5" name="asset:BGP-093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BGP-093 · 간지 사이드바(navy/L-narrow)</a:t>
              </a:r>
            </a:p>
          </p:txBody>
        </p:sp>
        <p:sp>
          <p:nvSpPr>
            <p:cNvPr id="3" name="BGP-093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347472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474720" y="0"/>
              <a:ext cx="91440" cy="6858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7200" y="914400"/>
              <a:ext cx="26517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7200" y="1554480"/>
              <a:ext cx="2651760" cy="1280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목차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7200" y="6035040"/>
              <a:ext cx="26517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사업명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023359" y="1188720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023359" y="1188720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46320" y="1188720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846320" y="1901952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023359" y="2359152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023359" y="2359152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46320" y="2359152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846320" y="3072384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023359" y="3529584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023359" y="3529584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03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846320" y="3529584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846320" y="4242816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023359" y="4700016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023359" y="4700016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846320" y="4700016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846320" y="5413248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5" name="asset:BGP-094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BGP-094 · 간지 사이드바(blue/L-narrow)</a:t>
              </a:r>
            </a:p>
          </p:txBody>
        </p:sp>
        <p:sp>
          <p:nvSpPr>
            <p:cNvPr id="3" name="BGP-094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3474720" cy="68580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474720" y="0"/>
              <a:ext cx="91440" cy="68580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7200" y="914400"/>
              <a:ext cx="26517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7200" y="1554480"/>
              <a:ext cx="2651760" cy="1280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목차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7200" y="6035040"/>
              <a:ext cx="26517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사업명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023359" y="1188720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023359" y="1188720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46320" y="1188720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846320" y="1901952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023359" y="2359152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023359" y="2359152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02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46320" y="2359152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846320" y="3072384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023359" y="3529584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023359" y="3529584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03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846320" y="3529584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846320" y="4242816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023359" y="4700016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023359" y="4700016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04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846320" y="4700016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846320" y="5413248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5" name="asset:BGP-095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BGP-095 · 간지 사이드바(teal/L-narrow)</a:t>
              </a:r>
            </a:p>
          </p:txBody>
        </p:sp>
        <p:sp>
          <p:nvSpPr>
            <p:cNvPr id="3" name="BGP-095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347472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474720" y="0"/>
              <a:ext cx="91440" cy="68580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7200" y="914400"/>
              <a:ext cx="26517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7200" y="1554480"/>
              <a:ext cx="2651760" cy="1280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목차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7200" y="6035040"/>
              <a:ext cx="26517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사업명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023359" y="1188720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023359" y="1188720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46320" y="1188720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846320" y="1901952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023359" y="2359152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023359" y="2359152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02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46320" y="2359152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846320" y="3072384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023359" y="3529584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023359" y="3529584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03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846320" y="3529584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846320" y="4242816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023359" y="4700016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023359" y="4700016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04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846320" y="4700016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846320" y="5413248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5" name="asset:BGP-096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BGP-096 · 간지 사이드바(purple/L-narrow)</a:t>
              </a:r>
            </a:p>
          </p:txBody>
        </p:sp>
        <p:sp>
          <p:nvSpPr>
            <p:cNvPr id="3" name="BGP-096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347472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474720" y="0"/>
              <a:ext cx="91440" cy="68580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7200" y="914400"/>
              <a:ext cx="26517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7200" y="1554480"/>
              <a:ext cx="2651760" cy="1280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목차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7200" y="6035040"/>
              <a:ext cx="26517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사업명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023359" y="1188720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023359" y="1188720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46320" y="1188720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846320" y="1901952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023359" y="2359152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023359" y="2359152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02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46320" y="2359152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846320" y="3072384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023359" y="3529584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023359" y="3529584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03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846320" y="3529584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846320" y="4242816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023359" y="4700016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023359" y="4700016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04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846320" y="4700016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846320" y="5413248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5" name="asset:BGP-097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BGP-097 · 간지 사이드바(cyan/L-narrow)</a:t>
              </a:r>
            </a:p>
          </p:txBody>
        </p:sp>
        <p:sp>
          <p:nvSpPr>
            <p:cNvPr id="3" name="BGP-097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3474720" cy="68580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474720" y="0"/>
              <a:ext cx="91440" cy="68580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7200" y="914400"/>
              <a:ext cx="26517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7200" y="1554480"/>
              <a:ext cx="2651760" cy="1280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목차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7200" y="6035040"/>
              <a:ext cx="26517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사업명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023359" y="1188720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023359" y="1188720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46320" y="1188720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846320" y="1901952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023359" y="2359152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023359" y="2359152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02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46320" y="2359152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846320" y="3072384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023359" y="3529584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023359" y="3529584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03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846320" y="3529584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846320" y="4242816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023359" y="4700016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023359" y="4700016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04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846320" y="4700016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846320" y="5413248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5" name="asset:BGP-098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BGP-098 · 간지 사이드바(slate/L-narrow)</a:t>
              </a:r>
            </a:p>
          </p:txBody>
        </p:sp>
        <p:sp>
          <p:nvSpPr>
            <p:cNvPr id="3" name="BGP-098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3474720" cy="68580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474720" y="0"/>
              <a:ext cx="91440" cy="6858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7200" y="914400"/>
              <a:ext cx="26517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7200" y="1554480"/>
              <a:ext cx="2651760" cy="1280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목차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7200" y="6035040"/>
              <a:ext cx="26517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사업명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023359" y="1188720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023359" y="1188720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46320" y="1188720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846320" y="1901952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023359" y="2359152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023359" y="2359152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46320" y="2359152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846320" y="3072384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023359" y="3529584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023359" y="3529584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03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846320" y="3529584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846320" y="4242816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023359" y="4700016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023359" y="4700016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846320" y="4700016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846320" y="5413248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5" name="asset:BGP-099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BGP-099 · 간지 사이드바(navy/L-wide)</a:t>
              </a:r>
            </a:p>
          </p:txBody>
        </p:sp>
        <p:sp>
          <p:nvSpPr>
            <p:cNvPr id="3" name="BGP-099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402336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023360" y="0"/>
              <a:ext cx="91440" cy="6858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7200" y="914400"/>
              <a:ext cx="3200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7200" y="1554480"/>
              <a:ext cx="3200400" cy="1280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목차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7200" y="6035040"/>
              <a:ext cx="3200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사업명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572000" y="1188720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572000" y="1188720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394960" y="1188720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394960" y="1901952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572000" y="2359152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572000" y="2359152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394960" y="2359152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394960" y="3072384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0" y="3529584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572000" y="3529584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03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394960" y="3529584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394960" y="4242816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572000" y="4700016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572000" y="4700016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394960" y="4700016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5394960" y="5413248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5" name="asset:BGP-100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BGP-100 · 간지 사이드바(blue/L-wide)</a:t>
              </a:r>
            </a:p>
          </p:txBody>
        </p:sp>
        <p:sp>
          <p:nvSpPr>
            <p:cNvPr id="3" name="BGP-100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4023360" cy="68580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023360" y="0"/>
              <a:ext cx="91440" cy="68580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7200" y="914400"/>
              <a:ext cx="3200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7200" y="1554480"/>
              <a:ext cx="3200400" cy="1280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목차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7200" y="6035040"/>
              <a:ext cx="3200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사업명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572000" y="1188720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572000" y="1188720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394960" y="1188720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394960" y="1901952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572000" y="2359152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572000" y="2359152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02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394960" y="2359152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394960" y="3072384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0" y="3529584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572000" y="3529584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03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394960" y="3529584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394960" y="4242816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572000" y="4700016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572000" y="4700016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04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394960" y="4700016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5394960" y="5413248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5" name="asset:BGP-101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BGP-101 · 간지 사이드바(teal/L-wide)</a:t>
              </a:r>
            </a:p>
          </p:txBody>
        </p:sp>
        <p:sp>
          <p:nvSpPr>
            <p:cNvPr id="3" name="BGP-101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402336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023360" y="0"/>
              <a:ext cx="91440" cy="68580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7200" y="914400"/>
              <a:ext cx="3200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7200" y="1554480"/>
              <a:ext cx="3200400" cy="1280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목차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7200" y="6035040"/>
              <a:ext cx="3200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사업명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572000" y="1188720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572000" y="1188720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394960" y="1188720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394960" y="1901952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572000" y="2359152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572000" y="2359152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02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394960" y="2359152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394960" y="3072384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0" y="3529584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572000" y="3529584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03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394960" y="3529584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394960" y="4242816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572000" y="4700016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572000" y="4700016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04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394960" y="4700016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5394960" y="5413248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5" name="asset:BGP-102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BGP-102 · 간지 사이드바(purple/L-wide)</a:t>
              </a:r>
            </a:p>
          </p:txBody>
        </p:sp>
        <p:sp>
          <p:nvSpPr>
            <p:cNvPr id="3" name="BGP-102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402336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023360" y="0"/>
              <a:ext cx="91440" cy="68580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7200" y="914400"/>
              <a:ext cx="3200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7200" y="1554480"/>
              <a:ext cx="3200400" cy="1280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목차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7200" y="6035040"/>
              <a:ext cx="3200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사업명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572000" y="1188720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572000" y="1188720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394960" y="1188720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394960" y="1901952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572000" y="2359152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572000" y="2359152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02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394960" y="2359152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394960" y="3072384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0" y="3529584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572000" y="3529584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03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394960" y="3529584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394960" y="4242816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572000" y="4700016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572000" y="4700016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04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394960" y="4700016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5394960" y="5413248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5" name="asset:BGP-103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BGP-103 · 간지 사이드바(cyan/L-wide)</a:t>
              </a:r>
            </a:p>
          </p:txBody>
        </p:sp>
        <p:sp>
          <p:nvSpPr>
            <p:cNvPr id="3" name="BGP-103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4023360" cy="68580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023360" y="0"/>
              <a:ext cx="91440" cy="68580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7200" y="914400"/>
              <a:ext cx="3200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7200" y="1554480"/>
              <a:ext cx="3200400" cy="1280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목차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7200" y="6035040"/>
              <a:ext cx="3200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사업명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572000" y="1188720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572000" y="1188720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394960" y="1188720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394960" y="1901952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572000" y="2359152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572000" y="2359152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02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394960" y="2359152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394960" y="3072384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0" y="3529584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572000" y="3529584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03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394960" y="3529584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394960" y="4242816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572000" y="4700016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572000" y="4700016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04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394960" y="4700016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5394960" y="5413248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5" name="asset:BGP-104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BGP-104 · 간지 사이드바(slate/L-wide)</a:t>
              </a:r>
            </a:p>
          </p:txBody>
        </p:sp>
        <p:sp>
          <p:nvSpPr>
            <p:cNvPr id="3" name="BGP-104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4023360" cy="68580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023360" y="0"/>
              <a:ext cx="91440" cy="6858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7200" y="914400"/>
              <a:ext cx="3200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7200" y="1554480"/>
              <a:ext cx="3200400" cy="1280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목차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7200" y="6035040"/>
              <a:ext cx="3200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사업명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572000" y="1188720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572000" y="1188720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394960" y="1188720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394960" y="1901952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572000" y="2359152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572000" y="2359152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394960" y="2359152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394960" y="3072384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0" y="3529584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572000" y="3529584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03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394960" y="3529584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394960" y="4242816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572000" y="4700016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572000" y="4700016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394960" y="4700016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5394960" y="5413248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5" name="asset:BGP-105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BGP-105 · 간지 사이드바(navy/R)</a:t>
              </a:r>
            </a:p>
          </p:txBody>
        </p:sp>
        <p:sp>
          <p:nvSpPr>
            <p:cNvPr id="3" name="BGP-105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534095" y="0"/>
              <a:ext cx="365760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442655" y="0"/>
              <a:ext cx="91440" cy="6858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991295" y="914400"/>
              <a:ext cx="283464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991295" y="1554480"/>
              <a:ext cx="2834640" cy="1280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목차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991295" y="6035040"/>
              <a:ext cx="28346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사업명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48640" y="1188720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48640" y="1188720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371600" y="1188720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371600" y="1901952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48640" y="2359152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48640" y="2359152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371600" y="2359152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371600" y="3072384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48640" y="3529584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48640" y="3529584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03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371600" y="3529584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371600" y="4242816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48640" y="4700016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48640" y="4700016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04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371600" y="4700016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1371600" y="5413248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5" name="asset:BGP-106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BGP-106 · 간지 사이드바(blue/R)</a:t>
              </a:r>
            </a:p>
          </p:txBody>
        </p:sp>
        <p:sp>
          <p:nvSpPr>
            <p:cNvPr id="3" name="BGP-106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534095" y="0"/>
              <a:ext cx="3657600" cy="68580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442655" y="0"/>
              <a:ext cx="91440" cy="68580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991295" y="914400"/>
              <a:ext cx="283464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991295" y="1554480"/>
              <a:ext cx="2834640" cy="1280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목차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991295" y="6035040"/>
              <a:ext cx="28346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사업명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48640" y="1188720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48640" y="1188720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371600" y="1188720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371600" y="1901952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48640" y="2359152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48640" y="2359152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02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371600" y="2359152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371600" y="3072384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48640" y="3529584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48640" y="3529584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03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371600" y="3529584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371600" y="4242816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48640" y="4700016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48640" y="4700016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04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371600" y="4700016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1371600" y="5413248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5" name="asset:BGP-107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BGP-107 · 간지 사이드바(teal/R)</a:t>
              </a:r>
            </a:p>
          </p:txBody>
        </p:sp>
        <p:sp>
          <p:nvSpPr>
            <p:cNvPr id="3" name="BGP-107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534095" y="0"/>
              <a:ext cx="365760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442655" y="0"/>
              <a:ext cx="91440" cy="68580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991295" y="914400"/>
              <a:ext cx="283464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991295" y="1554480"/>
              <a:ext cx="2834640" cy="1280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목차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991295" y="6035040"/>
              <a:ext cx="28346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사업명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48640" y="1188720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48640" y="1188720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371600" y="1188720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371600" y="1901952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48640" y="2359152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48640" y="2359152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02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371600" y="2359152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371600" y="3072384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48640" y="3529584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48640" y="3529584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03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371600" y="3529584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371600" y="4242816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48640" y="4700016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48640" y="4700016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04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371600" y="4700016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1371600" y="5413248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5" name="asset:BGP-108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BGP-108 · 간지 사이드바(purple/R)</a:t>
              </a:r>
            </a:p>
          </p:txBody>
        </p:sp>
        <p:sp>
          <p:nvSpPr>
            <p:cNvPr id="3" name="BGP-108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534095" y="0"/>
              <a:ext cx="365760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442655" y="0"/>
              <a:ext cx="91440" cy="68580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991295" y="914400"/>
              <a:ext cx="283464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991295" y="1554480"/>
              <a:ext cx="2834640" cy="1280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목차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991295" y="6035040"/>
              <a:ext cx="28346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사업명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48640" y="1188720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48640" y="1188720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371600" y="1188720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371600" y="1901952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48640" y="2359152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48640" y="2359152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02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371600" y="2359152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371600" y="3072384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48640" y="3529584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48640" y="3529584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03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371600" y="3529584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371600" y="4242816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48640" y="4700016"/>
              <a:ext cx="640080" cy="64008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48640" y="4700016"/>
              <a:ext cx="64008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04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371600" y="4700016"/>
              <a:ext cx="585216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1371600" y="5413248"/>
              <a:ext cx="58521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