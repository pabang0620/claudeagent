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BGP-204 · gov 섹션간지A(네이비+대형번호)</a:t>
            </a:r>
          </a:p>
        </p:txBody>
      </p:sp>
      <p:grpSp>
        <p:nvGrpSpPr>
          <p:cNvPr id="10" name="asset:BGP-204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22960" y="1005840"/>
              <a:ext cx="3657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7030A0"/>
                  </a:solidFill>
                  <a:latin typeface="Pretendard GOV Light"/>
                  <a:ea typeface="Pretendard GOV Light"/>
                  <a:cs typeface="Pretendard GOV Light"/>
                </a:rPr>
                <a:t>PART 01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60" y="1417320"/>
              <a:ext cx="3657600" cy="2743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46320" y="2331720"/>
              <a:ext cx="5236080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제목을 입력하세요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846320" y="3657600"/>
              <a:ext cx="2194560" cy="640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0" y="3886200"/>
              <a:ext cx="52360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본 섹션의 개요를 입력하세요.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사업명을 입력하세요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BGP-205 · gov 섹션간지B(라이트패널+퍼플번호배지)</a:t>
            </a:r>
          </a:p>
        </p:txBody>
      </p:sp>
      <p:grpSp>
        <p:nvGrpSpPr>
          <p:cNvPr id="10" name="asset:BGP-205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22960" y="1463040"/>
              <a:ext cx="2011680" cy="2011680"/>
            </a:xfrm>
            <a:prstGeom prst="roundRect">
              <a:avLst>
                <a:gd name="adj" fmla="val 6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02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200400" y="1572768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7030A0"/>
                  </a:solidFill>
                  <a:latin typeface="Pretendard GOV Light"/>
                  <a:ea typeface="Pretendard GOV Light"/>
                  <a:cs typeface="Pretendard GOV Light"/>
                </a:rPr>
                <a:t>PART 02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0" y="1965960"/>
              <a:ext cx="6881999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제목을 입력하세요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00400" y="3246120"/>
              <a:ext cx="2194560" cy="640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0" y="3474720"/>
              <a:ext cx="6881999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본 섹션의 개요를 입력하세요.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2026 · 사업명을 입력하세요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