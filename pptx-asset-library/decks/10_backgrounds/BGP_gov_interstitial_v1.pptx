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90536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BGP-204 · gov 섹션간지A(네이비+대형번호)</a:t>
            </a:r>
          </a:p>
        </p:txBody>
      </p:sp>
      <p:grpSp>
        <p:nvGrpSpPr>
          <p:cNvPr id="10" name="asset:BGP-204"/>
          <p:cNvGrpSpPr/>
          <p:nvPr/>
        </p:nvGrpSpPr>
        <p:grpSpPr>
          <a:xfrm>
            <a:off x="0" y="0"/>
            <a:ext cx="10905360" cy="7772400"/>
            <a:chOff x="0" y="0"/>
            <a:chExt cx="10905360" cy="7772400"/>
          </a:xfrm>
        </p:grpSpPr>
        <p:sp>
          <p:nvSpPr>
            <p:cNvPr id="3" name="Rectangle 2"/>
            <p:cNvSpPr/>
            <p:nvPr/>
          </p:nvSpPr>
          <p:spPr>
            <a:xfrm>
              <a:off x="0" y="0"/>
              <a:ext cx="10905360" cy="7772400"/>
            </a:xfrm>
            <a:prstGeom prst="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1005840"/>
              <a:ext cx="3657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7030A0"/>
                  </a:solidFill>
                  <a:latin typeface="Pretendard GOV Light"/>
                  <a:ea typeface="Pretendard GOV Light"/>
                  <a:cs typeface="Pretendard GOV Light"/>
                </a:rPr>
                <a:t>PART 01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417320"/>
              <a:ext cx="3657600" cy="2743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01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46320" y="2331720"/>
              <a:ext cx="5236080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6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제목을 입력하세요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4846320" y="3657600"/>
              <a:ext cx="2194560" cy="6400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46320" y="3886200"/>
              <a:ext cx="523608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FFFFFF"/>
                  </a:solidFill>
                  <a:latin typeface="Pretendard GOV SemiBold"/>
                  <a:ea typeface="Pretendard GOV SemiBold"/>
                  <a:cs typeface="Pretendard GOV SemiBold"/>
                </a:rPr>
                <a:t>본 섹션의 개요를 입력하세요.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7269480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FFFFFF"/>
                  </a:solidFill>
                  <a:latin typeface="Pretendard GOV Light"/>
                  <a:ea typeface="Pretendard GOV Light"/>
                  <a:cs typeface="Pretendard GOV Light"/>
                </a:rPr>
                <a:t>2026 · 사업명을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BGP-205 · gov 섹션간지B(라이트패널+퍼플번호배지)</a:t>
            </a:r>
          </a:p>
        </p:txBody>
      </p:sp>
      <p:grpSp>
        <p:nvGrpSpPr>
          <p:cNvPr id="10" name="asset:BGP-205"/>
          <p:cNvGrpSpPr/>
          <p:nvPr/>
        </p:nvGrpSpPr>
        <p:grpSpPr>
          <a:xfrm>
            <a:off x="0" y="0"/>
            <a:ext cx="10905360" cy="7772400"/>
            <a:chOff x="0" y="0"/>
            <a:chExt cx="10905360" cy="7772400"/>
          </a:xfrm>
        </p:grpSpPr>
        <p:sp>
          <p:nvSpPr>
            <p:cNvPr id="3" name="Rectangle 2"/>
            <p:cNvSpPr/>
            <p:nvPr/>
          </p:nvSpPr>
          <p:spPr>
            <a:xfrm>
              <a:off x="0" y="0"/>
              <a:ext cx="10905360" cy="777240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822960" y="1463040"/>
              <a:ext cx="2011680" cy="2011680"/>
            </a:xfrm>
            <a:prstGeom prst="roundRect">
              <a:avLst>
                <a:gd name="adj" fmla="val 6000"/>
              </a:avLst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02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200400" y="1572768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1">
                  <a:solidFill>
                    <a:srgbClr val="7030A0"/>
                  </a:solidFill>
                  <a:latin typeface="Pretendard GOV Light"/>
                  <a:ea typeface="Pretendard GOV Light"/>
                  <a:cs typeface="Pretendard GOV Light"/>
                </a:rPr>
                <a:t>PART 02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200400" y="1965960"/>
              <a:ext cx="6881999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600" b="1">
                  <a:solidFill>
                    <a:srgbClr val="2E4692"/>
                  </a:solidFill>
                  <a:latin typeface="Pretendard GOV Black"/>
                  <a:ea typeface="Pretendard GOV Black"/>
                  <a:cs typeface="Pretendard GOV Black"/>
                </a:rPr>
                <a:t>제목을 입력하세요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00400" y="3246120"/>
              <a:ext cx="2194560" cy="6400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0" y="3474720"/>
              <a:ext cx="6881999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본 섹션의 개요를 입력하세요.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7269480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2026 · 사업명을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