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013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BGP-013 · 표지 좌패널(navy/L-narrow)</a:t>
              </a:r>
            </a:p>
          </p:txBody>
        </p:sp>
        <p:sp>
          <p:nvSpPr>
            <p:cNvPr id="3" name="BGP-013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4206240" cy="685800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078224" y="0"/>
              <a:ext cx="128016" cy="68580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548640" y="4114800"/>
              <a:ext cx="1280160" cy="8229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48640" y="1097280"/>
              <a:ext cx="320039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48640" y="2926080"/>
              <a:ext cx="3200399" cy="10058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48640" y="4343400"/>
              <a:ext cx="320039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014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BGP-014 · 표지 좌패널(blue/L-narrow)</a:t>
              </a:r>
            </a:p>
          </p:txBody>
        </p:sp>
        <p:sp>
          <p:nvSpPr>
            <p:cNvPr id="3" name="BGP-014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4206240" cy="6858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078224" y="0"/>
              <a:ext cx="128016" cy="685800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548640" y="4114800"/>
              <a:ext cx="1280160" cy="82296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48640" y="1097280"/>
              <a:ext cx="320039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48640" y="2926080"/>
              <a:ext cx="3200399" cy="10058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48640" y="4343400"/>
              <a:ext cx="320039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015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BGP-015 · 표지 좌패널(teal/L-narrow)</a:t>
              </a:r>
            </a:p>
          </p:txBody>
        </p:sp>
        <p:sp>
          <p:nvSpPr>
            <p:cNvPr id="3" name="BGP-015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4206240" cy="685800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078224" y="0"/>
              <a:ext cx="128016" cy="685800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548640" y="4114800"/>
              <a:ext cx="1280160" cy="8229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48640" y="1097280"/>
              <a:ext cx="320039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48640" y="2926080"/>
              <a:ext cx="3200399" cy="10058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48640" y="4343400"/>
              <a:ext cx="320039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016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BGP-016 · 표지 좌패널(purple/L-narrow)</a:t>
              </a:r>
            </a:p>
          </p:txBody>
        </p:sp>
        <p:sp>
          <p:nvSpPr>
            <p:cNvPr id="3" name="BGP-016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4206240" cy="685800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078224" y="0"/>
              <a:ext cx="128016" cy="685800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548640" y="4114800"/>
              <a:ext cx="1280160" cy="8229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48640" y="1097280"/>
              <a:ext cx="320039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48640" y="2926080"/>
              <a:ext cx="3200399" cy="10058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48640" y="4343400"/>
              <a:ext cx="320039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017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BGP-017 · 표지 좌패널(cyan/L-narrow)</a:t>
              </a:r>
            </a:p>
          </p:txBody>
        </p:sp>
        <p:sp>
          <p:nvSpPr>
            <p:cNvPr id="3" name="BGP-017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4206240" cy="6858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078224" y="0"/>
              <a:ext cx="128016" cy="685800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548640" y="4114800"/>
              <a:ext cx="1280160" cy="82296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48640" y="1097280"/>
              <a:ext cx="320039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48640" y="2926080"/>
              <a:ext cx="3200399" cy="10058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48640" y="4343400"/>
              <a:ext cx="320039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018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BGP-018 · 표지 좌패널(slate/L-narrow)</a:t>
              </a:r>
            </a:p>
          </p:txBody>
        </p:sp>
        <p:sp>
          <p:nvSpPr>
            <p:cNvPr id="3" name="BGP-018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4206240" cy="685800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078224" y="0"/>
              <a:ext cx="128016" cy="68580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548640" y="4114800"/>
              <a:ext cx="1280160" cy="8229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48640" y="1097280"/>
              <a:ext cx="320039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48640" y="2926080"/>
              <a:ext cx="3200399" cy="10058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48640" y="4343400"/>
              <a:ext cx="320039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019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BGP-019 · 표지 좌패널(navy/L-wide)</a:t>
              </a:r>
            </a:p>
          </p:txBody>
        </p:sp>
        <p:sp>
          <p:nvSpPr>
            <p:cNvPr id="3" name="BGP-019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5120640" cy="685800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992624" y="0"/>
              <a:ext cx="128016" cy="68580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548640" y="4114800"/>
              <a:ext cx="1280160" cy="8229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48640" y="1097280"/>
              <a:ext cx="4114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48640" y="2926080"/>
              <a:ext cx="4114800" cy="10058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48640" y="4343400"/>
              <a:ext cx="4114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020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BGP-020 · 표지 좌패널(blue/L-wide)</a:t>
              </a:r>
            </a:p>
          </p:txBody>
        </p:sp>
        <p:sp>
          <p:nvSpPr>
            <p:cNvPr id="3" name="BGP-020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5120640" cy="6858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992624" y="0"/>
              <a:ext cx="128016" cy="685800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548640" y="4114800"/>
              <a:ext cx="1280160" cy="82296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48640" y="1097280"/>
              <a:ext cx="4114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48640" y="2926080"/>
              <a:ext cx="4114800" cy="10058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48640" y="4343400"/>
              <a:ext cx="4114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021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BGP-021 · 표지 좌패널(teal/L-wide)</a:t>
              </a:r>
            </a:p>
          </p:txBody>
        </p:sp>
        <p:sp>
          <p:nvSpPr>
            <p:cNvPr id="3" name="BGP-021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5120640" cy="685800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992624" y="0"/>
              <a:ext cx="128016" cy="685800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548640" y="4114800"/>
              <a:ext cx="1280160" cy="8229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48640" y="1097280"/>
              <a:ext cx="4114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48640" y="2926080"/>
              <a:ext cx="4114800" cy="10058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48640" y="4343400"/>
              <a:ext cx="4114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022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BGP-022 · 표지 좌패널(purple/L-wide)</a:t>
              </a:r>
            </a:p>
          </p:txBody>
        </p:sp>
        <p:sp>
          <p:nvSpPr>
            <p:cNvPr id="3" name="BGP-022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5120640" cy="685800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992624" y="0"/>
              <a:ext cx="128016" cy="685800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548640" y="4114800"/>
              <a:ext cx="1280160" cy="8229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48640" y="1097280"/>
              <a:ext cx="4114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48640" y="2926080"/>
              <a:ext cx="4114800" cy="10058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48640" y="4343400"/>
              <a:ext cx="4114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023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BGP-023 · 표지 좌패널(cyan/L-wide)</a:t>
              </a:r>
            </a:p>
          </p:txBody>
        </p:sp>
        <p:sp>
          <p:nvSpPr>
            <p:cNvPr id="3" name="BGP-023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5120640" cy="6858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992624" y="0"/>
              <a:ext cx="128016" cy="685800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548640" y="4114800"/>
              <a:ext cx="1280160" cy="82296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48640" y="1097280"/>
              <a:ext cx="4114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48640" y="2926080"/>
              <a:ext cx="4114800" cy="10058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48640" y="4343400"/>
              <a:ext cx="4114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024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BGP-024 · 표지 좌패널(slate/L-wide)</a:t>
              </a:r>
            </a:p>
          </p:txBody>
        </p:sp>
        <p:sp>
          <p:nvSpPr>
            <p:cNvPr id="3" name="BGP-024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5120640" cy="685800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992624" y="0"/>
              <a:ext cx="128016" cy="68580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548640" y="4114800"/>
              <a:ext cx="1280160" cy="8229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48640" y="1097280"/>
              <a:ext cx="4114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48640" y="2926080"/>
              <a:ext cx="4114800" cy="10058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48640" y="4343400"/>
              <a:ext cx="4114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025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BGP-025 · 표지 좌패널(navy/R)</a:t>
              </a:r>
            </a:p>
          </p:txBody>
        </p:sp>
        <p:sp>
          <p:nvSpPr>
            <p:cNvPr id="3" name="BGP-025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7619695" y="0"/>
              <a:ext cx="4572000" cy="685800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7619695" y="0"/>
              <a:ext cx="128016" cy="68580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168335" y="4114800"/>
              <a:ext cx="1280160" cy="8229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168335" y="1097280"/>
              <a:ext cx="35661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168335" y="2926080"/>
              <a:ext cx="3566160" cy="10058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168335" y="4343400"/>
              <a:ext cx="35661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026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BGP-026 · 표지 좌패널(blue/R)</a:t>
              </a:r>
            </a:p>
          </p:txBody>
        </p:sp>
        <p:sp>
          <p:nvSpPr>
            <p:cNvPr id="3" name="BGP-026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7619695" y="0"/>
              <a:ext cx="4572000" cy="6858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7619695" y="0"/>
              <a:ext cx="128016" cy="685800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168335" y="4114800"/>
              <a:ext cx="1280160" cy="82296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168335" y="1097280"/>
              <a:ext cx="35661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168335" y="2926080"/>
              <a:ext cx="3566160" cy="10058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168335" y="4343400"/>
              <a:ext cx="35661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027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BGP-027 · 표지 좌패널(teal/R)</a:t>
              </a:r>
            </a:p>
          </p:txBody>
        </p:sp>
        <p:sp>
          <p:nvSpPr>
            <p:cNvPr id="3" name="BGP-027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7619695" y="0"/>
              <a:ext cx="4572000" cy="685800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7619695" y="0"/>
              <a:ext cx="128016" cy="685800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168335" y="4114800"/>
              <a:ext cx="1280160" cy="8229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168335" y="1097280"/>
              <a:ext cx="35661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168335" y="2926080"/>
              <a:ext cx="3566160" cy="10058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168335" y="4343400"/>
              <a:ext cx="35661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028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BGP-028 · 표지 좌패널(purple/R)</a:t>
              </a:r>
            </a:p>
          </p:txBody>
        </p:sp>
        <p:sp>
          <p:nvSpPr>
            <p:cNvPr id="3" name="BGP-028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7619695" y="0"/>
              <a:ext cx="4572000" cy="685800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7619695" y="0"/>
              <a:ext cx="128016" cy="685800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168335" y="4114800"/>
              <a:ext cx="1280160" cy="8229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168335" y="1097280"/>
              <a:ext cx="35661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168335" y="2926080"/>
              <a:ext cx="3566160" cy="10058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168335" y="4343400"/>
              <a:ext cx="35661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