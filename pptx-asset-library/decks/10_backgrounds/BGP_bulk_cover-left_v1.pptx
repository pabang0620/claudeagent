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BGP-013 · 표지 좌패널(navy/L-narrow)</a:t>
            </a:r>
          </a:p>
        </p:txBody>
      </p:sp>
      <p:sp>
        <p:nvSpPr>
          <p:cNvPr id="3" name="asset:BGP-0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8224" y="0"/>
            <a:ext cx="128016" cy="6858000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114800"/>
            <a:ext cx="1280160" cy="82296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3200399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3200399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3200399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BGP-014 · 표지 좌패널(blue/L-narrow)</a:t>
            </a:r>
          </a:p>
        </p:txBody>
      </p:sp>
      <p:sp>
        <p:nvSpPr>
          <p:cNvPr id="3" name="asset:BGP-0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8224" y="0"/>
            <a:ext cx="128016" cy="685800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114800"/>
            <a:ext cx="1280160" cy="82296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3200399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3200399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3200399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BGP-015 · 표지 좌패널(teal/L-narrow)</a:t>
            </a:r>
          </a:p>
        </p:txBody>
      </p:sp>
      <p:sp>
        <p:nvSpPr>
          <p:cNvPr id="3" name="asset:BGP-0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8224" y="0"/>
            <a:ext cx="128016" cy="68580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114800"/>
            <a:ext cx="1280160" cy="82296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3200399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3200399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3200399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BGP-016 · 표지 좌패널(purple/L-narrow)</a:t>
            </a:r>
          </a:p>
        </p:txBody>
      </p:sp>
      <p:sp>
        <p:nvSpPr>
          <p:cNvPr id="3" name="asset:BGP-0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8224" y="0"/>
            <a:ext cx="128016" cy="685800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114800"/>
            <a:ext cx="1280160" cy="82296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3200399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3200399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3200399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BGP-017 · 표지 좌패널(cyan/L-narrow)</a:t>
            </a:r>
          </a:p>
        </p:txBody>
      </p:sp>
      <p:sp>
        <p:nvSpPr>
          <p:cNvPr id="3" name="asset:BGP-0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8224" y="0"/>
            <a:ext cx="128016" cy="685800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114800"/>
            <a:ext cx="1280160" cy="82296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3200399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1F9E8F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3200399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3200399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BGP-018 · 표지 좌패널(slate/L-narrow)</a:t>
            </a:r>
          </a:p>
        </p:txBody>
      </p:sp>
      <p:sp>
        <p:nvSpPr>
          <p:cNvPr id="3" name="asset:BGP-0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8224" y="0"/>
            <a:ext cx="128016" cy="6858000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114800"/>
            <a:ext cx="1280160" cy="82296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3200399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3200399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3200399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BGP-019 · 표지 좌패널(navy/L-wide)</a:t>
            </a:r>
          </a:p>
        </p:txBody>
      </p:sp>
      <p:sp>
        <p:nvSpPr>
          <p:cNvPr id="3" name="asset:BGP-0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92624" y="0"/>
            <a:ext cx="128016" cy="6858000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114800"/>
            <a:ext cx="1280160" cy="82296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41148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411480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41148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BGP-020 · 표지 좌패널(blue/L-wide)</a:t>
            </a:r>
          </a:p>
        </p:txBody>
      </p:sp>
      <p:sp>
        <p:nvSpPr>
          <p:cNvPr id="3" name="asset:BGP-0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92624" y="0"/>
            <a:ext cx="128016" cy="685800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114800"/>
            <a:ext cx="1280160" cy="82296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41148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411480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41148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BGP-021 · 표지 좌패널(teal/L-wide)</a:t>
            </a:r>
          </a:p>
        </p:txBody>
      </p:sp>
      <p:sp>
        <p:nvSpPr>
          <p:cNvPr id="3" name="asset:BGP-0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92624" y="0"/>
            <a:ext cx="128016" cy="68580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114800"/>
            <a:ext cx="1280160" cy="82296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41148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411480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41148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BGP-022 · 표지 좌패널(purple/L-wide)</a:t>
            </a:r>
          </a:p>
        </p:txBody>
      </p:sp>
      <p:sp>
        <p:nvSpPr>
          <p:cNvPr id="3" name="asset:BGP-0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92624" y="0"/>
            <a:ext cx="128016" cy="685800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114800"/>
            <a:ext cx="1280160" cy="82296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41148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411480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41148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BGP-023 · 표지 좌패널(cyan/L-wide)</a:t>
            </a:r>
          </a:p>
        </p:txBody>
      </p:sp>
      <p:sp>
        <p:nvSpPr>
          <p:cNvPr id="3" name="asset:BGP-0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92624" y="0"/>
            <a:ext cx="128016" cy="685800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114800"/>
            <a:ext cx="1280160" cy="82296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41148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1F9E8F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411480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41148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BGP-024 · 표지 좌패널(slate/L-wide)</a:t>
            </a:r>
          </a:p>
        </p:txBody>
      </p:sp>
      <p:sp>
        <p:nvSpPr>
          <p:cNvPr id="3" name="asset:BGP-0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92624" y="0"/>
            <a:ext cx="128016" cy="6858000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114800"/>
            <a:ext cx="1280160" cy="82296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41148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411480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41148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BGP-025 · 표지 좌패널(navy/R)</a:t>
            </a:r>
          </a:p>
        </p:txBody>
      </p:sp>
      <p:sp>
        <p:nvSpPr>
          <p:cNvPr id="3" name="asset:BGP-0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19695" y="0"/>
            <a:ext cx="4572000" cy="685800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19695" y="0"/>
            <a:ext cx="128016" cy="6858000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68335" y="4114800"/>
            <a:ext cx="1280160" cy="82296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68335" y="1097280"/>
            <a:ext cx="35661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335" y="2926080"/>
            <a:ext cx="356616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8335" y="4343400"/>
            <a:ext cx="35661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BGP-026 · 표지 좌패널(blue/R)</a:t>
            </a:r>
          </a:p>
        </p:txBody>
      </p:sp>
      <p:sp>
        <p:nvSpPr>
          <p:cNvPr id="3" name="asset:BGP-0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19695" y="0"/>
            <a:ext cx="457200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19695" y="0"/>
            <a:ext cx="128016" cy="685800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68335" y="4114800"/>
            <a:ext cx="1280160" cy="82296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68335" y="1097280"/>
            <a:ext cx="35661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335" y="2926080"/>
            <a:ext cx="356616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8335" y="4343400"/>
            <a:ext cx="35661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BGP-027 · 표지 좌패널(teal/R)</a:t>
            </a:r>
          </a:p>
        </p:txBody>
      </p:sp>
      <p:sp>
        <p:nvSpPr>
          <p:cNvPr id="3" name="asset:BGP-0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19695" y="0"/>
            <a:ext cx="4572000" cy="685800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19695" y="0"/>
            <a:ext cx="128016" cy="68580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68335" y="4114800"/>
            <a:ext cx="1280160" cy="82296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68335" y="1097280"/>
            <a:ext cx="35661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335" y="2926080"/>
            <a:ext cx="356616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8335" y="4343400"/>
            <a:ext cx="35661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BGP-028 · 표지 좌패널(purple/R)</a:t>
            </a:r>
          </a:p>
        </p:txBody>
      </p:sp>
      <p:sp>
        <p:nvSpPr>
          <p:cNvPr id="3" name="asset:BGP-02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19695" y="0"/>
            <a:ext cx="4572000" cy="685800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19695" y="0"/>
            <a:ext cx="128016" cy="685800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68335" y="4114800"/>
            <a:ext cx="1280160" cy="82296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68335" y="1097280"/>
            <a:ext cx="35661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335" y="2926080"/>
            <a:ext cx="356616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사업명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8335" y="4343400"/>
            <a:ext cx="35661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제안서 제목을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