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BGP-171 · 라이트그레이 콘텐츠배경(navy/circles)</a:t>
            </a:r>
          </a:p>
        </p:txBody>
      </p:sp>
      <p:sp>
        <p:nvSpPr>
          <p:cNvPr id="3" name="asset:BGP-17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BGP-172 · 라이트그레이 콘텐츠배경(blue/circles)</a:t>
            </a:r>
          </a:p>
        </p:txBody>
      </p:sp>
      <p:sp>
        <p:nvSpPr>
          <p:cNvPr id="3" name="asset:BGP-17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BGP-173 · 라이트그레이 콘텐츠배경(teal/circles)</a:t>
            </a:r>
          </a:p>
        </p:txBody>
      </p:sp>
      <p:sp>
        <p:nvSpPr>
          <p:cNvPr id="3" name="asset:BGP-17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BGP-174 · 라이트그레이 콘텐츠배경(purple/circles)</a:t>
            </a:r>
          </a:p>
        </p:txBody>
      </p:sp>
      <p:sp>
        <p:nvSpPr>
          <p:cNvPr id="3" name="asset:BGP-17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BGP-175 · 라이트그레이 콘텐츠배경(cyan/circles)</a:t>
            </a:r>
          </a:p>
        </p:txBody>
      </p:sp>
      <p:sp>
        <p:nvSpPr>
          <p:cNvPr id="3" name="asset:BGP-17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BGP-176 · 라이트그레이 콘텐츠배경(slate/circles)</a:t>
            </a:r>
          </a:p>
        </p:txBody>
      </p:sp>
      <p:sp>
        <p:nvSpPr>
          <p:cNvPr id="3" name="asset:BGP-17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BGP-177 · 라이트그레이 콘텐츠배경(navy/corner)</a:t>
            </a:r>
          </a:p>
        </p:txBody>
      </p:sp>
      <p:sp>
        <p:nvSpPr>
          <p:cNvPr id="3" name="asset:BGP-17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BGP-178 · 라이트그레이 콘텐츠배경(blue/corner)</a:t>
            </a:r>
          </a:p>
        </p:txBody>
      </p:sp>
      <p:sp>
        <p:nvSpPr>
          <p:cNvPr id="3" name="asset:BGP-17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BGP-179 · 라이트그레이 콘텐츠배경(teal/corner)</a:t>
            </a:r>
          </a:p>
        </p:txBody>
      </p:sp>
      <p:sp>
        <p:nvSpPr>
          <p:cNvPr id="3" name="asset:BGP-17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BGP-180 · 라이트그레이 콘텐츠배경(purple/corner)</a:t>
            </a:r>
          </a:p>
        </p:txBody>
      </p:sp>
      <p:sp>
        <p:nvSpPr>
          <p:cNvPr id="3" name="asset:BGP-18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BGP-181 · 라이트그레이 콘텐츠배경(cyan/corner)</a:t>
            </a:r>
          </a:p>
        </p:txBody>
      </p:sp>
      <p:sp>
        <p:nvSpPr>
          <p:cNvPr id="3" name="asset:BGP-18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BGP-182 · 라이트그레이 콘텐츠배경(slate/corner)</a:t>
            </a:r>
          </a:p>
        </p:txBody>
      </p:sp>
      <p:sp>
        <p:nvSpPr>
          <p:cNvPr id="3" name="asset:BGP-18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8961120" y="0"/>
            <a:ext cx="3200400" cy="2194560"/>
          </a:xfrm>
          <a:prstGeom prst="rtTriangl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BGP-183 · 라이트그레이 콘텐츠배경(navy/stripe)</a:t>
            </a:r>
          </a:p>
        </p:txBody>
      </p:sp>
      <p:sp>
        <p:nvSpPr>
          <p:cNvPr id="3" name="asset:BGP-18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BGP-184 · 라이트그레이 콘텐츠배경(blue/stripe)</a:t>
            </a:r>
          </a:p>
        </p:txBody>
      </p:sp>
      <p:sp>
        <p:nvSpPr>
          <p:cNvPr id="3" name="asset:BGP-18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BGP-185 · 라이트그레이 콘텐츠배경(teal/stripe)</a:t>
            </a:r>
          </a:p>
        </p:txBody>
      </p:sp>
      <p:sp>
        <p:nvSpPr>
          <p:cNvPr id="3" name="asset:BGP-18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9728" cy="5486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8229600" cy="5943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10058400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눈이 편한 라이트 그레이(F7F9FC) 콘텐츠 배경입니다.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