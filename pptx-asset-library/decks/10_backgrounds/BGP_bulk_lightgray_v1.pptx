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71"/>
          <p:cNvGrpSpPr/>
          <p:nvPr/>
        </p:nvGrpSpPr>
        <p:grpSpPr>
          <a:xfrm>
            <a:off x="-1280160" y="-1097280"/>
            <a:ext cx="14356080" cy="9509760"/>
            <a:chOff x="-1280160" y="-1097280"/>
            <a:chExt cx="14356080" cy="950976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BGP-171 · 라이트그레이 콘텐츠배경(navy/circles)</a:t>
              </a:r>
            </a:p>
          </p:txBody>
        </p:sp>
        <p:sp>
          <p:nvSpPr>
            <p:cNvPr id="3" name="BGP-171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8961120" y="-1097280"/>
              <a:ext cx="4114800" cy="41148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-1280160" y="4754880"/>
              <a:ext cx="3657600" cy="36576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1188720"/>
              <a:ext cx="109728" cy="5486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1188720"/>
              <a:ext cx="822960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97280" y="2194560"/>
              <a:ext cx="10058400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눈이 편한 라이트 그레이(F7F9FC) 콘텐츠 배경입니다.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72"/>
          <p:cNvGrpSpPr/>
          <p:nvPr/>
        </p:nvGrpSpPr>
        <p:grpSpPr>
          <a:xfrm>
            <a:off x="-1280160" y="-1097280"/>
            <a:ext cx="14356080" cy="9509760"/>
            <a:chOff x="-1280160" y="-1097280"/>
            <a:chExt cx="14356080" cy="950976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BGP-172 · 라이트그레이 콘텐츠배경(blue/circles)</a:t>
              </a:r>
            </a:p>
          </p:txBody>
        </p:sp>
        <p:sp>
          <p:nvSpPr>
            <p:cNvPr id="3" name="BGP-172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8961120" y="-1097280"/>
              <a:ext cx="4114800" cy="41148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-1280160" y="4754880"/>
              <a:ext cx="3657600" cy="36576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1188720"/>
              <a:ext cx="109728" cy="54864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1188720"/>
              <a:ext cx="822960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97280" y="2194560"/>
              <a:ext cx="10058400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눈이 편한 라이트 그레이(F7F9FC) 콘텐츠 배경입니다.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73"/>
          <p:cNvGrpSpPr/>
          <p:nvPr/>
        </p:nvGrpSpPr>
        <p:grpSpPr>
          <a:xfrm>
            <a:off x="-1280160" y="-1097280"/>
            <a:ext cx="14356080" cy="9509760"/>
            <a:chOff x="-1280160" y="-1097280"/>
            <a:chExt cx="14356080" cy="950976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BGP-173 · 라이트그레이 콘텐츠배경(teal/circles)</a:t>
              </a:r>
            </a:p>
          </p:txBody>
        </p:sp>
        <p:sp>
          <p:nvSpPr>
            <p:cNvPr id="3" name="BGP-173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8961120" y="-1097280"/>
              <a:ext cx="4114800" cy="41148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-1280160" y="4754880"/>
              <a:ext cx="3657600" cy="36576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1188720"/>
              <a:ext cx="109728" cy="54864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1188720"/>
              <a:ext cx="822960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97280" y="2194560"/>
              <a:ext cx="10058400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눈이 편한 라이트 그레이(F7F9FC) 콘텐츠 배경입니다.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74"/>
          <p:cNvGrpSpPr/>
          <p:nvPr/>
        </p:nvGrpSpPr>
        <p:grpSpPr>
          <a:xfrm>
            <a:off x="-1280160" y="-1097280"/>
            <a:ext cx="14356080" cy="9509760"/>
            <a:chOff x="-1280160" y="-1097280"/>
            <a:chExt cx="14356080" cy="950976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BGP-174 · 라이트그레이 콘텐츠배경(purple/circles)</a:t>
              </a:r>
            </a:p>
          </p:txBody>
        </p:sp>
        <p:sp>
          <p:nvSpPr>
            <p:cNvPr id="3" name="BGP-174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8961120" y="-1097280"/>
              <a:ext cx="4114800" cy="41148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-1280160" y="4754880"/>
              <a:ext cx="3657600" cy="36576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1188720"/>
              <a:ext cx="109728" cy="54864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1188720"/>
              <a:ext cx="822960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97280" y="2194560"/>
              <a:ext cx="10058400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눈이 편한 라이트 그레이(F7F9FC) 콘텐츠 배경입니다.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75"/>
          <p:cNvGrpSpPr/>
          <p:nvPr/>
        </p:nvGrpSpPr>
        <p:grpSpPr>
          <a:xfrm>
            <a:off x="-1280160" y="-1097280"/>
            <a:ext cx="14356080" cy="9509760"/>
            <a:chOff x="-1280160" y="-1097280"/>
            <a:chExt cx="14356080" cy="950976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BGP-175 · 라이트그레이 콘텐츠배경(cyan/circles)</a:t>
              </a:r>
            </a:p>
          </p:txBody>
        </p:sp>
        <p:sp>
          <p:nvSpPr>
            <p:cNvPr id="3" name="BGP-175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8961120" y="-1097280"/>
              <a:ext cx="4114800" cy="41148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-1280160" y="4754880"/>
              <a:ext cx="3657600" cy="36576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1188720"/>
              <a:ext cx="109728" cy="54864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1188720"/>
              <a:ext cx="822960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97280" y="2194560"/>
              <a:ext cx="10058400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눈이 편한 라이트 그레이(F7F9FC) 콘텐츠 배경입니다.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76"/>
          <p:cNvGrpSpPr/>
          <p:nvPr/>
        </p:nvGrpSpPr>
        <p:grpSpPr>
          <a:xfrm>
            <a:off x="-1280160" y="-1097280"/>
            <a:ext cx="14356080" cy="9509760"/>
            <a:chOff x="-1280160" y="-1097280"/>
            <a:chExt cx="14356080" cy="950976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BGP-176 · 라이트그레이 콘텐츠배경(slate/circles)</a:t>
              </a:r>
            </a:p>
          </p:txBody>
        </p:sp>
        <p:sp>
          <p:nvSpPr>
            <p:cNvPr id="3" name="BGP-176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8961120" y="-1097280"/>
              <a:ext cx="4114800" cy="41148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-1280160" y="4754880"/>
              <a:ext cx="3657600" cy="36576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1188720"/>
              <a:ext cx="109728" cy="5486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1188720"/>
              <a:ext cx="822960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97280" y="2194560"/>
              <a:ext cx="10058400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눈이 편한 라이트 그레이(F7F9FC) 콘텐츠 배경입니다.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77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BGP-177 · 라이트그레이 콘텐츠배경(navy/corner)</a:t>
              </a:r>
            </a:p>
          </p:txBody>
        </p:sp>
        <p:sp>
          <p:nvSpPr>
            <p:cNvPr id="3" name="BGP-177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 rot="16200000">
              <a:off x="8961120" y="0"/>
              <a:ext cx="3200400" cy="2194560"/>
            </a:xfrm>
            <a:prstGeom prst="rtTriangl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1188720"/>
              <a:ext cx="109728" cy="5486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97280" y="1188720"/>
              <a:ext cx="822960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2194560"/>
              <a:ext cx="10058400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눈이 편한 라이트 그레이(F7F9FC) 콘텐츠 배경입니다.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78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BGP-178 · 라이트그레이 콘텐츠배경(blue/corner)</a:t>
              </a:r>
            </a:p>
          </p:txBody>
        </p:sp>
        <p:sp>
          <p:nvSpPr>
            <p:cNvPr id="3" name="BGP-178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 rot="16200000">
              <a:off x="8961120" y="0"/>
              <a:ext cx="3200400" cy="2194560"/>
            </a:xfrm>
            <a:prstGeom prst="rtTriangl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1188720"/>
              <a:ext cx="109728" cy="54864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97280" y="1188720"/>
              <a:ext cx="822960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2194560"/>
              <a:ext cx="10058400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눈이 편한 라이트 그레이(F7F9FC) 콘텐츠 배경입니다.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79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BGP-179 · 라이트그레이 콘텐츠배경(teal/corner)</a:t>
              </a:r>
            </a:p>
          </p:txBody>
        </p:sp>
        <p:sp>
          <p:nvSpPr>
            <p:cNvPr id="3" name="BGP-179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 rot="16200000">
              <a:off x="8961120" y="0"/>
              <a:ext cx="3200400" cy="2194560"/>
            </a:xfrm>
            <a:prstGeom prst="rtTriangl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1188720"/>
              <a:ext cx="109728" cy="54864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97280" y="1188720"/>
              <a:ext cx="822960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2194560"/>
              <a:ext cx="10058400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눈이 편한 라이트 그레이(F7F9FC) 콘텐츠 배경입니다.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80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BGP-180 · 라이트그레이 콘텐츠배경(purple/corner)</a:t>
              </a:r>
            </a:p>
          </p:txBody>
        </p:sp>
        <p:sp>
          <p:nvSpPr>
            <p:cNvPr id="3" name="BGP-180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 rot="16200000">
              <a:off x="8961120" y="0"/>
              <a:ext cx="3200400" cy="2194560"/>
            </a:xfrm>
            <a:prstGeom prst="rtTriangl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1188720"/>
              <a:ext cx="109728" cy="54864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97280" y="1188720"/>
              <a:ext cx="822960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2194560"/>
              <a:ext cx="10058400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눈이 편한 라이트 그레이(F7F9FC) 콘텐츠 배경입니다.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81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BGP-181 · 라이트그레이 콘텐츠배경(cyan/corner)</a:t>
              </a:r>
            </a:p>
          </p:txBody>
        </p:sp>
        <p:sp>
          <p:nvSpPr>
            <p:cNvPr id="3" name="BGP-181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 rot="16200000">
              <a:off x="8961120" y="0"/>
              <a:ext cx="3200400" cy="2194560"/>
            </a:xfrm>
            <a:prstGeom prst="rtTriangl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1188720"/>
              <a:ext cx="109728" cy="54864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97280" y="1188720"/>
              <a:ext cx="822960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2194560"/>
              <a:ext cx="10058400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눈이 편한 라이트 그레이(F7F9FC) 콘텐츠 배경입니다.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BGP-182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BGP-182 · 라이트그레이 콘텐츠배경(slate/corner)</a:t>
              </a:r>
            </a:p>
          </p:txBody>
        </p:sp>
        <p:sp>
          <p:nvSpPr>
            <p:cNvPr id="3" name="BGP-182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 rot="16200000">
              <a:off x="8961120" y="0"/>
              <a:ext cx="3200400" cy="2194560"/>
            </a:xfrm>
            <a:prstGeom prst="rtTriangl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1188720"/>
              <a:ext cx="109728" cy="5486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97280" y="1188720"/>
              <a:ext cx="822960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2194560"/>
              <a:ext cx="10058400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눈이 편한 라이트 그레이(F7F9FC) 콘텐츠 배경입니다.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83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BGP-183 · 라이트그레이 콘텐츠배경(navy/stripe)</a:t>
              </a:r>
            </a:p>
          </p:txBody>
        </p:sp>
        <p:sp>
          <p:nvSpPr>
            <p:cNvPr id="3" name="BGP-183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3200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6537960"/>
              <a:ext cx="12191695" cy="3200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1188720"/>
              <a:ext cx="109728" cy="5486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1188720"/>
              <a:ext cx="822960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97280" y="2194560"/>
              <a:ext cx="10058400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눈이 편한 라이트 그레이(F7F9FC) 콘텐츠 배경입니다.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84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BGP-184 · 라이트그레이 콘텐츠배경(blue/stripe)</a:t>
              </a:r>
            </a:p>
          </p:txBody>
        </p:sp>
        <p:sp>
          <p:nvSpPr>
            <p:cNvPr id="3" name="BGP-184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3200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6537960"/>
              <a:ext cx="12191695" cy="3200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1188720"/>
              <a:ext cx="109728" cy="54864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1188720"/>
              <a:ext cx="822960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97280" y="2194560"/>
              <a:ext cx="10058400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눈이 편한 라이트 그레이(F7F9FC) 콘텐츠 배경입니다.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85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BGP-185 · 라이트그레이 콘텐츠배경(teal/stripe)</a:t>
              </a:r>
            </a:p>
          </p:txBody>
        </p:sp>
        <p:sp>
          <p:nvSpPr>
            <p:cNvPr id="3" name="BGP-185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3200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6537960"/>
              <a:ext cx="12191695" cy="3200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1188720"/>
              <a:ext cx="109728" cy="54864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1188720"/>
              <a:ext cx="822960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97280" y="2194560"/>
              <a:ext cx="10058400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눈이 편한 라이트 그레이(F7F9FC) 콘텐츠 배경입니다.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