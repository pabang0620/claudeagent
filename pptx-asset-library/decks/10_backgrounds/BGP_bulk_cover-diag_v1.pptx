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4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BGP-045 · 표지 사선레이어(navy/br)</a:t>
              </a:r>
            </a:p>
          </p:txBody>
        </p:sp>
        <p:sp>
          <p:nvSpPr>
            <p:cNvPr id="3" name="BGP-04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0800000">
              <a:off x="6949440" y="329184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0800000">
              <a:off x="8503920" y="4480560"/>
              <a:ext cx="3685032" cy="237744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0800000">
              <a:off x="9784080" y="5394960"/>
              <a:ext cx="2404872" cy="14630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4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BGP-046 · 표지 사선레이어(blue/br)</a:t>
              </a:r>
            </a:p>
          </p:txBody>
        </p:sp>
        <p:sp>
          <p:nvSpPr>
            <p:cNvPr id="3" name="BGP-04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0800000">
              <a:off x="6949440" y="3291840"/>
              <a:ext cx="5239512" cy="356616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0800000">
              <a:off x="8503920" y="4480560"/>
              <a:ext cx="3685032" cy="2377440"/>
            </a:xfrm>
            <a:prstGeom prst="rtTriangl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0800000">
              <a:off x="9784080" y="5394960"/>
              <a:ext cx="2404872" cy="1463040"/>
            </a:xfrm>
            <a:prstGeom prst="rtTriangl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4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BGP-047 · 표지 사선레이어(teal/br)</a:t>
              </a:r>
            </a:p>
          </p:txBody>
        </p:sp>
        <p:sp>
          <p:nvSpPr>
            <p:cNvPr id="3" name="BGP-04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0800000">
              <a:off x="6949440" y="329184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0800000">
              <a:off x="8503920" y="4480560"/>
              <a:ext cx="3685032" cy="237744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0800000">
              <a:off x="9784080" y="5394960"/>
              <a:ext cx="2404872" cy="1463040"/>
            </a:xfrm>
            <a:prstGeom prst="rt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4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BGP-048 · 표지 사선레이어(purple/br)</a:t>
              </a:r>
            </a:p>
          </p:txBody>
        </p:sp>
        <p:sp>
          <p:nvSpPr>
            <p:cNvPr id="3" name="BGP-04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0800000">
              <a:off x="6949440" y="329184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0800000">
              <a:off x="8503920" y="4480560"/>
              <a:ext cx="3685032" cy="237744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0800000">
              <a:off x="9784080" y="5394960"/>
              <a:ext cx="2404872" cy="1463040"/>
            </a:xfrm>
            <a:prstGeom prst="rt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4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BGP-049 · 표지 사선레이어(cyan/br)</a:t>
              </a:r>
            </a:p>
          </p:txBody>
        </p:sp>
        <p:sp>
          <p:nvSpPr>
            <p:cNvPr id="3" name="BGP-04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0800000">
              <a:off x="6949440" y="3291840"/>
              <a:ext cx="5239512" cy="356616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0800000">
              <a:off x="8503920" y="4480560"/>
              <a:ext cx="3685032" cy="2377440"/>
            </a:xfrm>
            <a:prstGeom prst="rtTriangl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0800000">
              <a:off x="9784080" y="5394960"/>
              <a:ext cx="2404872" cy="1463040"/>
            </a:xfrm>
            <a:prstGeom prst="rtTriangl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5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BGP-050 · 표지 사선레이어(slate/br)</a:t>
              </a:r>
            </a:p>
          </p:txBody>
        </p:sp>
        <p:sp>
          <p:nvSpPr>
            <p:cNvPr id="3" name="BGP-05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0800000">
              <a:off x="6949440" y="3291840"/>
              <a:ext cx="5239512" cy="3566160"/>
            </a:xfrm>
            <a:prstGeom prst="rtTriangl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0800000">
              <a:off x="8503920" y="4480560"/>
              <a:ext cx="3685032" cy="2377440"/>
            </a:xfrm>
            <a:prstGeom prst="rtTriangl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0800000">
              <a:off x="9784080" y="5394960"/>
              <a:ext cx="2404872" cy="14630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5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BGP-051 · 표지 사선레이어(navy/bl)</a:t>
              </a:r>
            </a:p>
          </p:txBody>
        </p:sp>
        <p:sp>
          <p:nvSpPr>
            <p:cNvPr id="3" name="BGP-05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5400000">
              <a:off x="0" y="329184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5400000">
              <a:off x="0" y="4480560"/>
              <a:ext cx="3685032" cy="237744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5400000">
              <a:off x="0" y="5394960"/>
              <a:ext cx="2404872" cy="14630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5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BGP-052 · 표지 사선레이어(blue/bl)</a:t>
              </a:r>
            </a:p>
          </p:txBody>
        </p:sp>
        <p:sp>
          <p:nvSpPr>
            <p:cNvPr id="3" name="BGP-05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5400000">
              <a:off x="0" y="3291840"/>
              <a:ext cx="5239512" cy="356616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5400000">
              <a:off x="0" y="4480560"/>
              <a:ext cx="3685032" cy="2377440"/>
            </a:xfrm>
            <a:prstGeom prst="rtTriangl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5400000">
              <a:off x="0" y="5394960"/>
              <a:ext cx="2404872" cy="1463040"/>
            </a:xfrm>
            <a:prstGeom prst="rtTriangl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5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BGP-053 · 표지 사선레이어(teal/bl)</a:t>
              </a:r>
            </a:p>
          </p:txBody>
        </p:sp>
        <p:sp>
          <p:nvSpPr>
            <p:cNvPr id="3" name="BGP-05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5400000">
              <a:off x="0" y="329184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5400000">
              <a:off x="0" y="4480560"/>
              <a:ext cx="3685032" cy="237744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5400000">
              <a:off x="0" y="5394960"/>
              <a:ext cx="2404872" cy="1463040"/>
            </a:xfrm>
            <a:prstGeom prst="rt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5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BGP-054 · 표지 사선레이어(purple/bl)</a:t>
              </a:r>
            </a:p>
          </p:txBody>
        </p:sp>
        <p:sp>
          <p:nvSpPr>
            <p:cNvPr id="3" name="BGP-05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5400000">
              <a:off x="0" y="329184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5400000">
              <a:off x="0" y="4480560"/>
              <a:ext cx="3685032" cy="237744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5400000">
              <a:off x="0" y="5394960"/>
              <a:ext cx="2404872" cy="1463040"/>
            </a:xfrm>
            <a:prstGeom prst="rt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5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BGP-055 · 표지 사선레이어(cyan/bl)</a:t>
              </a:r>
            </a:p>
          </p:txBody>
        </p:sp>
        <p:sp>
          <p:nvSpPr>
            <p:cNvPr id="3" name="BGP-05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5400000">
              <a:off x="0" y="3291840"/>
              <a:ext cx="5239512" cy="356616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5400000">
              <a:off x="0" y="4480560"/>
              <a:ext cx="3685032" cy="2377440"/>
            </a:xfrm>
            <a:prstGeom prst="rtTriangl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5400000">
              <a:off x="0" y="5394960"/>
              <a:ext cx="2404872" cy="1463040"/>
            </a:xfrm>
            <a:prstGeom prst="rtTriangl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5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BGP-056 · 표지 사선레이어(slate/bl)</a:t>
              </a:r>
            </a:p>
          </p:txBody>
        </p:sp>
        <p:sp>
          <p:nvSpPr>
            <p:cNvPr id="3" name="BGP-05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5400000">
              <a:off x="0" y="3291840"/>
              <a:ext cx="5239512" cy="3566160"/>
            </a:xfrm>
            <a:prstGeom prst="rtTriangl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5400000">
              <a:off x="0" y="4480560"/>
              <a:ext cx="3685032" cy="2377440"/>
            </a:xfrm>
            <a:prstGeom prst="rtTriangl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5400000">
              <a:off x="0" y="5394960"/>
              <a:ext cx="2404872" cy="14630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5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BGP-057 · 표지 사선레이어(navy/tr)</a:t>
              </a:r>
            </a:p>
          </p:txBody>
        </p:sp>
        <p:sp>
          <p:nvSpPr>
            <p:cNvPr id="3" name="BGP-05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6949440" y="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8503920" y="0"/>
              <a:ext cx="3685032" cy="237744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6200000">
              <a:off x="9784080" y="0"/>
              <a:ext cx="2404872" cy="1463040"/>
            </a:xfrm>
            <a:prstGeom prst="rt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5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BGP-058 · 표지 사선레이어(blue/tr)</a:t>
              </a:r>
            </a:p>
          </p:txBody>
        </p:sp>
        <p:sp>
          <p:nvSpPr>
            <p:cNvPr id="3" name="BGP-05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6949440" y="0"/>
              <a:ext cx="5239512" cy="356616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8503920" y="0"/>
              <a:ext cx="3685032" cy="2377440"/>
            </a:xfrm>
            <a:prstGeom prst="rtTriangl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6200000">
              <a:off x="9784080" y="0"/>
              <a:ext cx="2404872" cy="1463040"/>
            </a:xfrm>
            <a:prstGeom prst="rtTriangl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5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BGP-059 · 표지 사선레이어(teal/tr)</a:t>
              </a:r>
            </a:p>
          </p:txBody>
        </p:sp>
        <p:sp>
          <p:nvSpPr>
            <p:cNvPr id="3" name="BGP-05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6949440" y="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8503920" y="0"/>
              <a:ext cx="3685032" cy="237744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6200000">
              <a:off x="9784080" y="0"/>
              <a:ext cx="2404872" cy="1463040"/>
            </a:xfrm>
            <a:prstGeom prst="rt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0" name="asset:BGP-06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BGP-060 · 표지 사선레이어(purple/tr)</a:t>
              </a:r>
            </a:p>
          </p:txBody>
        </p:sp>
        <p:sp>
          <p:nvSpPr>
            <p:cNvPr id="3" name="BGP-06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ight Triangle 3"/>
            <p:cNvSpPr/>
            <p:nvPr/>
          </p:nvSpPr>
          <p:spPr>
            <a:xfrm rot="16200000">
              <a:off x="6949440" y="0"/>
              <a:ext cx="5239512" cy="3566160"/>
            </a:xfrm>
            <a:prstGeom prst="rtTriangle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ight Triangle 4"/>
            <p:cNvSpPr/>
            <p:nvPr/>
          </p:nvSpPr>
          <p:spPr>
            <a:xfrm rot="16200000">
              <a:off x="8503920" y="0"/>
              <a:ext cx="3685032" cy="2377440"/>
            </a:xfrm>
            <a:prstGeom prst="rtTriangle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ight Triangle 5"/>
            <p:cNvSpPr/>
            <p:nvPr/>
          </p:nvSpPr>
          <p:spPr>
            <a:xfrm rot="16200000">
              <a:off x="9784080" y="0"/>
              <a:ext cx="2404872" cy="1463040"/>
            </a:xfrm>
            <a:prstGeom prst="rt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097280"/>
              <a:ext cx="5486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7315200" cy="10972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3657600"/>
              <a:ext cx="6400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