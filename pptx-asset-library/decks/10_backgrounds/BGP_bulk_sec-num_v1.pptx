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6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BGP-061 · 섹션번호 배경(navy/barL)</a:t>
              </a:r>
            </a:p>
          </p:txBody>
        </p:sp>
        <p:sp>
          <p:nvSpPr>
            <p:cNvPr id="3" name="BGP-06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50292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2920" y="0"/>
              <a:ext cx="109728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80160" y="155448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03120"/>
              <a:ext cx="7315200" cy="2377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80160" y="4754880"/>
              <a:ext cx="82296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62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BGP-062 · 섹션번호 배경(blue/barL)</a:t>
              </a:r>
            </a:p>
          </p:txBody>
        </p:sp>
        <p:sp>
          <p:nvSpPr>
            <p:cNvPr id="3" name="BGP-06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502920" cy="68580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2920" y="0"/>
              <a:ext cx="109728" cy="6858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80160" y="155448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03120"/>
              <a:ext cx="7315200" cy="2377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80160" y="4754880"/>
              <a:ext cx="82296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6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BGP-063 · 섹션번호 배경(teal/barL)</a:t>
              </a:r>
            </a:p>
          </p:txBody>
        </p:sp>
        <p:sp>
          <p:nvSpPr>
            <p:cNvPr id="3" name="BGP-06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50292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2920" y="0"/>
              <a:ext cx="109728" cy="6858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80160" y="155448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03120"/>
              <a:ext cx="7315200" cy="2377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80160" y="4754880"/>
              <a:ext cx="82296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6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BGP-064 · 섹션번호 배경(purple/barL)</a:t>
              </a:r>
            </a:p>
          </p:txBody>
        </p:sp>
        <p:sp>
          <p:nvSpPr>
            <p:cNvPr id="3" name="BGP-06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50292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2920" y="0"/>
              <a:ext cx="109728" cy="6858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80160" y="155448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03120"/>
              <a:ext cx="7315200" cy="2377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80160" y="4754880"/>
              <a:ext cx="82296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6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BGP-065 · 섹션번호 배경(cyan/barL)</a:t>
              </a:r>
            </a:p>
          </p:txBody>
        </p:sp>
        <p:sp>
          <p:nvSpPr>
            <p:cNvPr id="3" name="BGP-06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502920" cy="68580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2920" y="0"/>
              <a:ext cx="109728" cy="6858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80160" y="155448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03120"/>
              <a:ext cx="7315200" cy="2377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80160" y="4754880"/>
              <a:ext cx="82296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66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BGP-066 · 섹션번호 배경(slate/barL)</a:t>
              </a:r>
            </a:p>
          </p:txBody>
        </p:sp>
        <p:sp>
          <p:nvSpPr>
            <p:cNvPr id="3" name="BGP-06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502920" cy="68580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2920" y="0"/>
              <a:ext cx="109728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80160" y="155448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03120"/>
              <a:ext cx="7315200" cy="2377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80160" y="4754880"/>
              <a:ext cx="82296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6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BGP-067 · 섹션번호 배경(navy/barR)</a:t>
              </a:r>
            </a:p>
          </p:txBody>
        </p:sp>
        <p:sp>
          <p:nvSpPr>
            <p:cNvPr id="3" name="BGP-06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1688775" y="0"/>
              <a:ext cx="50292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1579047" y="0"/>
              <a:ext cx="109728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80160" y="155448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03120"/>
              <a:ext cx="7315200" cy="2377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80160" y="4754880"/>
              <a:ext cx="82296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6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BGP-068 · 섹션번호 배경(blue/barR)</a:t>
              </a:r>
            </a:p>
          </p:txBody>
        </p:sp>
        <p:sp>
          <p:nvSpPr>
            <p:cNvPr id="3" name="BGP-06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1688775" y="0"/>
              <a:ext cx="502920" cy="68580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1579047" y="0"/>
              <a:ext cx="109728" cy="6858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80160" y="155448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03120"/>
              <a:ext cx="7315200" cy="2377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80160" y="4754880"/>
              <a:ext cx="82296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69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BGP-069 · 섹션번호 배경(teal/barR)</a:t>
              </a:r>
            </a:p>
          </p:txBody>
        </p:sp>
        <p:sp>
          <p:nvSpPr>
            <p:cNvPr id="3" name="BGP-06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1688775" y="0"/>
              <a:ext cx="50292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1579047" y="0"/>
              <a:ext cx="109728" cy="6858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80160" y="155448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03120"/>
              <a:ext cx="7315200" cy="2377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80160" y="4754880"/>
              <a:ext cx="82296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70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BGP-070 · 섹션번호 배경(purple/barR)</a:t>
              </a:r>
            </a:p>
          </p:txBody>
        </p:sp>
        <p:sp>
          <p:nvSpPr>
            <p:cNvPr id="3" name="BGP-07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1688775" y="0"/>
              <a:ext cx="50292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1579047" y="0"/>
              <a:ext cx="109728" cy="6858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80160" y="155448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03120"/>
              <a:ext cx="7315200" cy="2377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80160" y="4754880"/>
              <a:ext cx="82296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7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BGP-071 · 섹션번호 배경(cyan/barR)</a:t>
              </a:r>
            </a:p>
          </p:txBody>
        </p:sp>
        <p:sp>
          <p:nvSpPr>
            <p:cNvPr id="3" name="BGP-07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1688775" y="0"/>
              <a:ext cx="502920" cy="68580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1579047" y="0"/>
              <a:ext cx="109728" cy="6858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80160" y="155448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03120"/>
              <a:ext cx="7315200" cy="2377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80160" y="4754880"/>
              <a:ext cx="82296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72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BGP-072 · 섹션번호 배경(slate/barR)</a:t>
              </a:r>
            </a:p>
          </p:txBody>
        </p:sp>
        <p:sp>
          <p:nvSpPr>
            <p:cNvPr id="3" name="BGP-07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1688775" y="0"/>
              <a:ext cx="502920" cy="68580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1579047" y="0"/>
              <a:ext cx="109728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80160" y="155448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03120"/>
              <a:ext cx="7315200" cy="2377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80160" y="4754880"/>
              <a:ext cx="82296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7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BGP-073 · 섹션번호 배경(navy/barL2)</a:t>
              </a:r>
            </a:p>
          </p:txBody>
        </p:sp>
        <p:sp>
          <p:nvSpPr>
            <p:cNvPr id="3" name="BGP-07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82296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0"/>
              <a:ext cx="109728" cy="6858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80160" y="155448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03120"/>
              <a:ext cx="7315200" cy="2377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80160" y="4754880"/>
              <a:ext cx="82296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7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BGP-074 · 섹션번호 배경(blue/barL2)</a:t>
              </a:r>
            </a:p>
          </p:txBody>
        </p:sp>
        <p:sp>
          <p:nvSpPr>
            <p:cNvPr id="3" name="BGP-07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822960" cy="68580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0"/>
              <a:ext cx="109728" cy="6858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80160" y="155448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03120"/>
              <a:ext cx="7315200" cy="2377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80160" y="4754880"/>
              <a:ext cx="82296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7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BGP-075 · 섹션번호 배경(teal/barL2)</a:t>
              </a:r>
            </a:p>
          </p:txBody>
        </p:sp>
        <p:sp>
          <p:nvSpPr>
            <p:cNvPr id="3" name="BGP-07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82296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0"/>
              <a:ext cx="109728" cy="6858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80160" y="155448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03120"/>
              <a:ext cx="7315200" cy="2377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80160" y="4754880"/>
              <a:ext cx="82296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76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BGP-076 · 섹션번호 배경(purple/barL2)</a:t>
              </a:r>
            </a:p>
          </p:txBody>
        </p:sp>
        <p:sp>
          <p:nvSpPr>
            <p:cNvPr id="3" name="BGP-07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822960" cy="6858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0"/>
              <a:ext cx="109728" cy="6858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80160" y="155448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97280" y="2103120"/>
              <a:ext cx="7315200" cy="23774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80160" y="4754880"/>
              <a:ext cx="82296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