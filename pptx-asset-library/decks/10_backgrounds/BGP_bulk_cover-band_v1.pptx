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BGP-029 · 표지 하단밴드(navy/h18)</a:t>
            </a:r>
          </a:p>
        </p:txBody>
      </p:sp>
      <p:sp>
        <p:nvSpPr>
          <p:cNvPr id="3" name="asset:BGP-02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2120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12191695" cy="914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53212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BGP-030 · 표지 하단밴드(blue/h18)</a:t>
            </a:r>
          </a:p>
        </p:txBody>
      </p:sp>
      <p:sp>
        <p:nvSpPr>
          <p:cNvPr id="3" name="asset:BGP-0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2120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12191695" cy="914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53212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BGP-031 · 표지 하단밴드(teal/h18)</a:t>
            </a:r>
          </a:p>
        </p:txBody>
      </p:sp>
      <p:sp>
        <p:nvSpPr>
          <p:cNvPr id="3" name="asset:BGP-0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2120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12191695" cy="9144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53212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BGP-032 · 표지 하단밴드(purple/h18)</a:t>
            </a:r>
          </a:p>
        </p:txBody>
      </p:sp>
      <p:sp>
        <p:nvSpPr>
          <p:cNvPr id="3" name="asset:BGP-0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2120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12191695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7B2D8E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53212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BGP-033 · 표지 하단밴드(cyan/h18)</a:t>
            </a:r>
          </a:p>
        </p:txBody>
      </p:sp>
      <p:sp>
        <p:nvSpPr>
          <p:cNvPr id="3" name="asset:BGP-03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2120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12191695" cy="914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53212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BGP-034 · 표지 하단밴드(slate/h18)</a:t>
            </a:r>
          </a:p>
        </p:txBody>
      </p:sp>
      <p:sp>
        <p:nvSpPr>
          <p:cNvPr id="3" name="asset:BGP-0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21208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20640"/>
            <a:ext cx="12191695" cy="914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212080"/>
            <a:ext cx="12191695" cy="164592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80808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53212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BGP-035 · 표지 하단밴드(navy/h24)</a:t>
            </a:r>
          </a:p>
        </p:txBody>
      </p:sp>
      <p:sp>
        <p:nvSpPr>
          <p:cNvPr id="3" name="asset:BGP-0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6634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83479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BGP-036 · 표지 하단밴드(blue/h24)</a:t>
            </a:r>
          </a:p>
        </p:txBody>
      </p:sp>
      <p:sp>
        <p:nvSpPr>
          <p:cNvPr id="3" name="asset:BGP-03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6634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83479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BGP-037 · 표지 하단밴드(teal/h24)</a:t>
            </a:r>
          </a:p>
        </p:txBody>
      </p:sp>
      <p:sp>
        <p:nvSpPr>
          <p:cNvPr id="3" name="asset:BGP-03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6634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83479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BGP-038 · 표지 하단밴드(purple/h24)</a:t>
            </a:r>
          </a:p>
        </p:txBody>
      </p:sp>
      <p:sp>
        <p:nvSpPr>
          <p:cNvPr id="3" name="asset:BGP-0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6634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7B2D8E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83479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BGP-039 · 표지 하단밴드(cyan/h24)</a:t>
            </a:r>
          </a:p>
        </p:txBody>
      </p:sp>
      <p:sp>
        <p:nvSpPr>
          <p:cNvPr id="3" name="asset:BGP-0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6634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83479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BGP-040 · 표지 하단밴드(slate/h24)</a:t>
            </a:r>
          </a:p>
        </p:txBody>
      </p:sp>
      <p:sp>
        <p:nvSpPr>
          <p:cNvPr id="3" name="asset:BGP-0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66344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914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80808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83479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BGP-041 · 표지 하단밴드(navy/h30)</a:t>
            </a:r>
          </a:p>
        </p:txBody>
      </p:sp>
      <p:sp>
        <p:nvSpPr>
          <p:cNvPr id="3" name="asset:BGP-04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23360"/>
            <a:ext cx="12191695" cy="91440"/>
          </a:xfrm>
          <a:prstGeom prst="rect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3484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BGP-042 · 표지 하단밴드(blue/h30)</a:t>
            </a:r>
          </a:p>
        </p:txBody>
      </p:sp>
      <p:sp>
        <p:nvSpPr>
          <p:cNvPr id="3" name="asset:BGP-04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23360"/>
            <a:ext cx="12191695" cy="91440"/>
          </a:xfrm>
          <a:prstGeom prst="rect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A4A7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3484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BGP-043 · 표지 하단밴드(teal/h30)</a:t>
            </a:r>
          </a:p>
        </p:txBody>
      </p:sp>
      <p:sp>
        <p:nvSpPr>
          <p:cNvPr id="3" name="asset:BGP-04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23360"/>
            <a:ext cx="12191695" cy="91440"/>
          </a:xfrm>
          <a:prstGeom prst="rect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3484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BGP-044 · 표지 하단밴드(purple/h30)</a:t>
            </a:r>
          </a:p>
        </p:txBody>
      </p:sp>
      <p:sp>
        <p:nvSpPr>
          <p:cNvPr id="3" name="asset:BGP-04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7F9F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23360"/>
            <a:ext cx="12191695" cy="91440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gradFill rotWithShape="1">
            <a:gsLst>
              <a:gs pos="0">
                <a:srgbClr val="16233B"/>
              </a:gs>
              <a:gs pos="100000">
                <a:srgbClr val="1F386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2000" b="1">
                <a:solidFill>
                  <a:srgbClr val="7B2D8E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011680"/>
            <a:ext cx="12191695" cy="11887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/>
            <a:r>
              <a:rPr sz="42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사업명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7315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제안서 제목을 입력하세요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3484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/>
            <a:r>
              <a:rPr sz="1300" b="0">
                <a:solidFill>
                  <a:srgbClr val="D9D9D9"/>
                </a:solidFill>
                <a:latin typeface="Pretendard"/>
                <a:ea typeface="Pretendard"/>
                <a:cs typeface="Pretendard"/>
              </a:rPr>
              <a:t>기관명을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