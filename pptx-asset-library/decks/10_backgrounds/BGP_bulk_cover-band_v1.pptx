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11" name="asset:BGP-029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BGP-029 · 표지 하단밴드(navy/h18)</a:t>
              </a:r>
            </a:p>
          </p:txBody>
        </p:sp>
        <p:sp>
          <p:nvSpPr>
            <p:cNvPr id="3" name="BGP-029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0" y="0"/>
              <a:ext cx="12191695" cy="5212080"/>
            </a:xfrm>
            <a:prstGeom prst="rect">
              <a:avLst/>
            </a:prstGeom>
            <a:gradFill rotWithShape="1">
              <a:gsLst>
                <a:gs pos="0">
                  <a:srgbClr val="FFFFFF"/>
                </a:gs>
                <a:gs pos="100000">
                  <a:srgbClr val="F7F9FC"/>
                </a:gs>
              </a:gsLst>
              <a:lin scaled="0" ang="16200000"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0" y="5120640"/>
              <a:ext cx="12191695" cy="91440"/>
            </a:xfrm>
            <a:prstGeom prst="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ectangle 5"/>
            <p:cNvSpPr/>
            <p:nvPr/>
          </p:nvSpPr>
          <p:spPr>
            <a:xfrm>
              <a:off x="0" y="5212080"/>
              <a:ext cx="12191695" cy="1645920"/>
            </a:xfrm>
            <a:prstGeom prst="rect">
              <a:avLst/>
            </a:prstGeom>
            <a:gradFill rotWithShape="1">
              <a:gsLst>
                <a:gs pos="0">
                  <a:srgbClr val="16233B"/>
                </a:gs>
                <a:gs pos="100000">
                  <a:srgbClr val="1F3864"/>
                </a:gs>
              </a:gsLst>
              <a:lin scaled="0" ang="0"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0" y="1371600"/>
              <a:ext cx="12191695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20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2026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0" y="2011680"/>
              <a:ext cx="12191695" cy="11887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42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사업명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822960" y="5440680"/>
              <a:ext cx="7315200" cy="5486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제안서 제목을 입력하세요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8229600" y="5532120"/>
              <a:ext cx="3108960" cy="5486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r"/>
              <a:r>
                <a:rPr sz="1300" b="0">
                  <a:solidFill>
                    <a:srgbClr val="D9D9D9"/>
                  </a:solidFill>
                  <a:latin typeface="Pretendard"/>
                  <a:ea typeface="Pretendard"/>
                  <a:cs typeface="Pretendard"/>
                </a:rPr>
                <a:t>기관명을 입력하세요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11" name="asset:BGP-030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BGP-030 · 표지 하단밴드(blue/h18)</a:t>
              </a:r>
            </a:p>
          </p:txBody>
        </p:sp>
        <p:sp>
          <p:nvSpPr>
            <p:cNvPr id="3" name="BGP-030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0" y="0"/>
              <a:ext cx="12191695" cy="5212080"/>
            </a:xfrm>
            <a:prstGeom prst="rect">
              <a:avLst/>
            </a:prstGeom>
            <a:gradFill rotWithShape="1">
              <a:gsLst>
                <a:gs pos="0">
                  <a:srgbClr val="FFFFFF"/>
                </a:gs>
                <a:gs pos="100000">
                  <a:srgbClr val="F7F9FC"/>
                </a:gs>
              </a:gsLst>
              <a:lin scaled="0" ang="16200000"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0" y="5120640"/>
              <a:ext cx="12191695" cy="91440"/>
            </a:xfrm>
            <a:prstGeom prst="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ectangle 5"/>
            <p:cNvSpPr/>
            <p:nvPr/>
          </p:nvSpPr>
          <p:spPr>
            <a:xfrm>
              <a:off x="0" y="5212080"/>
              <a:ext cx="12191695" cy="1645920"/>
            </a:xfrm>
            <a:prstGeom prst="rect">
              <a:avLst/>
            </a:prstGeom>
            <a:gradFill rotWithShape="1">
              <a:gsLst>
                <a:gs pos="0">
                  <a:srgbClr val="1F3864"/>
                </a:gs>
                <a:gs pos="100000">
                  <a:srgbClr val="2A4A7F"/>
                </a:gs>
              </a:gsLst>
              <a:lin scaled="0" ang="0"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0" y="1371600"/>
              <a:ext cx="12191695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20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2026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0" y="2011680"/>
              <a:ext cx="12191695" cy="11887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42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사업명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822960" y="5440680"/>
              <a:ext cx="7315200" cy="5486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제안서 제목을 입력하세요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8229600" y="5532120"/>
              <a:ext cx="3108960" cy="5486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r"/>
              <a:r>
                <a:rPr sz="1300" b="0">
                  <a:solidFill>
                    <a:srgbClr val="D9D9D9"/>
                  </a:solidFill>
                  <a:latin typeface="Pretendard"/>
                  <a:ea typeface="Pretendard"/>
                  <a:cs typeface="Pretendard"/>
                </a:rPr>
                <a:t>기관명을 입력하세요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11" name="asset:BGP-031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BGP-031 · 표지 하단밴드(teal/h18)</a:t>
              </a:r>
            </a:p>
          </p:txBody>
        </p:sp>
        <p:sp>
          <p:nvSpPr>
            <p:cNvPr id="3" name="BGP-031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0" y="0"/>
              <a:ext cx="12191695" cy="5212080"/>
            </a:xfrm>
            <a:prstGeom prst="rect">
              <a:avLst/>
            </a:prstGeom>
            <a:gradFill rotWithShape="1">
              <a:gsLst>
                <a:gs pos="0">
                  <a:srgbClr val="FFFFFF"/>
                </a:gs>
                <a:gs pos="100000">
                  <a:srgbClr val="F7F9FC"/>
                </a:gs>
              </a:gsLst>
              <a:lin scaled="0" ang="16200000"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0" y="5120640"/>
              <a:ext cx="12191695" cy="91440"/>
            </a:xfrm>
            <a:prstGeom prst="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ectangle 5"/>
            <p:cNvSpPr/>
            <p:nvPr/>
          </p:nvSpPr>
          <p:spPr>
            <a:xfrm>
              <a:off x="0" y="5212080"/>
              <a:ext cx="12191695" cy="1645920"/>
            </a:xfrm>
            <a:prstGeom prst="rect">
              <a:avLst/>
            </a:prstGeom>
            <a:gradFill rotWithShape="1">
              <a:gsLst>
                <a:gs pos="0">
                  <a:srgbClr val="16233B"/>
                </a:gs>
                <a:gs pos="100000">
                  <a:srgbClr val="1F3864"/>
                </a:gs>
              </a:gsLst>
              <a:lin scaled="0" ang="0"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0" y="1371600"/>
              <a:ext cx="12191695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20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2026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0" y="2011680"/>
              <a:ext cx="12191695" cy="11887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42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사업명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822960" y="5440680"/>
              <a:ext cx="7315200" cy="5486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제안서 제목을 입력하세요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8229600" y="5532120"/>
              <a:ext cx="3108960" cy="5486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r"/>
              <a:r>
                <a:rPr sz="1300" b="0">
                  <a:solidFill>
                    <a:srgbClr val="D9D9D9"/>
                  </a:solidFill>
                  <a:latin typeface="Pretendard"/>
                  <a:ea typeface="Pretendard"/>
                  <a:cs typeface="Pretendard"/>
                </a:rPr>
                <a:t>기관명을 입력하세요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11" name="asset:BGP-032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BGP-032 · 표지 하단밴드(purple/h18)</a:t>
              </a:r>
            </a:p>
          </p:txBody>
        </p:sp>
        <p:sp>
          <p:nvSpPr>
            <p:cNvPr id="3" name="BGP-032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0" y="0"/>
              <a:ext cx="12191695" cy="5212080"/>
            </a:xfrm>
            <a:prstGeom prst="rect">
              <a:avLst/>
            </a:prstGeom>
            <a:gradFill rotWithShape="1">
              <a:gsLst>
                <a:gs pos="0">
                  <a:srgbClr val="FFFFFF"/>
                </a:gs>
                <a:gs pos="100000">
                  <a:srgbClr val="F7F9FC"/>
                </a:gs>
              </a:gsLst>
              <a:lin scaled="0" ang="16200000"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0" y="5120640"/>
              <a:ext cx="12191695" cy="91440"/>
            </a:xfrm>
            <a:prstGeom prst="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ectangle 5"/>
            <p:cNvSpPr/>
            <p:nvPr/>
          </p:nvSpPr>
          <p:spPr>
            <a:xfrm>
              <a:off x="0" y="5212080"/>
              <a:ext cx="12191695" cy="1645920"/>
            </a:xfrm>
            <a:prstGeom prst="rect">
              <a:avLst/>
            </a:prstGeom>
            <a:gradFill rotWithShape="1">
              <a:gsLst>
                <a:gs pos="0">
                  <a:srgbClr val="16233B"/>
                </a:gs>
                <a:gs pos="100000">
                  <a:srgbClr val="1F3864"/>
                </a:gs>
              </a:gsLst>
              <a:lin scaled="0" ang="0"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0" y="1371600"/>
              <a:ext cx="12191695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20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2026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0" y="2011680"/>
              <a:ext cx="12191695" cy="11887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42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사업명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822960" y="5440680"/>
              <a:ext cx="7315200" cy="5486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제안서 제목을 입력하세요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8229600" y="5532120"/>
              <a:ext cx="3108960" cy="5486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r"/>
              <a:r>
                <a:rPr sz="1300" b="0">
                  <a:solidFill>
                    <a:srgbClr val="D9D9D9"/>
                  </a:solidFill>
                  <a:latin typeface="Pretendard"/>
                  <a:ea typeface="Pretendard"/>
                  <a:cs typeface="Pretendard"/>
                </a:rPr>
                <a:t>기관명을 입력하세요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11" name="asset:BGP-033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BGP-033 · 표지 하단밴드(cyan/h18)</a:t>
              </a:r>
            </a:p>
          </p:txBody>
        </p:sp>
        <p:sp>
          <p:nvSpPr>
            <p:cNvPr id="3" name="BGP-033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0" y="0"/>
              <a:ext cx="12191695" cy="5212080"/>
            </a:xfrm>
            <a:prstGeom prst="rect">
              <a:avLst/>
            </a:prstGeom>
            <a:gradFill rotWithShape="1">
              <a:gsLst>
                <a:gs pos="0">
                  <a:srgbClr val="FFFFFF"/>
                </a:gs>
                <a:gs pos="100000">
                  <a:srgbClr val="F7F9FC"/>
                </a:gs>
              </a:gsLst>
              <a:lin scaled="0" ang="16200000"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0" y="5120640"/>
              <a:ext cx="12191695" cy="91440"/>
            </a:xfrm>
            <a:prstGeom prst="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ectangle 5"/>
            <p:cNvSpPr/>
            <p:nvPr/>
          </p:nvSpPr>
          <p:spPr>
            <a:xfrm>
              <a:off x="0" y="5212080"/>
              <a:ext cx="12191695" cy="1645920"/>
            </a:xfrm>
            <a:prstGeom prst="rect">
              <a:avLst/>
            </a:prstGeom>
            <a:gradFill rotWithShape="1">
              <a:gsLst>
                <a:gs pos="0">
                  <a:srgbClr val="1F3864"/>
                </a:gs>
                <a:gs pos="100000">
                  <a:srgbClr val="2A4A7F"/>
                </a:gs>
              </a:gsLst>
              <a:lin scaled="0" ang="0"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0" y="1371600"/>
              <a:ext cx="12191695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20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2026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0" y="2011680"/>
              <a:ext cx="12191695" cy="11887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42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사업명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822960" y="5440680"/>
              <a:ext cx="7315200" cy="5486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제안서 제목을 입력하세요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8229600" y="5532120"/>
              <a:ext cx="3108960" cy="5486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r"/>
              <a:r>
                <a:rPr sz="1300" b="0">
                  <a:solidFill>
                    <a:srgbClr val="D9D9D9"/>
                  </a:solidFill>
                  <a:latin typeface="Pretendard"/>
                  <a:ea typeface="Pretendard"/>
                  <a:cs typeface="Pretendard"/>
                </a:rPr>
                <a:t>기관명을 입력하세요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11" name="asset:BGP-034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BGP-034 · 표지 하단밴드(slate/h18)</a:t>
              </a:r>
            </a:p>
          </p:txBody>
        </p:sp>
        <p:sp>
          <p:nvSpPr>
            <p:cNvPr id="3" name="BGP-034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0" y="0"/>
              <a:ext cx="12191695" cy="5212080"/>
            </a:xfrm>
            <a:prstGeom prst="rect">
              <a:avLst/>
            </a:prstGeom>
            <a:gradFill rotWithShape="1">
              <a:gsLst>
                <a:gs pos="0">
                  <a:srgbClr val="FFFFFF"/>
                </a:gs>
                <a:gs pos="100000">
                  <a:srgbClr val="F7F9FC"/>
                </a:gs>
              </a:gsLst>
              <a:lin scaled="0" ang="16200000"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0" y="5120640"/>
              <a:ext cx="12191695" cy="91440"/>
            </a:xfrm>
            <a:prstGeom prst="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ectangle 5"/>
            <p:cNvSpPr/>
            <p:nvPr/>
          </p:nvSpPr>
          <p:spPr>
            <a:xfrm>
              <a:off x="0" y="5212080"/>
              <a:ext cx="12191695" cy="1645920"/>
            </a:xfrm>
            <a:prstGeom prst="rect">
              <a:avLst/>
            </a:prstGeom>
            <a:gradFill rotWithShape="1">
              <a:gsLst>
                <a:gs pos="0">
                  <a:srgbClr val="595959"/>
                </a:gs>
                <a:gs pos="100000">
                  <a:srgbClr val="808080"/>
                </a:gs>
              </a:gsLst>
              <a:lin scaled="0" ang="0"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0" y="1371600"/>
              <a:ext cx="12191695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20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2026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0" y="2011680"/>
              <a:ext cx="12191695" cy="11887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42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사업명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822960" y="5440680"/>
              <a:ext cx="7315200" cy="5486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제안서 제목을 입력하세요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8229600" y="5532120"/>
              <a:ext cx="3108960" cy="5486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r"/>
              <a:r>
                <a:rPr sz="1300" b="0">
                  <a:solidFill>
                    <a:srgbClr val="D9D9D9"/>
                  </a:solidFill>
                  <a:latin typeface="Pretendard"/>
                  <a:ea typeface="Pretendard"/>
                  <a:cs typeface="Pretendard"/>
                </a:rPr>
                <a:t>기관명을 입력하세요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11" name="asset:BGP-035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BGP-035 · 표지 하단밴드(navy/h24)</a:t>
              </a:r>
            </a:p>
          </p:txBody>
        </p:sp>
        <p:sp>
          <p:nvSpPr>
            <p:cNvPr id="3" name="BGP-035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0" y="0"/>
              <a:ext cx="12191695" cy="4663440"/>
            </a:xfrm>
            <a:prstGeom prst="rect">
              <a:avLst/>
            </a:prstGeom>
            <a:gradFill rotWithShape="1">
              <a:gsLst>
                <a:gs pos="0">
                  <a:srgbClr val="FFFFFF"/>
                </a:gs>
                <a:gs pos="100000">
                  <a:srgbClr val="F7F9FC"/>
                </a:gs>
              </a:gsLst>
              <a:lin scaled="0" ang="16200000"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0" y="4572000"/>
              <a:ext cx="12191695" cy="91440"/>
            </a:xfrm>
            <a:prstGeom prst="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ectangle 5"/>
            <p:cNvSpPr/>
            <p:nvPr/>
          </p:nvSpPr>
          <p:spPr>
            <a:xfrm>
              <a:off x="0" y="4663440"/>
              <a:ext cx="12191695" cy="2194560"/>
            </a:xfrm>
            <a:prstGeom prst="rect">
              <a:avLst/>
            </a:prstGeom>
            <a:gradFill rotWithShape="1">
              <a:gsLst>
                <a:gs pos="0">
                  <a:srgbClr val="16233B"/>
                </a:gs>
                <a:gs pos="100000">
                  <a:srgbClr val="1F3864"/>
                </a:gs>
              </a:gsLst>
              <a:lin scaled="0" ang="0"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0" y="1371600"/>
              <a:ext cx="12191695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20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2026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0" y="2011680"/>
              <a:ext cx="12191695" cy="11887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42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사업명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822960" y="4892040"/>
              <a:ext cx="7315200" cy="5486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제안서 제목을 입력하세요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8229600" y="4983479"/>
              <a:ext cx="3108960" cy="5486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r"/>
              <a:r>
                <a:rPr sz="1300" b="0">
                  <a:solidFill>
                    <a:srgbClr val="D9D9D9"/>
                  </a:solidFill>
                  <a:latin typeface="Pretendard"/>
                  <a:ea typeface="Pretendard"/>
                  <a:cs typeface="Pretendard"/>
                </a:rPr>
                <a:t>기관명을 입력하세요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11" name="asset:BGP-036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BGP-036 · 표지 하단밴드(blue/h24)</a:t>
              </a:r>
            </a:p>
          </p:txBody>
        </p:sp>
        <p:sp>
          <p:nvSpPr>
            <p:cNvPr id="3" name="BGP-036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0" y="0"/>
              <a:ext cx="12191695" cy="4663440"/>
            </a:xfrm>
            <a:prstGeom prst="rect">
              <a:avLst/>
            </a:prstGeom>
            <a:gradFill rotWithShape="1">
              <a:gsLst>
                <a:gs pos="0">
                  <a:srgbClr val="FFFFFF"/>
                </a:gs>
                <a:gs pos="100000">
                  <a:srgbClr val="F7F9FC"/>
                </a:gs>
              </a:gsLst>
              <a:lin scaled="0" ang="16200000"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0" y="4572000"/>
              <a:ext cx="12191695" cy="91440"/>
            </a:xfrm>
            <a:prstGeom prst="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ectangle 5"/>
            <p:cNvSpPr/>
            <p:nvPr/>
          </p:nvSpPr>
          <p:spPr>
            <a:xfrm>
              <a:off x="0" y="4663440"/>
              <a:ext cx="12191695" cy="2194560"/>
            </a:xfrm>
            <a:prstGeom prst="rect">
              <a:avLst/>
            </a:prstGeom>
            <a:gradFill rotWithShape="1">
              <a:gsLst>
                <a:gs pos="0">
                  <a:srgbClr val="1F3864"/>
                </a:gs>
                <a:gs pos="100000">
                  <a:srgbClr val="2A4A7F"/>
                </a:gs>
              </a:gsLst>
              <a:lin scaled="0" ang="0"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0" y="1371600"/>
              <a:ext cx="12191695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20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2026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0" y="2011680"/>
              <a:ext cx="12191695" cy="11887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42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사업명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822960" y="4892040"/>
              <a:ext cx="7315200" cy="5486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제안서 제목을 입력하세요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8229600" y="4983479"/>
              <a:ext cx="3108960" cy="5486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r"/>
              <a:r>
                <a:rPr sz="1300" b="0">
                  <a:solidFill>
                    <a:srgbClr val="D9D9D9"/>
                  </a:solidFill>
                  <a:latin typeface="Pretendard"/>
                  <a:ea typeface="Pretendard"/>
                  <a:cs typeface="Pretendard"/>
                </a:rPr>
                <a:t>기관명을 입력하세요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11" name="asset:BGP-037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BGP-037 · 표지 하단밴드(teal/h24)</a:t>
              </a:r>
            </a:p>
          </p:txBody>
        </p:sp>
        <p:sp>
          <p:nvSpPr>
            <p:cNvPr id="3" name="BGP-037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0" y="0"/>
              <a:ext cx="12191695" cy="4663440"/>
            </a:xfrm>
            <a:prstGeom prst="rect">
              <a:avLst/>
            </a:prstGeom>
            <a:gradFill rotWithShape="1">
              <a:gsLst>
                <a:gs pos="0">
                  <a:srgbClr val="FFFFFF"/>
                </a:gs>
                <a:gs pos="100000">
                  <a:srgbClr val="F7F9FC"/>
                </a:gs>
              </a:gsLst>
              <a:lin scaled="0" ang="16200000"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0" y="4572000"/>
              <a:ext cx="12191695" cy="91440"/>
            </a:xfrm>
            <a:prstGeom prst="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ectangle 5"/>
            <p:cNvSpPr/>
            <p:nvPr/>
          </p:nvSpPr>
          <p:spPr>
            <a:xfrm>
              <a:off x="0" y="4663440"/>
              <a:ext cx="12191695" cy="2194560"/>
            </a:xfrm>
            <a:prstGeom prst="rect">
              <a:avLst/>
            </a:prstGeom>
            <a:gradFill rotWithShape="1">
              <a:gsLst>
                <a:gs pos="0">
                  <a:srgbClr val="16233B"/>
                </a:gs>
                <a:gs pos="100000">
                  <a:srgbClr val="1F3864"/>
                </a:gs>
              </a:gsLst>
              <a:lin scaled="0" ang="0"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0" y="1371600"/>
              <a:ext cx="12191695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20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2026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0" y="2011680"/>
              <a:ext cx="12191695" cy="11887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42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사업명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822960" y="4892040"/>
              <a:ext cx="7315200" cy="5486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제안서 제목을 입력하세요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8229600" y="4983479"/>
              <a:ext cx="3108960" cy="5486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r"/>
              <a:r>
                <a:rPr sz="1300" b="0">
                  <a:solidFill>
                    <a:srgbClr val="D9D9D9"/>
                  </a:solidFill>
                  <a:latin typeface="Pretendard"/>
                  <a:ea typeface="Pretendard"/>
                  <a:cs typeface="Pretendard"/>
                </a:rPr>
                <a:t>기관명을 입력하세요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11" name="asset:BGP-038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BGP-038 · 표지 하단밴드(purple/h24)</a:t>
              </a:r>
            </a:p>
          </p:txBody>
        </p:sp>
        <p:sp>
          <p:nvSpPr>
            <p:cNvPr id="3" name="BGP-038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0" y="0"/>
              <a:ext cx="12191695" cy="4663440"/>
            </a:xfrm>
            <a:prstGeom prst="rect">
              <a:avLst/>
            </a:prstGeom>
            <a:gradFill rotWithShape="1">
              <a:gsLst>
                <a:gs pos="0">
                  <a:srgbClr val="FFFFFF"/>
                </a:gs>
                <a:gs pos="100000">
                  <a:srgbClr val="F7F9FC"/>
                </a:gs>
              </a:gsLst>
              <a:lin scaled="0" ang="16200000"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0" y="4572000"/>
              <a:ext cx="12191695" cy="91440"/>
            </a:xfrm>
            <a:prstGeom prst="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ectangle 5"/>
            <p:cNvSpPr/>
            <p:nvPr/>
          </p:nvSpPr>
          <p:spPr>
            <a:xfrm>
              <a:off x="0" y="4663440"/>
              <a:ext cx="12191695" cy="2194560"/>
            </a:xfrm>
            <a:prstGeom prst="rect">
              <a:avLst/>
            </a:prstGeom>
            <a:gradFill rotWithShape="1">
              <a:gsLst>
                <a:gs pos="0">
                  <a:srgbClr val="16233B"/>
                </a:gs>
                <a:gs pos="100000">
                  <a:srgbClr val="1F3864"/>
                </a:gs>
              </a:gsLst>
              <a:lin scaled="0" ang="0"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0" y="1371600"/>
              <a:ext cx="12191695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20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2026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0" y="2011680"/>
              <a:ext cx="12191695" cy="11887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42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사업명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822960" y="4892040"/>
              <a:ext cx="7315200" cy="5486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제안서 제목을 입력하세요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8229600" y="4983479"/>
              <a:ext cx="3108960" cy="5486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r"/>
              <a:r>
                <a:rPr sz="1300" b="0">
                  <a:solidFill>
                    <a:srgbClr val="D9D9D9"/>
                  </a:solidFill>
                  <a:latin typeface="Pretendard"/>
                  <a:ea typeface="Pretendard"/>
                  <a:cs typeface="Pretendard"/>
                </a:rPr>
                <a:t>기관명을 입력하세요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11" name="asset:BGP-039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BGP-039 · 표지 하단밴드(cyan/h24)</a:t>
              </a:r>
            </a:p>
          </p:txBody>
        </p:sp>
        <p:sp>
          <p:nvSpPr>
            <p:cNvPr id="3" name="BGP-039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0" y="0"/>
              <a:ext cx="12191695" cy="4663440"/>
            </a:xfrm>
            <a:prstGeom prst="rect">
              <a:avLst/>
            </a:prstGeom>
            <a:gradFill rotWithShape="1">
              <a:gsLst>
                <a:gs pos="0">
                  <a:srgbClr val="FFFFFF"/>
                </a:gs>
                <a:gs pos="100000">
                  <a:srgbClr val="F7F9FC"/>
                </a:gs>
              </a:gsLst>
              <a:lin scaled="0" ang="16200000"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0" y="4572000"/>
              <a:ext cx="12191695" cy="91440"/>
            </a:xfrm>
            <a:prstGeom prst="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ectangle 5"/>
            <p:cNvSpPr/>
            <p:nvPr/>
          </p:nvSpPr>
          <p:spPr>
            <a:xfrm>
              <a:off x="0" y="4663440"/>
              <a:ext cx="12191695" cy="2194560"/>
            </a:xfrm>
            <a:prstGeom prst="rect">
              <a:avLst/>
            </a:prstGeom>
            <a:gradFill rotWithShape="1">
              <a:gsLst>
                <a:gs pos="0">
                  <a:srgbClr val="1F3864"/>
                </a:gs>
                <a:gs pos="100000">
                  <a:srgbClr val="2A4A7F"/>
                </a:gs>
              </a:gsLst>
              <a:lin scaled="0" ang="0"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0" y="1371600"/>
              <a:ext cx="12191695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20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2026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0" y="2011680"/>
              <a:ext cx="12191695" cy="11887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42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사업명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822960" y="4892040"/>
              <a:ext cx="7315200" cy="5486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제안서 제목을 입력하세요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8229600" y="4983479"/>
              <a:ext cx="3108960" cy="5486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r"/>
              <a:r>
                <a:rPr sz="1300" b="0">
                  <a:solidFill>
                    <a:srgbClr val="D9D9D9"/>
                  </a:solidFill>
                  <a:latin typeface="Pretendard"/>
                  <a:ea typeface="Pretendard"/>
                  <a:cs typeface="Pretendard"/>
                </a:rPr>
                <a:t>기관명을 입력하세요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11" name="asset:BGP-040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BGP-040 · 표지 하단밴드(slate/h24)</a:t>
              </a:r>
            </a:p>
          </p:txBody>
        </p:sp>
        <p:sp>
          <p:nvSpPr>
            <p:cNvPr id="3" name="BGP-040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0" y="0"/>
              <a:ext cx="12191695" cy="4663440"/>
            </a:xfrm>
            <a:prstGeom prst="rect">
              <a:avLst/>
            </a:prstGeom>
            <a:gradFill rotWithShape="1">
              <a:gsLst>
                <a:gs pos="0">
                  <a:srgbClr val="FFFFFF"/>
                </a:gs>
                <a:gs pos="100000">
                  <a:srgbClr val="F7F9FC"/>
                </a:gs>
              </a:gsLst>
              <a:lin scaled="0" ang="16200000"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0" y="4572000"/>
              <a:ext cx="12191695" cy="91440"/>
            </a:xfrm>
            <a:prstGeom prst="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ectangle 5"/>
            <p:cNvSpPr/>
            <p:nvPr/>
          </p:nvSpPr>
          <p:spPr>
            <a:xfrm>
              <a:off x="0" y="4663440"/>
              <a:ext cx="12191695" cy="2194560"/>
            </a:xfrm>
            <a:prstGeom prst="rect">
              <a:avLst/>
            </a:prstGeom>
            <a:gradFill rotWithShape="1">
              <a:gsLst>
                <a:gs pos="0">
                  <a:srgbClr val="595959"/>
                </a:gs>
                <a:gs pos="100000">
                  <a:srgbClr val="808080"/>
                </a:gs>
              </a:gsLst>
              <a:lin scaled="0" ang="0"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0" y="1371600"/>
              <a:ext cx="12191695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20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2026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0" y="2011680"/>
              <a:ext cx="12191695" cy="11887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42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사업명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822960" y="4892040"/>
              <a:ext cx="7315200" cy="5486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제안서 제목을 입력하세요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8229600" y="4983479"/>
              <a:ext cx="3108960" cy="5486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r"/>
              <a:r>
                <a:rPr sz="1300" b="0">
                  <a:solidFill>
                    <a:srgbClr val="D9D9D9"/>
                  </a:solidFill>
                  <a:latin typeface="Pretendard"/>
                  <a:ea typeface="Pretendard"/>
                  <a:cs typeface="Pretendard"/>
                </a:rPr>
                <a:t>기관명을 입력하세요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11" name="asset:BGP-041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BGP-041 · 표지 하단밴드(navy/h30)</a:t>
              </a:r>
            </a:p>
          </p:txBody>
        </p:sp>
        <p:sp>
          <p:nvSpPr>
            <p:cNvPr id="3" name="BGP-041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0" y="0"/>
              <a:ext cx="12191695" cy="4114800"/>
            </a:xfrm>
            <a:prstGeom prst="rect">
              <a:avLst/>
            </a:prstGeom>
            <a:gradFill rotWithShape="1">
              <a:gsLst>
                <a:gs pos="0">
                  <a:srgbClr val="FFFFFF"/>
                </a:gs>
                <a:gs pos="100000">
                  <a:srgbClr val="F7F9FC"/>
                </a:gs>
              </a:gsLst>
              <a:lin scaled="0" ang="16200000"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0" y="4023360"/>
              <a:ext cx="12191695" cy="91440"/>
            </a:xfrm>
            <a:prstGeom prst="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ectangle 5"/>
            <p:cNvSpPr/>
            <p:nvPr/>
          </p:nvSpPr>
          <p:spPr>
            <a:xfrm>
              <a:off x="0" y="4114800"/>
              <a:ext cx="12191695" cy="2743200"/>
            </a:xfrm>
            <a:prstGeom prst="rect">
              <a:avLst/>
            </a:prstGeom>
            <a:gradFill rotWithShape="1">
              <a:gsLst>
                <a:gs pos="0">
                  <a:srgbClr val="16233B"/>
                </a:gs>
                <a:gs pos="100000">
                  <a:srgbClr val="1F3864"/>
                </a:gs>
              </a:gsLst>
              <a:lin scaled="0" ang="0"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0" y="1371600"/>
              <a:ext cx="12191695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20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2026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0" y="2011680"/>
              <a:ext cx="12191695" cy="11887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42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사업명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822960" y="4343400"/>
              <a:ext cx="7315200" cy="5486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제안서 제목을 입력하세요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8229600" y="4434840"/>
              <a:ext cx="3108960" cy="5486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r"/>
              <a:r>
                <a:rPr sz="1300" b="0">
                  <a:solidFill>
                    <a:srgbClr val="D9D9D9"/>
                  </a:solidFill>
                  <a:latin typeface="Pretendard"/>
                  <a:ea typeface="Pretendard"/>
                  <a:cs typeface="Pretendard"/>
                </a:rPr>
                <a:t>기관명을 입력하세요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11" name="asset:BGP-042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BGP-042 · 표지 하단밴드(blue/h30)</a:t>
              </a:r>
            </a:p>
          </p:txBody>
        </p:sp>
        <p:sp>
          <p:nvSpPr>
            <p:cNvPr id="3" name="BGP-042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0" y="0"/>
              <a:ext cx="12191695" cy="4114800"/>
            </a:xfrm>
            <a:prstGeom prst="rect">
              <a:avLst/>
            </a:prstGeom>
            <a:gradFill rotWithShape="1">
              <a:gsLst>
                <a:gs pos="0">
                  <a:srgbClr val="FFFFFF"/>
                </a:gs>
                <a:gs pos="100000">
                  <a:srgbClr val="F7F9FC"/>
                </a:gs>
              </a:gsLst>
              <a:lin scaled="0" ang="16200000"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0" y="4023360"/>
              <a:ext cx="12191695" cy="91440"/>
            </a:xfrm>
            <a:prstGeom prst="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ectangle 5"/>
            <p:cNvSpPr/>
            <p:nvPr/>
          </p:nvSpPr>
          <p:spPr>
            <a:xfrm>
              <a:off x="0" y="4114800"/>
              <a:ext cx="12191695" cy="2743200"/>
            </a:xfrm>
            <a:prstGeom prst="rect">
              <a:avLst/>
            </a:prstGeom>
            <a:gradFill rotWithShape="1">
              <a:gsLst>
                <a:gs pos="0">
                  <a:srgbClr val="1F3864"/>
                </a:gs>
                <a:gs pos="100000">
                  <a:srgbClr val="2A4A7F"/>
                </a:gs>
              </a:gsLst>
              <a:lin scaled="0" ang="0"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0" y="1371600"/>
              <a:ext cx="12191695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20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2026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0" y="2011680"/>
              <a:ext cx="12191695" cy="11887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42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사업명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822960" y="4343400"/>
              <a:ext cx="7315200" cy="5486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제안서 제목을 입력하세요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8229600" y="4434840"/>
              <a:ext cx="3108960" cy="5486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r"/>
              <a:r>
                <a:rPr sz="1300" b="0">
                  <a:solidFill>
                    <a:srgbClr val="D9D9D9"/>
                  </a:solidFill>
                  <a:latin typeface="Pretendard"/>
                  <a:ea typeface="Pretendard"/>
                  <a:cs typeface="Pretendard"/>
                </a:rPr>
                <a:t>기관명을 입력하세요</a:t>
              </a: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11" name="asset:BGP-043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BGP-043 · 표지 하단밴드(teal/h30)</a:t>
              </a:r>
            </a:p>
          </p:txBody>
        </p:sp>
        <p:sp>
          <p:nvSpPr>
            <p:cNvPr id="3" name="BGP-043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0" y="0"/>
              <a:ext cx="12191695" cy="4114800"/>
            </a:xfrm>
            <a:prstGeom prst="rect">
              <a:avLst/>
            </a:prstGeom>
            <a:gradFill rotWithShape="1">
              <a:gsLst>
                <a:gs pos="0">
                  <a:srgbClr val="FFFFFF"/>
                </a:gs>
                <a:gs pos="100000">
                  <a:srgbClr val="F7F9FC"/>
                </a:gs>
              </a:gsLst>
              <a:lin scaled="0" ang="16200000"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0" y="4023360"/>
              <a:ext cx="12191695" cy="91440"/>
            </a:xfrm>
            <a:prstGeom prst="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ectangle 5"/>
            <p:cNvSpPr/>
            <p:nvPr/>
          </p:nvSpPr>
          <p:spPr>
            <a:xfrm>
              <a:off x="0" y="4114800"/>
              <a:ext cx="12191695" cy="2743200"/>
            </a:xfrm>
            <a:prstGeom prst="rect">
              <a:avLst/>
            </a:prstGeom>
            <a:gradFill rotWithShape="1">
              <a:gsLst>
                <a:gs pos="0">
                  <a:srgbClr val="16233B"/>
                </a:gs>
                <a:gs pos="100000">
                  <a:srgbClr val="1F3864"/>
                </a:gs>
              </a:gsLst>
              <a:lin scaled="0" ang="0"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0" y="1371600"/>
              <a:ext cx="12191695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20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2026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0" y="2011680"/>
              <a:ext cx="12191695" cy="11887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42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사업명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822960" y="4343400"/>
              <a:ext cx="7315200" cy="5486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제안서 제목을 입력하세요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8229600" y="4434840"/>
              <a:ext cx="3108960" cy="5486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r"/>
              <a:r>
                <a:rPr sz="1300" b="0">
                  <a:solidFill>
                    <a:srgbClr val="D9D9D9"/>
                  </a:solidFill>
                  <a:latin typeface="Pretendard"/>
                  <a:ea typeface="Pretendard"/>
                  <a:cs typeface="Pretendard"/>
                </a:rPr>
                <a:t>기관명을 입력하세요</a:t>
              </a:r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11" name="asset:BGP-044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BGP-044 · 표지 하단밴드(purple/h30)</a:t>
              </a:r>
            </a:p>
          </p:txBody>
        </p:sp>
        <p:sp>
          <p:nvSpPr>
            <p:cNvPr id="3" name="BGP-044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0" y="0"/>
              <a:ext cx="12191695" cy="4114800"/>
            </a:xfrm>
            <a:prstGeom prst="rect">
              <a:avLst/>
            </a:prstGeom>
            <a:gradFill rotWithShape="1">
              <a:gsLst>
                <a:gs pos="0">
                  <a:srgbClr val="FFFFFF"/>
                </a:gs>
                <a:gs pos="100000">
                  <a:srgbClr val="F7F9FC"/>
                </a:gs>
              </a:gsLst>
              <a:lin scaled="0" ang="16200000"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0" y="4023360"/>
              <a:ext cx="12191695" cy="91440"/>
            </a:xfrm>
            <a:prstGeom prst="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ectangle 5"/>
            <p:cNvSpPr/>
            <p:nvPr/>
          </p:nvSpPr>
          <p:spPr>
            <a:xfrm>
              <a:off x="0" y="4114800"/>
              <a:ext cx="12191695" cy="2743200"/>
            </a:xfrm>
            <a:prstGeom prst="rect">
              <a:avLst/>
            </a:prstGeom>
            <a:gradFill rotWithShape="1">
              <a:gsLst>
                <a:gs pos="0">
                  <a:srgbClr val="16233B"/>
                </a:gs>
                <a:gs pos="100000">
                  <a:srgbClr val="1F3864"/>
                </a:gs>
              </a:gsLst>
              <a:lin scaled="0" ang="0"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0" y="1371600"/>
              <a:ext cx="12191695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20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2026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0" y="2011680"/>
              <a:ext cx="12191695" cy="11887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4200" b="1">
                  <a:solidFill>
                    <a:srgbClr val="16233B"/>
                  </a:solidFill>
                  <a:latin typeface="Pretendard"/>
                  <a:ea typeface="Pretendard"/>
                  <a:cs typeface="Pretendard"/>
                </a:rPr>
                <a:t>사업명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822960" y="4343400"/>
              <a:ext cx="7315200" cy="5486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6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제안서 제목을 입력하세요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8229600" y="4434840"/>
              <a:ext cx="3108960" cy="5486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r"/>
              <a:r>
                <a:rPr sz="1300" b="0">
                  <a:solidFill>
                    <a:srgbClr val="D9D9D9"/>
                  </a:solidFill>
                  <a:latin typeface="Pretendard"/>
                  <a:ea typeface="Pretendard"/>
                  <a:cs typeface="Pretendard"/>
                </a:rPr>
                <a:t>기관명을 입력하세요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