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(blue)</a:t>
            </a:r>
          </a:p>
        </p:txBody>
      </p:sp>
      <p:graphicFrame>
        <p:nvGraphicFramePr>
          <p:cNvPr id="5" name="asset:CMP-147"/>
          <p:cNvGraphicFramePr>
            <a:graphicFrameLocks noGrp="1"/>
          </p:cNvGraphicFramePr>
          <p:nvPr/>
        </p:nvGraphicFramePr>
        <p:xfrm>
          <a:off x="1463040" y="1554480"/>
          <a:ext cx="92354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(teal)</a:t>
            </a:r>
          </a:p>
        </p:txBody>
      </p:sp>
      <p:graphicFrame>
        <p:nvGraphicFramePr>
          <p:cNvPr id="5" name="asset:CMP-148"/>
          <p:cNvGraphicFramePr>
            <a:graphicFrameLocks noGrp="1"/>
          </p:cNvGraphicFramePr>
          <p:nvPr/>
        </p:nvGraphicFramePr>
        <p:xfrm>
          <a:off x="1463040" y="1554480"/>
          <a:ext cx="923544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(cyan)</a:t>
            </a:r>
          </a:p>
        </p:txBody>
      </p:sp>
      <p:graphicFrame>
        <p:nvGraphicFramePr>
          <p:cNvPr id="5" name="asset:CMP-149"/>
          <p:cNvGraphicFramePr>
            <a:graphicFrameLocks noGrp="1"/>
          </p:cNvGraphicFramePr>
          <p:nvPr/>
        </p:nvGraphicFramePr>
        <p:xfrm>
          <a:off x="1463040" y="1554480"/>
          <a:ext cx="923544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(purple)</a:t>
            </a:r>
          </a:p>
        </p:txBody>
      </p:sp>
      <p:graphicFrame>
        <p:nvGraphicFramePr>
          <p:cNvPr id="5" name="asset:CMP-150"/>
          <p:cNvGraphicFramePr>
            <a:graphicFrameLocks noGrp="1"/>
          </p:cNvGraphicFramePr>
          <p:nvPr/>
        </p:nvGraphicFramePr>
        <p:xfrm>
          <a:off x="1463040" y="1554480"/>
          <a:ext cx="9235440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(navy)</a:t>
            </a:r>
          </a:p>
        </p:txBody>
      </p:sp>
      <p:graphicFrame>
        <p:nvGraphicFramePr>
          <p:cNvPr id="5" name="asset:CMP-151"/>
          <p:cNvGraphicFramePr>
            <a:graphicFrameLocks noGrp="1"/>
          </p:cNvGraphicFramePr>
          <p:nvPr/>
        </p:nvGraphicFramePr>
        <p:xfrm>
          <a:off x="1463040" y="1554480"/>
          <a:ext cx="92354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(blue)</a:t>
            </a:r>
          </a:p>
        </p:txBody>
      </p:sp>
      <p:graphicFrame>
        <p:nvGraphicFramePr>
          <p:cNvPr id="5" name="asset:CMP-152"/>
          <p:cNvGraphicFramePr>
            <a:graphicFrameLocks noGrp="1"/>
          </p:cNvGraphicFramePr>
          <p:nvPr/>
        </p:nvGraphicFramePr>
        <p:xfrm>
          <a:off x="1463040" y="1554480"/>
          <a:ext cx="923544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(teal)</a:t>
            </a:r>
          </a:p>
        </p:txBody>
      </p:sp>
      <p:graphicFrame>
        <p:nvGraphicFramePr>
          <p:cNvPr id="5" name="asset:CMP-153"/>
          <p:cNvGraphicFramePr>
            <a:graphicFrameLocks noGrp="1"/>
          </p:cNvGraphicFramePr>
          <p:nvPr/>
        </p:nvGraphicFramePr>
        <p:xfrm>
          <a:off x="1463040" y="1554480"/>
          <a:ext cx="923544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(cyan)</a:t>
            </a:r>
          </a:p>
        </p:txBody>
      </p:sp>
      <p:graphicFrame>
        <p:nvGraphicFramePr>
          <p:cNvPr id="5" name="asset:CMP-154"/>
          <p:cNvGraphicFramePr>
            <a:graphicFrameLocks noGrp="1"/>
          </p:cNvGraphicFramePr>
          <p:nvPr/>
        </p:nvGraphicFramePr>
        <p:xfrm>
          <a:off x="1463040" y="1554480"/>
          <a:ext cx="9235440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(purple)</a:t>
            </a:r>
          </a:p>
        </p:txBody>
      </p:sp>
      <p:graphicFrame>
        <p:nvGraphicFramePr>
          <p:cNvPr id="5" name="asset:CMP-155"/>
          <p:cNvGraphicFramePr>
            <a:graphicFrameLocks noGrp="1"/>
          </p:cNvGraphicFramePr>
          <p:nvPr/>
        </p:nvGraphicFramePr>
        <p:xfrm>
          <a:off x="1463040" y="1554480"/>
          <a:ext cx="92354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(navy)</a:t>
            </a:r>
          </a:p>
        </p:txBody>
      </p:sp>
      <p:graphicFrame>
        <p:nvGraphicFramePr>
          <p:cNvPr id="5" name="asset:CMP-156"/>
          <p:cNvGraphicFramePr>
            <a:graphicFrameLocks noGrp="1"/>
          </p:cNvGraphicFramePr>
          <p:nvPr/>
        </p:nvGraphicFramePr>
        <p:xfrm>
          <a:off x="1463040" y="1554480"/>
          <a:ext cx="923544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(blue)</a:t>
            </a:r>
          </a:p>
        </p:txBody>
      </p:sp>
      <p:graphicFrame>
        <p:nvGraphicFramePr>
          <p:cNvPr id="5" name="asset:CMP-157"/>
          <p:cNvGraphicFramePr>
            <a:graphicFrameLocks noGrp="1"/>
          </p:cNvGraphicFramePr>
          <p:nvPr/>
        </p:nvGraphicFramePr>
        <p:xfrm>
          <a:off x="1463040" y="1554480"/>
          <a:ext cx="923544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(teal)</a:t>
            </a:r>
          </a:p>
        </p:txBody>
      </p:sp>
      <p:graphicFrame>
        <p:nvGraphicFramePr>
          <p:cNvPr id="5" name="asset:CMP-158"/>
          <p:cNvGraphicFramePr>
            <a:graphicFrameLocks noGrp="1"/>
          </p:cNvGraphicFramePr>
          <p:nvPr/>
        </p:nvGraphicFramePr>
        <p:xfrm>
          <a:off x="1463040" y="1554480"/>
          <a:ext cx="9235440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(cyan)</a:t>
            </a:r>
          </a:p>
        </p:txBody>
      </p:sp>
      <p:graphicFrame>
        <p:nvGraphicFramePr>
          <p:cNvPr id="5" name="asset:CMP-159"/>
          <p:cNvGraphicFramePr>
            <a:graphicFrameLocks noGrp="1"/>
          </p:cNvGraphicFramePr>
          <p:nvPr/>
        </p:nvGraphicFramePr>
        <p:xfrm>
          <a:off x="1463040" y="1554480"/>
          <a:ext cx="92354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E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· 상위 3위 강조 (purple)</a:t>
            </a:r>
          </a:p>
        </p:txBody>
      </p:sp>
      <p:graphicFrame>
        <p:nvGraphicFramePr>
          <p:cNvPr id="5" name="asset:CMP-160"/>
          <p:cNvGraphicFramePr>
            <a:graphicFrameLocks noGrp="1"/>
          </p:cNvGraphicFramePr>
          <p:nvPr/>
        </p:nvGraphicFramePr>
        <p:xfrm>
          <a:off x="1463040" y="1554480"/>
          <a:ext cx="923544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F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