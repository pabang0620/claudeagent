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(blue)</a:t>
            </a:r>
          </a:p>
        </p:txBody>
      </p:sp>
      <p:graphicFrame>
        <p:nvGraphicFramePr>
          <p:cNvPr id="5" name="asset:CMP-105"/>
          <p:cNvGraphicFramePr>
            <a:graphicFrameLocks noGrp="1"/>
          </p:cNvGraphicFramePr>
          <p:nvPr/>
        </p:nvGraphicFramePr>
        <p:xfrm>
          <a:off x="1005840" y="1554480"/>
          <a:ext cx="10149839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(teal)</a:t>
            </a:r>
          </a:p>
        </p:txBody>
      </p:sp>
      <p:graphicFrame>
        <p:nvGraphicFramePr>
          <p:cNvPr id="5" name="asset:CMP-106"/>
          <p:cNvGraphicFramePr>
            <a:graphicFrameLocks noGrp="1"/>
          </p:cNvGraphicFramePr>
          <p:nvPr/>
        </p:nvGraphicFramePr>
        <p:xfrm>
          <a:off x="1005840" y="1554480"/>
          <a:ext cx="10149839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(cyan)</a:t>
            </a:r>
          </a:p>
        </p:txBody>
      </p:sp>
      <p:graphicFrame>
        <p:nvGraphicFramePr>
          <p:cNvPr id="5" name="asset:CMP-107"/>
          <p:cNvGraphicFramePr>
            <a:graphicFrameLocks noGrp="1"/>
          </p:cNvGraphicFramePr>
          <p:nvPr/>
        </p:nvGraphicFramePr>
        <p:xfrm>
          <a:off x="1005840" y="1554480"/>
          <a:ext cx="10149839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(purple)</a:t>
            </a:r>
          </a:p>
        </p:txBody>
      </p:sp>
      <p:graphicFrame>
        <p:nvGraphicFramePr>
          <p:cNvPr id="5" name="asset:CMP-108"/>
          <p:cNvGraphicFramePr>
            <a:graphicFrameLocks noGrp="1"/>
          </p:cNvGraphicFramePr>
          <p:nvPr/>
        </p:nvGraphicFramePr>
        <p:xfrm>
          <a:off x="1005840" y="1554480"/>
          <a:ext cx="10149839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(navy)</a:t>
            </a:r>
          </a:p>
        </p:txBody>
      </p:sp>
      <p:graphicFrame>
        <p:nvGraphicFramePr>
          <p:cNvPr id="5" name="asset:CMP-109"/>
          <p:cNvGraphicFramePr>
            <a:graphicFrameLocks noGrp="1"/>
          </p:cNvGraphicFramePr>
          <p:nvPr/>
        </p:nvGraphicFramePr>
        <p:xfrm>
          <a:off x="1005840" y="1554480"/>
          <a:ext cx="10149839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(blue)</a:t>
            </a:r>
          </a:p>
        </p:txBody>
      </p:sp>
      <p:graphicFrame>
        <p:nvGraphicFramePr>
          <p:cNvPr id="5" name="asset:CMP-110"/>
          <p:cNvGraphicFramePr>
            <a:graphicFrameLocks noGrp="1"/>
          </p:cNvGraphicFramePr>
          <p:nvPr/>
        </p:nvGraphicFramePr>
        <p:xfrm>
          <a:off x="1005840" y="1554480"/>
          <a:ext cx="10149839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(teal)</a:t>
            </a:r>
          </a:p>
        </p:txBody>
      </p:sp>
      <p:graphicFrame>
        <p:nvGraphicFramePr>
          <p:cNvPr id="5" name="asset:CMP-111"/>
          <p:cNvGraphicFramePr>
            <a:graphicFrameLocks noGrp="1"/>
          </p:cNvGraphicFramePr>
          <p:nvPr/>
        </p:nvGraphicFramePr>
        <p:xfrm>
          <a:off x="1005840" y="1554480"/>
          <a:ext cx="10149839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(cyan)</a:t>
            </a:r>
          </a:p>
        </p:txBody>
      </p:sp>
      <p:graphicFrame>
        <p:nvGraphicFramePr>
          <p:cNvPr id="5" name="asset:CMP-112"/>
          <p:cNvGraphicFramePr>
            <a:graphicFrameLocks noGrp="1"/>
          </p:cNvGraphicFramePr>
          <p:nvPr/>
        </p:nvGraphicFramePr>
        <p:xfrm>
          <a:off x="1005840" y="1554480"/>
          <a:ext cx="10149839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(purple)</a:t>
            </a:r>
          </a:p>
        </p:txBody>
      </p:sp>
      <p:graphicFrame>
        <p:nvGraphicFramePr>
          <p:cNvPr id="5" name="asset:CMP-113"/>
          <p:cNvGraphicFramePr>
            <a:graphicFrameLocks noGrp="1"/>
          </p:cNvGraphicFramePr>
          <p:nvPr/>
        </p:nvGraphicFramePr>
        <p:xfrm>
          <a:off x="1005840" y="1554480"/>
          <a:ext cx="10149839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(navy)</a:t>
            </a:r>
          </a:p>
        </p:txBody>
      </p:sp>
      <p:graphicFrame>
        <p:nvGraphicFramePr>
          <p:cNvPr id="5" name="asset:CMP-114"/>
          <p:cNvGraphicFramePr>
            <a:graphicFrameLocks noGrp="1"/>
          </p:cNvGraphicFramePr>
          <p:nvPr/>
        </p:nvGraphicFramePr>
        <p:xfrm>
          <a:off x="1005840" y="1554480"/>
          <a:ext cx="10149839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(blue)</a:t>
            </a:r>
          </a:p>
        </p:txBody>
      </p:sp>
      <p:graphicFrame>
        <p:nvGraphicFramePr>
          <p:cNvPr id="5" name="asset:CMP-115"/>
          <p:cNvGraphicFramePr>
            <a:graphicFrameLocks noGrp="1"/>
          </p:cNvGraphicFramePr>
          <p:nvPr/>
        </p:nvGraphicFramePr>
        <p:xfrm>
          <a:off x="1005840" y="1554480"/>
          <a:ext cx="10149839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(teal)</a:t>
            </a:r>
          </a:p>
        </p:txBody>
      </p:sp>
      <p:graphicFrame>
        <p:nvGraphicFramePr>
          <p:cNvPr id="5" name="asset:CMP-116"/>
          <p:cNvGraphicFramePr>
            <a:graphicFrameLocks noGrp="1"/>
          </p:cNvGraphicFramePr>
          <p:nvPr/>
        </p:nvGraphicFramePr>
        <p:xfrm>
          <a:off x="1005840" y="1554480"/>
          <a:ext cx="10149839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(cyan)</a:t>
            </a:r>
          </a:p>
        </p:txBody>
      </p:sp>
      <p:graphicFrame>
        <p:nvGraphicFramePr>
          <p:cNvPr id="5" name="asset:CMP-117"/>
          <p:cNvGraphicFramePr>
            <a:graphicFrameLocks noGrp="1"/>
          </p:cNvGraphicFramePr>
          <p:nvPr/>
        </p:nvGraphicFramePr>
        <p:xfrm>
          <a:off x="1005840" y="1554480"/>
          <a:ext cx="10149839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(purple)</a:t>
            </a:r>
          </a:p>
        </p:txBody>
      </p:sp>
      <p:graphicFrame>
        <p:nvGraphicFramePr>
          <p:cNvPr id="5" name="asset:CMP-118"/>
          <p:cNvGraphicFramePr>
            <a:graphicFrameLocks noGrp="1"/>
          </p:cNvGraphicFramePr>
          <p:nvPr/>
        </p:nvGraphicFramePr>
        <p:xfrm>
          <a:off x="1005840" y="1554480"/>
          <a:ext cx="10149839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(navy)</a:t>
            </a:r>
          </a:p>
        </p:txBody>
      </p:sp>
      <p:graphicFrame>
        <p:nvGraphicFramePr>
          <p:cNvPr id="5" name="asset:CMP-119"/>
          <p:cNvGraphicFramePr>
            <a:graphicFrameLocks noGrp="1"/>
          </p:cNvGraphicFramePr>
          <p:nvPr/>
        </p:nvGraphicFramePr>
        <p:xfrm>
          <a:off x="1005840" y="1554480"/>
          <a:ext cx="10149839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2133600"/>
                <a:gridCol w="2133600"/>
                <a:gridCol w="21336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연동 용이성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하비볼 비교표 (충족도 우열)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●(우수) ◕ ◐ ◔ ○(미흡) 채움 정도로 우열 (blue)</a:t>
            </a:r>
          </a:p>
        </p:txBody>
      </p:sp>
      <p:graphicFrame>
        <p:nvGraphicFramePr>
          <p:cNvPr id="5" name="asset:CMP-120"/>
          <p:cNvGraphicFramePr>
            <a:graphicFrameLocks noGrp="1"/>
          </p:cNvGraphicFramePr>
          <p:nvPr/>
        </p:nvGraphicFramePr>
        <p:xfrm>
          <a:off x="1005840" y="1554480"/>
          <a:ext cx="10149839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연동 용이성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●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◐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◔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