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(blue)</a:t>
            </a:r>
          </a:p>
        </p:txBody>
      </p:sp>
      <p:grpSp>
        <p:nvGrpSpPr>
          <p:cNvPr id="22" name="asset:CMP-175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(teal)</a:t>
            </a:r>
          </a:p>
        </p:txBody>
      </p:sp>
      <p:grpSp>
        <p:nvGrpSpPr>
          <p:cNvPr id="26" name="asset:CMP-176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25" name="Right Arrow 24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(cyan)</a:t>
            </a:r>
          </a:p>
        </p:txBody>
      </p:sp>
      <p:grpSp>
        <p:nvGrpSpPr>
          <p:cNvPr id="30" name="asset:CMP-177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325880" y="479145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81912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223759" y="4791456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79791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(purple)</a:t>
            </a:r>
          </a:p>
        </p:txBody>
      </p:sp>
      <p:grpSp>
        <p:nvGrpSpPr>
          <p:cNvPr id="22" name="asset:CMP-178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(navy)</a:t>
            </a:r>
          </a:p>
        </p:txBody>
      </p:sp>
      <p:grpSp>
        <p:nvGrpSpPr>
          <p:cNvPr id="26" name="asset:CMP-179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5" name="Right Arrow 24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(blue)</a:t>
            </a:r>
          </a:p>
        </p:txBody>
      </p:sp>
      <p:grpSp>
        <p:nvGrpSpPr>
          <p:cNvPr id="30" name="asset:CMP-180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325880" y="479145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81912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223759" y="4791456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79791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(teal)</a:t>
            </a:r>
          </a:p>
        </p:txBody>
      </p:sp>
      <p:grpSp>
        <p:nvGrpSpPr>
          <p:cNvPr id="22" name="asset:CMP-181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(cyan)</a:t>
            </a:r>
          </a:p>
        </p:txBody>
      </p:sp>
      <p:grpSp>
        <p:nvGrpSpPr>
          <p:cNvPr id="26" name="asset:CMP-182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25" name="Right Arrow 24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(purple)</a:t>
            </a:r>
          </a:p>
        </p:txBody>
      </p:sp>
      <p:grpSp>
        <p:nvGrpSpPr>
          <p:cNvPr id="30" name="asset:CMP-183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325880" y="479145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81912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223759" y="4791456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79791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(navy)</a:t>
            </a:r>
          </a:p>
        </p:txBody>
      </p:sp>
      <p:grpSp>
        <p:nvGrpSpPr>
          <p:cNvPr id="22" name="asset:CMP-184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(blue)</a:t>
            </a:r>
          </a:p>
        </p:txBody>
      </p:sp>
      <p:grpSp>
        <p:nvGrpSpPr>
          <p:cNvPr id="26" name="asset:CMP-185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데이터 허브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5" name="Right Arrow 24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Before / After 대비 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개선 전·후를 2열 카드로 대비 (teal)</a:t>
            </a:r>
          </a:p>
        </p:txBody>
      </p:sp>
      <p:grpSp>
        <p:nvGrpSpPr>
          <p:cNvPr id="30" name="asset:CMP-186"/>
          <p:cNvGrpSpPr/>
          <p:nvPr/>
        </p:nvGrpSpPr>
        <p:grpSpPr>
          <a:xfrm>
            <a:off x="1005840" y="1508760"/>
            <a:ext cx="10789919" cy="4206240"/>
            <a:chOff x="1005840" y="1508760"/>
            <a:chExt cx="10789919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325880" y="2523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81912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대응 속도 지연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325880" y="3090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581912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325880" y="3657599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81912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325880" y="422452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81912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325880" y="479145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81912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23759" y="252374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79791" y="2404872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즉시 대응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7223759" y="309067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79791" y="2971800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7223759" y="3657599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79791" y="3538727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7223759" y="422452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79791" y="4105656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223759" y="4791456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79791" y="4672584"/>
              <a:ext cx="3995927" cy="5669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