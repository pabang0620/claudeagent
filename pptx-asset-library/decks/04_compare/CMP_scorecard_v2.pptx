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가중치 스코어카드 (환산점수)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가중치 × 점수 = 환산점수, 종합 환산점수 합산</a:t>
            </a:r>
          </a:p>
        </p:txBody>
      </p:sp>
      <p:graphicFrame>
        <p:nvGraphicFramePr>
          <p:cNvPr id="5" name="asset:CMP-014"/>
          <p:cNvGraphicFramePr>
            <a:graphicFrameLocks noGrp="1"/>
          </p:cNvGraphicFramePr>
          <p:nvPr/>
        </p:nvGraphicFramePr>
        <p:xfrm>
          <a:off x="1463040" y="155448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점수(/100)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환산점수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17.6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13.8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가능성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15%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환산점수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88.3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순위 비교표 (종합 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종합 점수 기준 순위 뱃지 — 상위 3위 색상 강조</a:t>
            </a:r>
          </a:p>
        </p:txBody>
      </p:sp>
      <p:graphicFrame>
        <p:nvGraphicFramePr>
          <p:cNvPr id="5" name="asset:CMP-018"/>
          <p:cNvGraphicFramePr>
            <a:graphicFrameLocks noGrp="1"/>
          </p:cNvGraphicFramePr>
          <p:nvPr/>
        </p:nvGraphicFramePr>
        <p:xfrm>
          <a:off x="1463040" y="1554480"/>
          <a:ext cx="9235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4114800"/>
                <a:gridCol w="1920240"/>
                <a:gridCol w="19202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대상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 점수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 컨소시엄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우선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2위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82.1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차순위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3위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71.2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탈락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