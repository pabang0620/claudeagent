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</a:t>
            </a:r>
          </a:p>
        </p:txBody>
      </p:sp>
      <p:graphicFrame>
        <p:nvGraphicFramePr>
          <p:cNvPr id="5" name="asset:CMP-003"/>
          <p:cNvGraphicFramePr>
            <a:graphicFrameLocks noGrp="1"/>
          </p:cNvGraphicFramePr>
          <p:nvPr/>
        </p:nvGraphicFramePr>
        <p:xfrm>
          <a:off x="1005840" y="1417320"/>
          <a:ext cx="1014984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8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확보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없음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적용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부분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전면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속도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지연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즉시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평가표 (배점 ·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배점과 획득 점수 합산</a:t>
            </a:r>
          </a:p>
        </p:txBody>
      </p:sp>
      <p:graphicFrame>
        <p:nvGraphicFramePr>
          <p:cNvPr id="5" name="asset:CMP-006"/>
          <p:cNvGraphicFramePr>
            <a:graphicFrameLocks noGrp="1"/>
          </p:cNvGraphicFramePr>
          <p:nvPr/>
        </p:nvGraphicFramePr>
        <p:xfrm>
          <a:off x="1463040" y="141732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94960"/>
                <a:gridCol w="192024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배점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실행 가능성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체크리스트 표 (점검 항목)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체크박스 도형으로 완료 여부 표시</a:t>
            </a:r>
          </a:p>
        </p:txBody>
      </p:sp>
      <p:graphicFrame>
        <p:nvGraphicFramePr>
          <p:cNvPr id="5" name="asset:CMP-007"/>
          <p:cNvGraphicFramePr>
            <a:graphicFrameLocks noGrp="1"/>
          </p:cNvGraphicFramePr>
          <p:nvPr/>
        </p:nvGraphicFramePr>
        <p:xfrm>
          <a:off x="1463040" y="1417320"/>
          <a:ext cx="923544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5943600"/>
                <a:gridCol w="210312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목표 정합성 검토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역량 자료 확보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파트너 확정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방안 수립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대응 계획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최종 산출물 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911095" y="2121408"/>
            <a:ext cx="292608" cy="292608"/>
          </a:xfrm>
          <a:prstGeom prst="roundRect">
            <a:avLst/>
          </a:prstGeom>
          <a:solidFill>
            <a:srgbClr val="1F9E8F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2688336"/>
            <a:ext cx="292608" cy="292608"/>
          </a:xfrm>
          <a:prstGeom prst="roundRect">
            <a:avLst/>
          </a:prstGeom>
          <a:solidFill>
            <a:srgbClr val="1F9E8F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11095" y="3255264"/>
            <a:ext cx="292608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11095" y="3822192"/>
            <a:ext cx="292608" cy="292608"/>
          </a:xfrm>
          <a:prstGeom prst="roundRect">
            <a:avLst/>
          </a:prstGeom>
          <a:solidFill>
            <a:srgbClr val="1F9E8F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1095" y="4389120"/>
            <a:ext cx="292608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11095" y="4956048"/>
            <a:ext cx="292608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