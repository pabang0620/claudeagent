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(blue)</a:t>
            </a:r>
          </a:p>
        </p:txBody>
      </p:sp>
      <p:graphicFrame>
        <p:nvGraphicFramePr>
          <p:cNvPr id="5" name="asset:CMP-047"/>
          <p:cNvGraphicFramePr>
            <a:graphicFrameLocks noGrp="1"/>
          </p:cNvGraphicFramePr>
          <p:nvPr/>
        </p:nvGraphicFramePr>
        <p:xfrm>
          <a:off x="1005840" y="1417320"/>
          <a:ext cx="10149837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2042159"/>
                <a:gridCol w="2042159"/>
                <a:gridCol w="204215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대응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프로세스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(teal)</a:t>
            </a:r>
          </a:p>
        </p:txBody>
      </p:sp>
      <p:graphicFrame>
        <p:nvGraphicFramePr>
          <p:cNvPr id="5" name="asset:CMP-048"/>
          <p:cNvGraphicFramePr>
            <a:graphicFrameLocks noGrp="1"/>
          </p:cNvGraphicFramePr>
          <p:nvPr/>
        </p:nvGraphicFramePr>
        <p:xfrm>
          <a:off x="1005840" y="1417320"/>
          <a:ext cx="10149836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1531619"/>
                <a:gridCol w="1531619"/>
                <a:gridCol w="1531619"/>
                <a:gridCol w="153161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프로세스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(cyan)</a:t>
            </a:r>
          </a:p>
        </p:txBody>
      </p:sp>
      <p:graphicFrame>
        <p:nvGraphicFramePr>
          <p:cNvPr id="5" name="asset:CMP-049"/>
          <p:cNvGraphicFramePr>
            <a:graphicFrameLocks noGrp="1"/>
          </p:cNvGraphicFramePr>
          <p:nvPr/>
        </p:nvGraphicFramePr>
        <p:xfrm>
          <a:off x="1005840" y="1417320"/>
          <a:ext cx="10149835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1225295"/>
                <a:gridCol w="1225295"/>
                <a:gridCol w="1225295"/>
                <a:gridCol w="1225295"/>
                <a:gridCol w="1225295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(purple)</a:t>
            </a:r>
          </a:p>
        </p:txBody>
      </p:sp>
      <p:graphicFrame>
        <p:nvGraphicFramePr>
          <p:cNvPr id="5" name="asset:CMP-050"/>
          <p:cNvGraphicFramePr>
            <a:graphicFrameLocks noGrp="1"/>
          </p:cNvGraphicFramePr>
          <p:nvPr/>
        </p:nvGraphicFramePr>
        <p:xfrm>
          <a:off x="1005840" y="1417320"/>
          <a:ext cx="10149837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2042159"/>
                <a:gridCol w="2042159"/>
                <a:gridCol w="204215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(navy)</a:t>
            </a:r>
          </a:p>
        </p:txBody>
      </p:sp>
      <p:graphicFrame>
        <p:nvGraphicFramePr>
          <p:cNvPr id="5" name="asset:CMP-051"/>
          <p:cNvGraphicFramePr>
            <a:graphicFrameLocks noGrp="1"/>
          </p:cNvGraphicFramePr>
          <p:nvPr/>
        </p:nvGraphicFramePr>
        <p:xfrm>
          <a:off x="1005840" y="1417320"/>
          <a:ext cx="10149836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1531619"/>
                <a:gridCol w="1531619"/>
                <a:gridCol w="1531619"/>
                <a:gridCol w="153161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(blue)</a:t>
            </a:r>
          </a:p>
        </p:txBody>
      </p:sp>
      <p:graphicFrame>
        <p:nvGraphicFramePr>
          <p:cNvPr id="5" name="asset:CMP-052"/>
          <p:cNvGraphicFramePr>
            <a:graphicFrameLocks noGrp="1"/>
          </p:cNvGraphicFramePr>
          <p:nvPr/>
        </p:nvGraphicFramePr>
        <p:xfrm>
          <a:off x="1005840" y="1417320"/>
          <a:ext cx="10149835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1225295"/>
                <a:gridCol w="1225295"/>
                <a:gridCol w="1225295"/>
                <a:gridCol w="1225295"/>
                <a:gridCol w="1225295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(teal)</a:t>
            </a:r>
          </a:p>
        </p:txBody>
      </p:sp>
      <p:graphicFrame>
        <p:nvGraphicFramePr>
          <p:cNvPr id="5" name="asset:CMP-053"/>
          <p:cNvGraphicFramePr>
            <a:graphicFrameLocks noGrp="1"/>
          </p:cNvGraphicFramePr>
          <p:nvPr/>
        </p:nvGraphicFramePr>
        <p:xfrm>
          <a:off x="1005840" y="1417320"/>
          <a:ext cx="10149837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2042159"/>
                <a:gridCol w="2042159"/>
                <a:gridCol w="204215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(cyan)</a:t>
            </a:r>
          </a:p>
        </p:txBody>
      </p:sp>
      <p:graphicFrame>
        <p:nvGraphicFramePr>
          <p:cNvPr id="5" name="asset:CMP-054"/>
          <p:cNvGraphicFramePr>
            <a:graphicFrameLocks noGrp="1"/>
          </p:cNvGraphicFramePr>
          <p:nvPr/>
        </p:nvGraphicFramePr>
        <p:xfrm>
          <a:off x="1005840" y="1417320"/>
          <a:ext cx="10149836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1531619"/>
                <a:gridCol w="1531619"/>
                <a:gridCol w="1531619"/>
                <a:gridCol w="153161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(purple)</a:t>
            </a:r>
          </a:p>
        </p:txBody>
      </p:sp>
      <p:graphicFrame>
        <p:nvGraphicFramePr>
          <p:cNvPr id="5" name="asset:CMP-055"/>
          <p:cNvGraphicFramePr>
            <a:graphicFrameLocks noGrp="1"/>
          </p:cNvGraphicFramePr>
          <p:nvPr/>
        </p:nvGraphicFramePr>
        <p:xfrm>
          <a:off x="1005840" y="1417320"/>
          <a:ext cx="10149835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1225295"/>
                <a:gridCol w="1225295"/>
                <a:gridCol w="1225295"/>
                <a:gridCol w="1225295"/>
                <a:gridCol w="1225295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(navy)</a:t>
            </a:r>
          </a:p>
        </p:txBody>
      </p:sp>
      <p:graphicFrame>
        <p:nvGraphicFramePr>
          <p:cNvPr id="5" name="asset:CMP-056"/>
          <p:cNvGraphicFramePr>
            <a:graphicFrameLocks noGrp="1"/>
          </p:cNvGraphicFramePr>
          <p:nvPr/>
        </p:nvGraphicFramePr>
        <p:xfrm>
          <a:off x="1005840" y="1417320"/>
          <a:ext cx="10149837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2042159"/>
                <a:gridCol w="2042159"/>
                <a:gridCol w="204215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(blue)</a:t>
            </a:r>
          </a:p>
        </p:txBody>
      </p:sp>
      <p:graphicFrame>
        <p:nvGraphicFramePr>
          <p:cNvPr id="5" name="asset:CMP-057"/>
          <p:cNvGraphicFramePr>
            <a:graphicFrameLocks noGrp="1"/>
          </p:cNvGraphicFramePr>
          <p:nvPr/>
        </p:nvGraphicFramePr>
        <p:xfrm>
          <a:off x="1005840" y="1417320"/>
          <a:ext cx="10149836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1531619"/>
                <a:gridCol w="1531619"/>
                <a:gridCol w="1531619"/>
                <a:gridCol w="153161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(teal)</a:t>
            </a:r>
          </a:p>
        </p:txBody>
      </p:sp>
      <p:graphicFrame>
        <p:nvGraphicFramePr>
          <p:cNvPr id="5" name="asset:CMP-058"/>
          <p:cNvGraphicFramePr>
            <a:graphicFrameLocks noGrp="1"/>
          </p:cNvGraphicFramePr>
          <p:nvPr/>
        </p:nvGraphicFramePr>
        <p:xfrm>
          <a:off x="1005840" y="1417320"/>
          <a:ext cx="10149835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1225295"/>
                <a:gridCol w="1225295"/>
                <a:gridCol w="1225295"/>
                <a:gridCol w="1225295"/>
                <a:gridCol w="1225295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CMP-059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(cyan)</a:t>
            </a:r>
          </a:p>
        </p:txBody>
      </p:sp>
      <p:graphicFrame>
        <p:nvGraphicFramePr>
          <p:cNvPr id="5" name="asset:CMP-059"/>
          <p:cNvGraphicFramePr>
            <a:graphicFrameLocks noGrp="1"/>
          </p:cNvGraphicFramePr>
          <p:nvPr/>
        </p:nvGraphicFramePr>
        <p:xfrm>
          <a:off x="1005840" y="1417320"/>
          <a:ext cx="10149837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2042159"/>
                <a:gridCol w="2042159"/>
                <a:gridCol w="204215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(purple)</a:t>
            </a:r>
          </a:p>
        </p:txBody>
      </p:sp>
      <p:graphicFrame>
        <p:nvGraphicFramePr>
          <p:cNvPr id="5" name="asset:CMP-060"/>
          <p:cNvGraphicFramePr>
            <a:graphicFrameLocks noGrp="1"/>
          </p:cNvGraphicFramePr>
          <p:nvPr/>
        </p:nvGraphicFramePr>
        <p:xfrm>
          <a:off x="1005840" y="1417320"/>
          <a:ext cx="10149836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1531619"/>
                <a:gridCol w="1531619"/>
                <a:gridCol w="1531619"/>
                <a:gridCol w="153161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규제 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(navy)</a:t>
            </a:r>
          </a:p>
        </p:txBody>
      </p:sp>
      <p:graphicFrame>
        <p:nvGraphicFramePr>
          <p:cNvPr id="5" name="asset:CMP-061"/>
          <p:cNvGraphicFramePr>
            <a:graphicFrameLocks noGrp="1"/>
          </p:cNvGraphicFramePr>
          <p:nvPr/>
        </p:nvGraphicFramePr>
        <p:xfrm>
          <a:off x="1005840" y="1417320"/>
          <a:ext cx="10149835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1225295"/>
                <a:gridCol w="1225295"/>
                <a:gridCol w="1225295"/>
                <a:gridCol w="1225295"/>
                <a:gridCol w="1225295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규제 준수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연동 용이성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대응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 강조 · ○△✕ 기호로 우열 표기 (blue)</a:t>
            </a:r>
          </a:p>
        </p:txBody>
      </p:sp>
      <p:graphicFrame>
        <p:nvGraphicFramePr>
          <p:cNvPr id="5" name="asset:CMP-062"/>
          <p:cNvGraphicFramePr>
            <a:graphicFrameLocks noGrp="1"/>
          </p:cNvGraphicFramePr>
          <p:nvPr/>
        </p:nvGraphicFramePr>
        <p:xfrm>
          <a:off x="1005840" y="1417320"/>
          <a:ext cx="10149837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2042159"/>
                <a:gridCol w="2042159"/>
                <a:gridCol w="204215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규제 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연동 용이성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