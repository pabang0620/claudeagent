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(blue)</a:t>
            </a:r>
          </a:p>
        </p:txBody>
      </p:sp>
      <p:grpSp>
        <p:nvGrpSpPr>
          <p:cNvPr id="33" name="asset:CMP-093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(teal)</a:t>
            </a:r>
          </a:p>
        </p:txBody>
      </p:sp>
      <p:grpSp>
        <p:nvGrpSpPr>
          <p:cNvPr id="41" name="asset:CMP-094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(cyan)</a:t>
            </a:r>
          </a:p>
        </p:txBody>
      </p:sp>
      <p:grpSp>
        <p:nvGrpSpPr>
          <p:cNvPr id="33" name="asset:CMP-095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(purple)</a:t>
            </a:r>
          </a:p>
        </p:txBody>
      </p:sp>
      <p:grpSp>
        <p:nvGrpSpPr>
          <p:cNvPr id="41" name="asset:CMP-096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(navy)</a:t>
            </a:r>
          </a:p>
        </p:txBody>
      </p:sp>
      <p:grpSp>
        <p:nvGrpSpPr>
          <p:cNvPr id="33" name="asset:CMP-097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(blue)</a:t>
            </a:r>
          </a:p>
        </p:txBody>
      </p:sp>
      <p:grpSp>
        <p:nvGrpSpPr>
          <p:cNvPr id="41" name="asset:CMP-098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(teal)</a:t>
            </a:r>
          </a:p>
        </p:txBody>
      </p:sp>
      <p:grpSp>
        <p:nvGrpSpPr>
          <p:cNvPr id="33" name="asset:CMP-099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(cyan)</a:t>
            </a:r>
          </a:p>
        </p:txBody>
      </p:sp>
      <p:grpSp>
        <p:nvGrpSpPr>
          <p:cNvPr id="41" name="asset:CMP-100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(purple)</a:t>
            </a:r>
          </a:p>
        </p:txBody>
      </p:sp>
      <p:grpSp>
        <p:nvGrpSpPr>
          <p:cNvPr id="33" name="asset:CMP-101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(navy)</a:t>
            </a:r>
          </a:p>
        </p:txBody>
      </p:sp>
      <p:grpSp>
        <p:nvGrpSpPr>
          <p:cNvPr id="41" name="asset:CMP-102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623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(blue)</a:t>
            </a:r>
          </a:p>
        </p:txBody>
      </p:sp>
      <p:grpSp>
        <p:nvGrpSpPr>
          <p:cNvPr id="33" name="asset:CMP-103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 정리 (teal)</a:t>
            </a:r>
          </a:p>
        </p:txBody>
      </p:sp>
      <p:grpSp>
        <p:nvGrpSpPr>
          <p:cNvPr id="41" name="asset:CMP-104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4650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4650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4650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29984" y="2423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984" y="2807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9728" cy="109728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729984" y="3191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4650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4650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4650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729984" y="4709160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729984" y="5093208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9728" cy="109728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729984" y="5477256"/>
              <a:ext cx="3950207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