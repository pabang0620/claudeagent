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(blue)</a:t>
            </a:r>
          </a:p>
        </p:txBody>
      </p:sp>
      <p:grpSp>
        <p:nvGrpSpPr>
          <p:cNvPr id="44" name="asset:CMP-121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20768" y="2240280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20768" y="2624328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20768" y="3282696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1080" y="3639312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70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3104" y="379476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70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3104" y="416052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670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23104" y="452628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70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3104" y="489204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874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25967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25967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25967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36279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722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283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22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283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722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283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(teal)</a:t>
            </a:r>
          </a:p>
        </p:txBody>
      </p:sp>
      <p:grpSp>
        <p:nvGrpSpPr>
          <p:cNvPr id="58" name="asset:CMP-122"/>
          <p:cNvGrpSpPr/>
          <p:nvPr/>
        </p:nvGrpSpPr>
        <p:grpSpPr>
          <a:xfrm>
            <a:off x="1005840" y="1563624"/>
            <a:ext cx="10149838" cy="4581144"/>
            <a:chOff x="1005840" y="1563624"/>
            <a:chExt cx="10149838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6873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634739" y="1581912"/>
              <a:ext cx="2263139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97629" y="1783080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4468" y="2240280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44468" y="2624328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44468" y="3282696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54779" y="3639312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907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46804" y="379476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07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46804" y="416052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907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46804" y="452628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907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46804" y="489204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4348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636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5265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33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733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733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836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6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757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196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757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196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757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892539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554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2267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2267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2267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125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85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04603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85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4603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85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04603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8571" y="509320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4603" y="509320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(cyan)</a:t>
            </a:r>
          </a:p>
        </p:txBody>
      </p:sp>
      <p:grpSp>
        <p:nvGrpSpPr>
          <p:cNvPr id="44" name="asset:CMP-123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20768" y="2240280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20768" y="2624328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20768" y="3282696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1080" y="3639312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70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3104" y="379476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70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3104" y="416052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670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23104" y="452628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70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3104" y="489204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874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25967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25967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25967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36279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722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283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22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283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722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283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(purple)</a:t>
            </a:r>
          </a:p>
        </p:txBody>
      </p:sp>
      <p:grpSp>
        <p:nvGrpSpPr>
          <p:cNvPr id="58" name="asset:CMP-124"/>
          <p:cNvGrpSpPr/>
          <p:nvPr/>
        </p:nvGrpSpPr>
        <p:grpSpPr>
          <a:xfrm>
            <a:off x="1005840" y="1563624"/>
            <a:ext cx="10149838" cy="4581144"/>
            <a:chOff x="1005840" y="1563624"/>
            <a:chExt cx="10149838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6873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634739" y="1581912"/>
              <a:ext cx="2263139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97629" y="1783080"/>
              <a:ext cx="1737360" cy="34747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4468" y="2240280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44468" y="2624328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44468" y="3282696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54779" y="3639312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907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46804" y="379476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07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46804" y="416052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907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46804" y="452628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907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46804" y="489204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4348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636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5265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33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733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733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836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6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757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196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757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196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757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892539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554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2267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2267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2267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125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85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04603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85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4603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85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04603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8571" y="509320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4603" y="509320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(navy)</a:t>
            </a:r>
          </a:p>
        </p:txBody>
      </p:sp>
      <p:grpSp>
        <p:nvGrpSpPr>
          <p:cNvPr id="44" name="asset:CMP-125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20768" y="2240280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20768" y="2624328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20768" y="3282696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1080" y="3639312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70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3104" y="379476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70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3104" y="416052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670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23104" y="452628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70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3104" y="489204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874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25967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25967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25967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36279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722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283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22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283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722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283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(blue)</a:t>
            </a:r>
          </a:p>
        </p:txBody>
      </p:sp>
      <p:grpSp>
        <p:nvGrpSpPr>
          <p:cNvPr id="58" name="asset:CMP-126"/>
          <p:cNvGrpSpPr/>
          <p:nvPr/>
        </p:nvGrpSpPr>
        <p:grpSpPr>
          <a:xfrm>
            <a:off x="1005840" y="1563624"/>
            <a:ext cx="10149838" cy="4581144"/>
            <a:chOff x="1005840" y="1563624"/>
            <a:chExt cx="10149838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6873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634739" y="1581912"/>
              <a:ext cx="2263139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97629" y="1783080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4468" y="2240280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44468" y="2624328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44468" y="3282696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54779" y="3639312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907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46804" y="379476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07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46804" y="416052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907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46804" y="452628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907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46804" y="489204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4348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636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52652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33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733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733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836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6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757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196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757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196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757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892539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5542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2267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2267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2267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125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85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04603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85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4603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85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04603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8571" y="509320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4603" y="509320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(teal)</a:t>
            </a:r>
          </a:p>
        </p:txBody>
      </p:sp>
      <p:grpSp>
        <p:nvGrpSpPr>
          <p:cNvPr id="44" name="asset:CMP-127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20768" y="2240280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20768" y="2624328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20768" y="3282696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1080" y="3639312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70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3104" y="379476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70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3104" y="416052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670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23104" y="452628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70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3104" y="489204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874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25967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25967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25967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36279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722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283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22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283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722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283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(cyan)</a:t>
            </a:r>
          </a:p>
        </p:txBody>
      </p:sp>
      <p:grpSp>
        <p:nvGrpSpPr>
          <p:cNvPr id="58" name="asset:CMP-128"/>
          <p:cNvGrpSpPr/>
          <p:nvPr/>
        </p:nvGrpSpPr>
        <p:grpSpPr>
          <a:xfrm>
            <a:off x="1005840" y="1563624"/>
            <a:ext cx="10149838" cy="4581144"/>
            <a:chOff x="1005840" y="1563624"/>
            <a:chExt cx="10149838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6873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634739" y="1581912"/>
              <a:ext cx="2263139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97629" y="1783080"/>
              <a:ext cx="1737360" cy="3474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4468" y="2240280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44468" y="2624328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44468" y="3282696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54779" y="3639312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907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46804" y="379476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07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46804" y="416052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907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46804" y="452628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907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46804" y="489204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4348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636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52652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33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733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733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836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6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757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196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757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196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757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892539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5542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2267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2267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2267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125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85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04603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85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4603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85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04603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8571" y="509320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4603" y="509320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(purple)</a:t>
            </a:r>
          </a:p>
        </p:txBody>
      </p:sp>
      <p:grpSp>
        <p:nvGrpSpPr>
          <p:cNvPr id="44" name="asset:CMP-129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20768" y="2240280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20768" y="2624328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20768" y="3282696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1080" y="3639312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70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3104" y="379476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70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3104" y="416052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670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23104" y="452628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70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3104" y="489204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874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25967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25967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25967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36279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722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283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22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283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722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283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(navy)</a:t>
            </a:r>
          </a:p>
        </p:txBody>
      </p:sp>
      <p:grpSp>
        <p:nvGrpSpPr>
          <p:cNvPr id="58" name="asset:CMP-130"/>
          <p:cNvGrpSpPr/>
          <p:nvPr/>
        </p:nvGrpSpPr>
        <p:grpSpPr>
          <a:xfrm>
            <a:off x="1005840" y="1563624"/>
            <a:ext cx="10149838" cy="4581144"/>
            <a:chOff x="1005840" y="1563624"/>
            <a:chExt cx="10149838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6873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634739" y="1581912"/>
              <a:ext cx="2263139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97629" y="1783080"/>
              <a:ext cx="1737360" cy="34747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4468" y="2240280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44468" y="2624328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44468" y="3282696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54779" y="3639312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907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46804" y="379476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07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46804" y="416052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907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46804" y="452628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907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46804" y="489204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4348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636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526529" y="1984248"/>
              <a:ext cx="1737360" cy="3474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33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733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733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836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6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757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196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757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196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757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892539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55429" y="1984248"/>
              <a:ext cx="1737360" cy="3474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2267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2267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2267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125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85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04603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85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4603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85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04603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8571" y="509320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4603" y="509320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(blue)</a:t>
            </a:r>
          </a:p>
        </p:txBody>
      </p:sp>
      <p:grpSp>
        <p:nvGrpSpPr>
          <p:cNvPr id="44" name="asset:CMP-131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20768" y="2240280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20768" y="2624328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20768" y="3282696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1080" y="3639312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70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3104" y="379476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70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3104" y="416052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670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23104" y="452628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70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3104" y="489204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874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25967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25967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25967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36279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722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283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22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283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722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283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(teal)</a:t>
            </a:r>
          </a:p>
        </p:txBody>
      </p:sp>
      <p:grpSp>
        <p:nvGrpSpPr>
          <p:cNvPr id="58" name="asset:CMP-132"/>
          <p:cNvGrpSpPr/>
          <p:nvPr/>
        </p:nvGrpSpPr>
        <p:grpSpPr>
          <a:xfrm>
            <a:off x="1005840" y="1563624"/>
            <a:ext cx="10149838" cy="4581144"/>
            <a:chOff x="1005840" y="1563624"/>
            <a:chExt cx="10149838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6873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전용 인프라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634739" y="1581912"/>
              <a:ext cx="2263139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97629" y="1783080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4468" y="2240280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44468" y="2624328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44468" y="3282696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54779" y="3639312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907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46804" y="379476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07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46804" y="416052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907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46804" y="452628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907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46804" y="489204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4348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636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5265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33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733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733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836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6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757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196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757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196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757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892539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554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2267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2267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2267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125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85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04603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85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4603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85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04603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8571" y="509320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4603" y="509320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(cyan)</a:t>
            </a:r>
          </a:p>
        </p:txBody>
      </p:sp>
      <p:grpSp>
        <p:nvGrpSpPr>
          <p:cNvPr id="44" name="asset:CMP-133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20768" y="2240280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20768" y="2624328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20768" y="3282696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1080" y="3639312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70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3104" y="379476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70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3104" y="416052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670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23104" y="452628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70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3104" y="4892040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874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25967" y="2441448"/>
              <a:ext cx="291998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25967" y="2825496"/>
              <a:ext cx="2919984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25967" y="3483864"/>
              <a:ext cx="2919984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36279" y="3840480"/>
              <a:ext cx="249936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722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28304" y="399592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2722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28304" y="436168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722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28304" y="4727448"/>
              <a:ext cx="24993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4단계 요금/등급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· 추천 강조 (purple)</a:t>
            </a:r>
          </a:p>
        </p:txBody>
      </p:sp>
      <p:grpSp>
        <p:nvGrpSpPr>
          <p:cNvPr id="58" name="asset:CMP-134"/>
          <p:cNvGrpSpPr/>
          <p:nvPr/>
        </p:nvGrpSpPr>
        <p:grpSpPr>
          <a:xfrm>
            <a:off x="1005840" y="1563624"/>
            <a:ext cx="10149838" cy="4581144"/>
            <a:chOff x="1005840" y="1563624"/>
            <a:chExt cx="10149838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6873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55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55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55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5880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18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8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179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18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179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634739" y="1581912"/>
              <a:ext cx="2263139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97629" y="1783080"/>
              <a:ext cx="1737360" cy="34747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4468" y="2240280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44468" y="2624328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44468" y="3282696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54779" y="3639312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90772" y="379476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46804" y="379476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0772" y="416052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46804" y="416052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다국어 대응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90772" y="452628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46804" y="452628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90772" y="4892040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46804" y="4892040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434840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63640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5265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프리미엄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3368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Premium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73368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180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73368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836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672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75704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 채널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19672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75704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19672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75704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892539" y="1783080"/>
              <a:ext cx="2263139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55429" y="1984248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2267" y="2441448"/>
              <a:ext cx="2043683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2267" y="2825496"/>
              <a:ext cx="2043683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2267" y="3483864"/>
              <a:ext cx="2043683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12579" y="3840480"/>
              <a:ext cx="162305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8571" y="399592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04603" y="399592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8571" y="436168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4603" y="436168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8571" y="472744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04603" y="472744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고급 분석 리포트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8571" y="5093208"/>
              <a:ext cx="27432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4603" y="5093208"/>
              <a:ext cx="162305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SLA 보장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