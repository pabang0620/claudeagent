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CMP-187</a:t>
            </a:r>
          </a:p>
        </p:txBody>
      </p:sp>
      <p:grpSp>
        <p:nvGrpSpPr>
          <p:cNvPr id="21" name="asset:CMP-187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추진 제안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추진 배경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기대 효과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CMP-188</a:t>
            </a:r>
          </a:p>
        </p:txBody>
      </p:sp>
      <p:grpSp>
        <p:nvGrpSpPr>
          <p:cNvPr id="23" name="asset:CMP-188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전략 요약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 효과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핵심 전략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실행 방안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CMP-189</a:t>
            </a:r>
          </a:p>
        </p:txBody>
      </p:sp>
      <p:grpSp>
        <p:nvGrpSpPr>
          <p:cNvPr id="21" name="asset:CMP-189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 계획 개요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핵심 전략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실행 방안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조직을 구성해 실행력을 확보한다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CMP-190</a:t>
            </a:r>
          </a:p>
        </p:txBody>
      </p:sp>
      <p:grpSp>
        <p:nvGrpSpPr>
          <p:cNvPr id="23" name="asset:CMP-190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차별화 전략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실행 방안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차별화 요소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조직을 구성해 실행력을 확보한다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리스크 대응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보안·규제 요건을 선제적으로 충족한다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아키텍처로 미래 수요에 대응한다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CMP-191</a:t>
            </a:r>
          </a:p>
        </p:txBody>
      </p:sp>
      <p:grpSp>
        <p:nvGrpSpPr>
          <p:cNvPr id="21" name="asset:CMP-191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기대 성과 제안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차별화 요소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조직을 구성해 실행력을 확보한다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리스크 대응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보안·규제 요건을 선제적으로 충족한다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CMP-192</a:t>
            </a:r>
          </a:p>
        </p:txBody>
      </p:sp>
      <p:grpSp>
        <p:nvGrpSpPr>
          <p:cNvPr id="23" name="asset:CMP-192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방안 요약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리스크 대응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조직을 구성해 실행력을 확보한다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운영 계획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보안·규제 요건을 선제적으로 충족한다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성과 지표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비용 효율적 운영 모델을 적용한다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CMP-193</a:t>
            </a:r>
          </a:p>
        </p:txBody>
      </p:sp>
      <p:grpSp>
        <p:nvGrpSpPr>
          <p:cNvPr id="21" name="asset:CMP-193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추진 제안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운영 계획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조직을 구성해 실행력을 확보한다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성과 지표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보안·규제 요건을 선제적으로 충족한다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아키텍처로 미래 수요에 대응한다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비용 효율적 운영 모델을 적용한다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CMP-194</a:t>
            </a:r>
          </a:p>
        </p:txBody>
      </p:sp>
      <p:grpSp>
        <p:nvGrpSpPr>
          <p:cNvPr id="23" name="asset:CMP-194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전략 요약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성과 지표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추진 배경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아키텍처로 미래 수요에 대응한다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비용 효율적 운영 모델을 적용한다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기대 효과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CMP-195</a:t>
            </a:r>
          </a:p>
        </p:txBody>
      </p:sp>
      <p:grpSp>
        <p:nvGrpSpPr>
          <p:cNvPr id="21" name="asset:CMP-195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 계획 개요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추진 배경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보안·규제 요건을 선제적으로 충족한다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아키텍처로 미래 수요에 대응한다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기대 효과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비용 효율적 운영 모델을 적용한다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CMP-196</a:t>
            </a:r>
          </a:p>
        </p:txBody>
      </p:sp>
      <p:grpSp>
        <p:nvGrpSpPr>
          <p:cNvPr id="23" name="asset:CMP-196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차별화 전략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기대 효과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보안·규제 요건을 선제적으로 충족한다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아키텍처로 미래 수요에 대응한다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핵심 전략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실행 방안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CMP-197</a:t>
            </a:r>
          </a:p>
        </p:txBody>
      </p:sp>
      <p:grpSp>
        <p:nvGrpSpPr>
          <p:cNvPr id="21" name="asset:CMP-197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기대 성과 제안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핵심 전략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아키텍처로 미래 수요에 대응한다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비용 효율적 운영 모델을 적용한다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실행 방안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CMP-198</a:t>
            </a:r>
          </a:p>
        </p:txBody>
      </p:sp>
      <p:grpSp>
        <p:nvGrpSpPr>
          <p:cNvPr id="23" name="asset:CMP-198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방안 요약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실행 방안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비용 효율적 운영 모델을 적용한다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차별화 요소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리스크 대응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조직을 구성해 실행력을 확보한다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CMP-199</a:t>
            </a:r>
          </a:p>
        </p:txBody>
      </p:sp>
      <p:grpSp>
        <p:nvGrpSpPr>
          <p:cNvPr id="21" name="asset:CMP-199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추진 제안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차별화 요소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표준에 부합하는 대응 체계를 구축한다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554480" y="352043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10512" y="340156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4343399"/>
              <a:ext cx="109728" cy="3108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297679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리스크 대응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85546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73659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 체계를 정착시킨다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554480" y="523951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10512" y="512064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62355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504688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CMP-200</a:t>
            </a:r>
          </a:p>
        </p:txBody>
      </p:sp>
      <p:grpSp>
        <p:nvGrpSpPr>
          <p:cNvPr id="23" name="asset:CMP-200"/>
          <p:cNvGrpSpPr/>
          <p:nvPr/>
        </p:nvGrpSpPr>
        <p:grpSpPr>
          <a:xfrm>
            <a:off x="1005840" y="1371600"/>
            <a:ext cx="10149840" cy="5029200"/>
            <a:chOff x="1005840" y="1371600"/>
            <a:chExt cx="10149840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1005840" y="1371600"/>
              <a:ext cx="10149840" cy="50292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1005840" y="1371600"/>
              <a:ext cx="10149840" cy="640080"/>
            </a:xfrm>
            <a:prstGeom prst="round2Same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전략 요약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325880" y="2240279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219456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리스크 대응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554480" y="27523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0512" y="263347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자동화로 품질 편차를 최소화한다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54480" y="3136391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10512" y="301752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플랫폼으로 커뮤니케이션 비용을 절감한다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325880" y="3642359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54480" y="359664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운영 계획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554480" y="415442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810512" y="403555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파트너십을 통해 시장 진입 장벽을 낮춘다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554480" y="45384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810512" y="441960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단계별 마일스톤으로 리스크를 관리한다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325880" y="5044440"/>
              <a:ext cx="109728" cy="3108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54480" y="4998720"/>
              <a:ext cx="92354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성과 지표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1554480" y="555650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810512" y="5437632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정량 지표로 성과를 추적한다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1554480" y="594055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810512" y="5821680"/>
              <a:ext cx="8887968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피드백을 신속히 반영한다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