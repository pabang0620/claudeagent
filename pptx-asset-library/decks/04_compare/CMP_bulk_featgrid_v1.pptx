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(blue)</a:t>
            </a:r>
          </a:p>
        </p:txBody>
      </p:sp>
      <p:graphicFrame>
        <p:nvGraphicFramePr>
          <p:cNvPr id="5" name="asset:CMP-077"/>
          <p:cNvGraphicFramePr>
            <a:graphicFrameLocks noGrp="1"/>
          </p:cNvGraphicFramePr>
          <p:nvPr/>
        </p:nvGraphicFramePr>
        <p:xfrm>
          <a:off x="1463040" y="1463040"/>
          <a:ext cx="92354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67840"/>
                <a:gridCol w="1767840"/>
                <a:gridCol w="1767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대응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프로세스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(teal)</a:t>
            </a:r>
          </a:p>
        </p:txBody>
      </p:sp>
      <p:graphicFrame>
        <p:nvGraphicFramePr>
          <p:cNvPr id="5" name="asset:CMP-078"/>
          <p:cNvGraphicFramePr>
            <a:graphicFrameLocks noGrp="1"/>
          </p:cNvGraphicFramePr>
          <p:nvPr/>
        </p:nvGraphicFramePr>
        <p:xfrm>
          <a:off x="1463040" y="1463040"/>
          <a:ext cx="92354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25880"/>
                <a:gridCol w="1325880"/>
                <a:gridCol w="1325880"/>
                <a:gridCol w="13258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엔터프라이즈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프로세스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(cyan)</a:t>
            </a:r>
          </a:p>
        </p:txBody>
      </p:sp>
      <p:graphicFrame>
        <p:nvGraphicFramePr>
          <p:cNvPr id="5" name="asset:CMP-079"/>
          <p:cNvGraphicFramePr>
            <a:graphicFrameLocks noGrp="1"/>
          </p:cNvGraphicFramePr>
          <p:nvPr/>
        </p:nvGraphicFramePr>
        <p:xfrm>
          <a:off x="1463040" y="1463040"/>
          <a:ext cx="9235440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67840"/>
                <a:gridCol w="1767840"/>
                <a:gridCol w="1767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(purple)</a:t>
            </a:r>
          </a:p>
        </p:txBody>
      </p:sp>
      <p:graphicFrame>
        <p:nvGraphicFramePr>
          <p:cNvPr id="5" name="asset:CMP-080"/>
          <p:cNvGraphicFramePr>
            <a:graphicFrameLocks noGrp="1"/>
          </p:cNvGraphicFramePr>
          <p:nvPr/>
        </p:nvGraphicFramePr>
        <p:xfrm>
          <a:off x="1463040" y="1463040"/>
          <a:ext cx="92354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25880"/>
                <a:gridCol w="1325880"/>
                <a:gridCol w="1325880"/>
                <a:gridCol w="13258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엔터프라이즈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(navy)</a:t>
            </a:r>
          </a:p>
        </p:txBody>
      </p:sp>
      <p:graphicFrame>
        <p:nvGraphicFramePr>
          <p:cNvPr id="5" name="asset:CMP-081"/>
          <p:cNvGraphicFramePr>
            <a:graphicFrameLocks noGrp="1"/>
          </p:cNvGraphicFramePr>
          <p:nvPr/>
        </p:nvGraphicFramePr>
        <p:xfrm>
          <a:off x="1463040" y="1463040"/>
          <a:ext cx="92354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67840"/>
                <a:gridCol w="1767840"/>
                <a:gridCol w="1767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(blue)</a:t>
            </a:r>
          </a:p>
        </p:txBody>
      </p:sp>
      <p:graphicFrame>
        <p:nvGraphicFramePr>
          <p:cNvPr id="5" name="asset:CMP-082"/>
          <p:cNvGraphicFramePr>
            <a:graphicFrameLocks noGrp="1"/>
          </p:cNvGraphicFramePr>
          <p:nvPr/>
        </p:nvGraphicFramePr>
        <p:xfrm>
          <a:off x="1463040" y="1463040"/>
          <a:ext cx="9235440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25880"/>
                <a:gridCol w="1325880"/>
                <a:gridCol w="1325880"/>
                <a:gridCol w="13258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엔터프라이즈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CMP-083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(teal)</a:t>
            </a:r>
          </a:p>
        </p:txBody>
      </p:sp>
      <p:graphicFrame>
        <p:nvGraphicFramePr>
          <p:cNvPr id="5" name="asset:CMP-083"/>
          <p:cNvGraphicFramePr>
            <a:graphicFrameLocks noGrp="1"/>
          </p:cNvGraphicFramePr>
          <p:nvPr/>
        </p:nvGraphicFramePr>
        <p:xfrm>
          <a:off x="1463040" y="1463040"/>
          <a:ext cx="92354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67840"/>
                <a:gridCol w="1767840"/>
                <a:gridCol w="1767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(cyan)</a:t>
            </a:r>
          </a:p>
        </p:txBody>
      </p:sp>
      <p:graphicFrame>
        <p:nvGraphicFramePr>
          <p:cNvPr id="5" name="asset:CMP-084"/>
          <p:cNvGraphicFramePr>
            <a:graphicFrameLocks noGrp="1"/>
          </p:cNvGraphicFramePr>
          <p:nvPr/>
        </p:nvGraphicFramePr>
        <p:xfrm>
          <a:off x="1463040" y="1463040"/>
          <a:ext cx="92354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25880"/>
                <a:gridCol w="1325880"/>
                <a:gridCol w="1325880"/>
                <a:gridCol w="13258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엔터프라이즈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(purple)</a:t>
            </a:r>
          </a:p>
        </p:txBody>
      </p:sp>
      <p:graphicFrame>
        <p:nvGraphicFramePr>
          <p:cNvPr id="5" name="asset:CMP-085"/>
          <p:cNvGraphicFramePr>
            <a:graphicFrameLocks noGrp="1"/>
          </p:cNvGraphicFramePr>
          <p:nvPr/>
        </p:nvGraphicFramePr>
        <p:xfrm>
          <a:off x="1463040" y="1463040"/>
          <a:ext cx="9235440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67840"/>
                <a:gridCol w="1767840"/>
                <a:gridCol w="1767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(navy)</a:t>
            </a:r>
          </a:p>
        </p:txBody>
      </p:sp>
      <p:graphicFrame>
        <p:nvGraphicFramePr>
          <p:cNvPr id="5" name="asset:CMP-086"/>
          <p:cNvGraphicFramePr>
            <a:graphicFrameLocks noGrp="1"/>
          </p:cNvGraphicFramePr>
          <p:nvPr/>
        </p:nvGraphicFramePr>
        <p:xfrm>
          <a:off x="1463040" y="1463040"/>
          <a:ext cx="92354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25880"/>
                <a:gridCol w="1325880"/>
                <a:gridCol w="1325880"/>
                <a:gridCol w="13258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엔터프라이즈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(blue)</a:t>
            </a:r>
          </a:p>
        </p:txBody>
      </p:sp>
      <p:graphicFrame>
        <p:nvGraphicFramePr>
          <p:cNvPr id="5" name="asset:CMP-087"/>
          <p:cNvGraphicFramePr>
            <a:graphicFrameLocks noGrp="1"/>
          </p:cNvGraphicFramePr>
          <p:nvPr/>
        </p:nvGraphicFramePr>
        <p:xfrm>
          <a:off x="1463040" y="1463040"/>
          <a:ext cx="92354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67840"/>
                <a:gridCol w="1767840"/>
                <a:gridCol w="1767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(teal)</a:t>
            </a:r>
          </a:p>
        </p:txBody>
      </p:sp>
      <p:graphicFrame>
        <p:nvGraphicFramePr>
          <p:cNvPr id="5" name="asset:CMP-088"/>
          <p:cNvGraphicFramePr>
            <a:graphicFrameLocks noGrp="1"/>
          </p:cNvGraphicFramePr>
          <p:nvPr/>
        </p:nvGraphicFramePr>
        <p:xfrm>
          <a:off x="1463040" y="1463040"/>
          <a:ext cx="9235440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25880"/>
                <a:gridCol w="1325880"/>
                <a:gridCol w="1325880"/>
                <a:gridCol w="13258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엔터프라이즈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(cyan)</a:t>
            </a:r>
          </a:p>
        </p:txBody>
      </p:sp>
      <p:graphicFrame>
        <p:nvGraphicFramePr>
          <p:cNvPr id="5" name="asset:CMP-089"/>
          <p:cNvGraphicFramePr>
            <a:graphicFrameLocks noGrp="1"/>
          </p:cNvGraphicFramePr>
          <p:nvPr/>
        </p:nvGraphicFramePr>
        <p:xfrm>
          <a:off x="1463040" y="1463040"/>
          <a:ext cx="92354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67840"/>
                <a:gridCol w="1767840"/>
                <a:gridCol w="1767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(purple)</a:t>
            </a:r>
          </a:p>
        </p:txBody>
      </p:sp>
      <p:graphicFrame>
        <p:nvGraphicFramePr>
          <p:cNvPr id="5" name="asset:CMP-090"/>
          <p:cNvGraphicFramePr>
            <a:graphicFrameLocks noGrp="1"/>
          </p:cNvGraphicFramePr>
          <p:nvPr/>
        </p:nvGraphicFramePr>
        <p:xfrm>
          <a:off x="1463040" y="1463040"/>
          <a:ext cx="92354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25880"/>
                <a:gridCol w="1325880"/>
                <a:gridCol w="1325880"/>
                <a:gridCol w="13258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엔터프라이즈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규제 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(navy)</a:t>
            </a:r>
          </a:p>
        </p:txBody>
      </p:sp>
      <p:graphicFrame>
        <p:nvGraphicFramePr>
          <p:cNvPr id="5" name="asset:CMP-091"/>
          <p:cNvGraphicFramePr>
            <a:graphicFrameLocks noGrp="1"/>
          </p:cNvGraphicFramePr>
          <p:nvPr/>
        </p:nvGraphicFramePr>
        <p:xfrm>
          <a:off x="1463040" y="1463040"/>
          <a:ext cx="9235440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67840"/>
                <a:gridCol w="1767840"/>
                <a:gridCol w="1767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규제 준수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연동 용이성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대응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 매트릭스 그리드 (제공 여부)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기능별 옵션 제공 여부 ✓ / △ / ✗ (blue)</a:t>
            </a:r>
          </a:p>
        </p:txBody>
      </p:sp>
      <p:graphicFrame>
        <p:nvGraphicFramePr>
          <p:cNvPr id="5" name="asset:CMP-092"/>
          <p:cNvGraphicFramePr>
            <a:graphicFrameLocks noGrp="1"/>
          </p:cNvGraphicFramePr>
          <p:nvPr/>
        </p:nvGraphicFramePr>
        <p:xfrm>
          <a:off x="1463040" y="1463040"/>
          <a:ext cx="92354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25880"/>
                <a:gridCol w="1325880"/>
                <a:gridCol w="1325880"/>
                <a:gridCol w="13258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프리미엄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엔터프라이즈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규제 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연동 용이성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