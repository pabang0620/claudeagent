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(blue)</a:t>
            </a:r>
          </a:p>
        </p:txBody>
      </p:sp>
      <p:graphicFrame>
        <p:nvGraphicFramePr>
          <p:cNvPr id="5" name="asset:CMP-077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(teal)</a:t>
            </a:r>
          </a:p>
        </p:txBody>
      </p:sp>
      <p:graphicFrame>
        <p:nvGraphicFramePr>
          <p:cNvPr id="5" name="asset:CMP-078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(cyan)</a:t>
            </a:r>
          </a:p>
        </p:txBody>
      </p:sp>
      <p:graphicFrame>
        <p:nvGraphicFramePr>
          <p:cNvPr id="5" name="asset:CMP-079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(purple)</a:t>
            </a:r>
          </a:p>
        </p:txBody>
      </p:sp>
      <p:graphicFrame>
        <p:nvGraphicFramePr>
          <p:cNvPr id="5" name="asset:CMP-080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(navy)</a:t>
            </a:r>
          </a:p>
        </p:txBody>
      </p:sp>
      <p:graphicFrame>
        <p:nvGraphicFramePr>
          <p:cNvPr id="5" name="asset:CMP-081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(blue)</a:t>
            </a:r>
          </a:p>
        </p:txBody>
      </p:sp>
      <p:graphicFrame>
        <p:nvGraphicFramePr>
          <p:cNvPr id="5" name="asset:CMP-082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(teal)</a:t>
            </a:r>
          </a:p>
        </p:txBody>
      </p:sp>
      <p:graphicFrame>
        <p:nvGraphicFramePr>
          <p:cNvPr id="5" name="asset:CMP-083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(cyan)</a:t>
            </a:r>
          </a:p>
        </p:txBody>
      </p:sp>
      <p:graphicFrame>
        <p:nvGraphicFramePr>
          <p:cNvPr id="5" name="asset:CMP-084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(purple)</a:t>
            </a:r>
          </a:p>
        </p:txBody>
      </p:sp>
      <p:graphicFrame>
        <p:nvGraphicFramePr>
          <p:cNvPr id="5" name="asset:CMP-085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(navy)</a:t>
            </a:r>
          </a:p>
        </p:txBody>
      </p:sp>
      <p:graphicFrame>
        <p:nvGraphicFramePr>
          <p:cNvPr id="5" name="asset:CMP-086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(blue)</a:t>
            </a:r>
          </a:p>
        </p:txBody>
      </p:sp>
      <p:graphicFrame>
        <p:nvGraphicFramePr>
          <p:cNvPr id="5" name="asset:CMP-087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(teal)</a:t>
            </a:r>
          </a:p>
        </p:txBody>
      </p:sp>
      <p:graphicFrame>
        <p:nvGraphicFramePr>
          <p:cNvPr id="5" name="asset:CMP-088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(cyan)</a:t>
            </a:r>
          </a:p>
        </p:txBody>
      </p:sp>
      <p:graphicFrame>
        <p:nvGraphicFramePr>
          <p:cNvPr id="5" name="asset:CMP-089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(purple)</a:t>
            </a:r>
          </a:p>
        </p:txBody>
      </p:sp>
      <p:graphicFrame>
        <p:nvGraphicFramePr>
          <p:cNvPr id="5" name="asset:CMP-090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(navy)</a:t>
            </a:r>
          </a:p>
        </p:txBody>
      </p:sp>
      <p:graphicFrame>
        <p:nvGraphicFramePr>
          <p:cNvPr id="5" name="asset:CMP-091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연동 용이성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기능별 옵션 제공 여부 ✓ / △ / ✗ (blue)</a:t>
            </a:r>
          </a:p>
        </p:txBody>
      </p:sp>
      <p:graphicFrame>
        <p:nvGraphicFramePr>
          <p:cNvPr id="5" name="asset:CMP-092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엔터프라이즈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연동 용이성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