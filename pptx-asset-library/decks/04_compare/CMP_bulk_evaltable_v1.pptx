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(blue)</a:t>
            </a:r>
          </a:p>
        </p:txBody>
      </p:sp>
      <p:graphicFrame>
        <p:nvGraphicFramePr>
          <p:cNvPr id="5" name="asset:CMP-033"/>
          <p:cNvGraphicFramePr>
            <a:graphicFrameLocks noGrp="1"/>
          </p:cNvGraphicFramePr>
          <p:nvPr/>
        </p:nvGraphicFramePr>
        <p:xfrm>
          <a:off x="1005840" y="1417320"/>
          <a:ext cx="101498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(teal)</a:t>
            </a:r>
          </a:p>
        </p:txBody>
      </p:sp>
      <p:graphicFrame>
        <p:nvGraphicFramePr>
          <p:cNvPr id="5" name="asset:CMP-034"/>
          <p:cNvGraphicFramePr>
            <a:graphicFrameLocks noGrp="1"/>
          </p:cNvGraphicFramePr>
          <p:nvPr/>
        </p:nvGraphicFramePr>
        <p:xfrm>
          <a:off x="1005840" y="1417320"/>
          <a:ext cx="101498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(cyan)</a:t>
            </a:r>
          </a:p>
        </p:txBody>
      </p:sp>
      <p:graphicFrame>
        <p:nvGraphicFramePr>
          <p:cNvPr id="5" name="asset:CMP-035"/>
          <p:cNvGraphicFramePr>
            <a:graphicFrameLocks noGrp="1"/>
          </p:cNvGraphicFramePr>
          <p:nvPr/>
        </p:nvGraphicFramePr>
        <p:xfrm>
          <a:off x="1005840" y="1417320"/>
          <a:ext cx="1014983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(purple)</a:t>
            </a:r>
          </a:p>
        </p:txBody>
      </p:sp>
      <p:graphicFrame>
        <p:nvGraphicFramePr>
          <p:cNvPr id="5" name="asset:CMP-036"/>
          <p:cNvGraphicFramePr>
            <a:graphicFrameLocks noGrp="1"/>
          </p:cNvGraphicFramePr>
          <p:nvPr/>
        </p:nvGraphicFramePr>
        <p:xfrm>
          <a:off x="1005840" y="1417320"/>
          <a:ext cx="10149839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(navy)</a:t>
            </a:r>
          </a:p>
        </p:txBody>
      </p:sp>
      <p:graphicFrame>
        <p:nvGraphicFramePr>
          <p:cNvPr id="5" name="asset:CMP-037"/>
          <p:cNvGraphicFramePr>
            <a:graphicFrameLocks noGrp="1"/>
          </p:cNvGraphicFramePr>
          <p:nvPr/>
        </p:nvGraphicFramePr>
        <p:xfrm>
          <a:off x="1005840" y="1417320"/>
          <a:ext cx="101498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(blue)</a:t>
            </a:r>
          </a:p>
        </p:txBody>
      </p:sp>
      <p:graphicFrame>
        <p:nvGraphicFramePr>
          <p:cNvPr id="5" name="asset:CMP-038"/>
          <p:cNvGraphicFramePr>
            <a:graphicFrameLocks noGrp="1"/>
          </p:cNvGraphicFramePr>
          <p:nvPr/>
        </p:nvGraphicFramePr>
        <p:xfrm>
          <a:off x="1005840" y="1417320"/>
          <a:ext cx="101498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(teal)</a:t>
            </a:r>
          </a:p>
        </p:txBody>
      </p:sp>
      <p:graphicFrame>
        <p:nvGraphicFramePr>
          <p:cNvPr id="5" name="asset:CMP-039"/>
          <p:cNvGraphicFramePr>
            <a:graphicFrameLocks noGrp="1"/>
          </p:cNvGraphicFramePr>
          <p:nvPr/>
        </p:nvGraphicFramePr>
        <p:xfrm>
          <a:off x="1005840" y="1417320"/>
          <a:ext cx="1014983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(cyan)</a:t>
            </a:r>
          </a:p>
        </p:txBody>
      </p:sp>
      <p:graphicFrame>
        <p:nvGraphicFramePr>
          <p:cNvPr id="5" name="asset:CMP-040"/>
          <p:cNvGraphicFramePr>
            <a:graphicFrameLocks noGrp="1"/>
          </p:cNvGraphicFramePr>
          <p:nvPr/>
        </p:nvGraphicFramePr>
        <p:xfrm>
          <a:off x="1005840" y="1417320"/>
          <a:ext cx="10149839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(purple)</a:t>
            </a:r>
          </a:p>
        </p:txBody>
      </p:sp>
      <p:graphicFrame>
        <p:nvGraphicFramePr>
          <p:cNvPr id="5" name="asset:CMP-041"/>
          <p:cNvGraphicFramePr>
            <a:graphicFrameLocks noGrp="1"/>
          </p:cNvGraphicFramePr>
          <p:nvPr/>
        </p:nvGraphicFramePr>
        <p:xfrm>
          <a:off x="1005840" y="1417320"/>
          <a:ext cx="101498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(navy)</a:t>
            </a:r>
          </a:p>
        </p:txBody>
      </p:sp>
      <p:graphicFrame>
        <p:nvGraphicFramePr>
          <p:cNvPr id="5" name="asset:CMP-042"/>
          <p:cNvGraphicFramePr>
            <a:graphicFrameLocks noGrp="1"/>
          </p:cNvGraphicFramePr>
          <p:nvPr/>
        </p:nvGraphicFramePr>
        <p:xfrm>
          <a:off x="1005840" y="1417320"/>
          <a:ext cx="101498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(blue)</a:t>
            </a:r>
          </a:p>
        </p:txBody>
      </p:sp>
      <p:graphicFrame>
        <p:nvGraphicFramePr>
          <p:cNvPr id="5" name="asset:CMP-043"/>
          <p:cNvGraphicFramePr>
            <a:graphicFrameLocks noGrp="1"/>
          </p:cNvGraphicFramePr>
          <p:nvPr/>
        </p:nvGraphicFramePr>
        <p:xfrm>
          <a:off x="1005840" y="1417320"/>
          <a:ext cx="1014983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(teal)</a:t>
            </a:r>
          </a:p>
        </p:txBody>
      </p:sp>
      <p:graphicFrame>
        <p:nvGraphicFramePr>
          <p:cNvPr id="5" name="asset:CMP-044"/>
          <p:cNvGraphicFramePr>
            <a:graphicFrameLocks noGrp="1"/>
          </p:cNvGraphicFramePr>
          <p:nvPr/>
        </p:nvGraphicFramePr>
        <p:xfrm>
          <a:off x="1005840" y="1417320"/>
          <a:ext cx="10149839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(cyan)</a:t>
            </a:r>
          </a:p>
        </p:txBody>
      </p:sp>
      <p:graphicFrame>
        <p:nvGraphicFramePr>
          <p:cNvPr id="5" name="asset:CMP-045"/>
          <p:cNvGraphicFramePr>
            <a:graphicFrameLocks noGrp="1"/>
          </p:cNvGraphicFramePr>
          <p:nvPr/>
        </p:nvGraphicFramePr>
        <p:xfrm>
          <a:off x="1005840" y="1417320"/>
          <a:ext cx="101498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2926079"/>
                <a:gridCol w="292607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29ABE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4열 평가표 (현행 vs 개선)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현행·개선 상태를 기호로 표기 (purple)</a:t>
            </a:r>
          </a:p>
        </p:txBody>
      </p:sp>
      <p:graphicFrame>
        <p:nvGraphicFramePr>
          <p:cNvPr id="5" name="asset:CMP-046"/>
          <p:cNvGraphicFramePr>
            <a:graphicFrameLocks noGrp="1"/>
          </p:cNvGraphicFramePr>
          <p:nvPr/>
        </p:nvGraphicFramePr>
        <p:xfrm>
          <a:off x="1005840" y="1417320"/>
          <a:ext cx="1014983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49039"/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개선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 미흡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 우수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 보통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