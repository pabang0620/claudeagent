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SVC-110</a:t>
            </a:r>
          </a:p>
        </p:txBody>
      </p:sp>
      <p:grpSp>
        <p:nvGrpSpPr>
          <p:cNvPr id="19" name="asset:SVC-110"/>
          <p:cNvGrpSpPr/>
          <p:nvPr/>
        </p:nvGrpSpPr>
        <p:grpSpPr>
          <a:xfrm>
            <a:off x="502920" y="457200"/>
            <a:ext cx="11155680" cy="4818888"/>
            <a:chOff x="502920" y="457200"/>
            <a:chExt cx="11155680" cy="481888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마이크로서비스 구성도 (6개)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6개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822960" y="4672584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490216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80760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671304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SVC-111</a:t>
            </a:r>
          </a:p>
        </p:txBody>
      </p:sp>
      <p:grpSp>
        <p:nvGrpSpPr>
          <p:cNvPr id="20" name="asset:SVC-111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마이크로서비스 구성도 (8개)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8개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SVC-112</a:t>
            </a:r>
          </a:p>
        </p:txBody>
      </p:sp>
      <p:grpSp>
        <p:nvGrpSpPr>
          <p:cNvPr id="22" name="asset:SVC-112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마이크로서비스 구성도 (9개)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9개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004048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671304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SVC-113</a:t>
            </a:r>
          </a:p>
        </p:txBody>
      </p:sp>
      <p:grpSp>
        <p:nvGrpSpPr>
          <p:cNvPr id="19" name="asset:SVC-113"/>
          <p:cNvGrpSpPr/>
          <p:nvPr/>
        </p:nvGrpSpPr>
        <p:grpSpPr>
          <a:xfrm>
            <a:off x="502920" y="457200"/>
            <a:ext cx="11155680" cy="4818888"/>
            <a:chOff x="502920" y="457200"/>
            <a:chExt cx="11155680" cy="481888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마이크로서비스 구성도 (6개)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6개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822960" y="4672584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490216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80760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671304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SVC-114</a:t>
            </a:r>
          </a:p>
        </p:txBody>
      </p:sp>
      <p:grpSp>
        <p:nvGrpSpPr>
          <p:cNvPr id="20" name="asset:SVC-114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마이크로서비스 구성도 (8개)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8개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SVC-115</a:t>
            </a:r>
          </a:p>
        </p:txBody>
      </p:sp>
      <p:grpSp>
        <p:nvGrpSpPr>
          <p:cNvPr id="22" name="asset:SVC-115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마이크로서비스 구성도 (9개)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9개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004048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671304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SVC-116</a:t>
            </a:r>
          </a:p>
        </p:txBody>
      </p:sp>
      <p:grpSp>
        <p:nvGrpSpPr>
          <p:cNvPr id="19" name="asset:SVC-116"/>
          <p:cNvGrpSpPr/>
          <p:nvPr/>
        </p:nvGrpSpPr>
        <p:grpSpPr>
          <a:xfrm>
            <a:off x="502920" y="457200"/>
            <a:ext cx="11155680" cy="4818888"/>
            <a:chOff x="502920" y="457200"/>
            <a:chExt cx="11155680" cy="481888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마이크로서비스 구성도 (6개)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6개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822960" y="4672584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490216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80760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671304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SVC-117</a:t>
            </a:r>
          </a:p>
        </p:txBody>
      </p:sp>
      <p:grpSp>
        <p:nvGrpSpPr>
          <p:cNvPr id="20" name="asset:SVC-117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마이크로서비스 구성도 (8개)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8개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SVC-118</a:t>
            </a:r>
          </a:p>
        </p:txBody>
      </p:sp>
      <p:grpSp>
        <p:nvGrpSpPr>
          <p:cNvPr id="22" name="asset:SVC-118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마이크로서비스 구성도 (9개)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9개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004048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671304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SVC-119</a:t>
            </a:r>
          </a:p>
        </p:txBody>
      </p:sp>
      <p:grpSp>
        <p:nvGrpSpPr>
          <p:cNvPr id="19" name="asset:SVC-119"/>
          <p:cNvGrpSpPr/>
          <p:nvPr/>
        </p:nvGrpSpPr>
        <p:grpSpPr>
          <a:xfrm>
            <a:off x="502920" y="457200"/>
            <a:ext cx="11155680" cy="4818888"/>
            <a:chOff x="502920" y="457200"/>
            <a:chExt cx="11155680" cy="481888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마이크로서비스 구성도 (6개)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6개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822960" y="4672584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490216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80760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671304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SVC-120</a:t>
            </a:r>
          </a:p>
        </p:txBody>
      </p:sp>
      <p:grpSp>
        <p:nvGrpSpPr>
          <p:cNvPr id="20" name="asset:SVC-120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마이크로서비스 구성도 (8개)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8개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SVC-121</a:t>
            </a:r>
          </a:p>
        </p:txBody>
      </p:sp>
      <p:grpSp>
        <p:nvGrpSpPr>
          <p:cNvPr id="22" name="asset:SVC-121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마이크로서비스 구성도 (9개)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9개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004048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671304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SVC-122</a:t>
            </a:r>
          </a:p>
        </p:txBody>
      </p:sp>
      <p:grpSp>
        <p:nvGrpSpPr>
          <p:cNvPr id="19" name="asset:SVC-122"/>
          <p:cNvGrpSpPr/>
          <p:nvPr/>
        </p:nvGrpSpPr>
        <p:grpSpPr>
          <a:xfrm>
            <a:off x="502920" y="457200"/>
            <a:ext cx="11155680" cy="4818888"/>
            <a:chOff x="502920" y="457200"/>
            <a:chExt cx="11155680" cy="481888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마이크로서비스 구성도 (6개)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6개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822960" y="4672584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490216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80760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671304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SVC-123</a:t>
            </a:r>
          </a:p>
        </p:txBody>
      </p:sp>
      <p:grpSp>
        <p:nvGrpSpPr>
          <p:cNvPr id="20" name="asset:SVC-123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마이크로서비스 구성도 (8개)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8개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심사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SVC-124</a:t>
            </a:r>
          </a:p>
        </p:txBody>
      </p:sp>
      <p:grpSp>
        <p:nvGrpSpPr>
          <p:cNvPr id="22" name="asset:SVC-124"/>
          <p:cNvGrpSpPr/>
          <p:nvPr/>
        </p:nvGrpSpPr>
        <p:grpSpPr>
          <a:xfrm>
            <a:off x="502920" y="457200"/>
            <a:ext cx="11155680" cy="5989320"/>
            <a:chOff x="502920" y="457200"/>
            <a:chExt cx="11155680" cy="59893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마이크로서비스 구성도 (9개)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9개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결제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22960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413504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인증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004048" y="4672583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822960" y="5843016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2490216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80760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671304" y="5586983"/>
              <a:ext cx="0" cy="256033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SVC-125</a:t>
            </a:r>
          </a:p>
        </p:txBody>
      </p:sp>
      <p:grpSp>
        <p:nvGrpSpPr>
          <p:cNvPr id="19" name="asset:SVC-125"/>
          <p:cNvGrpSpPr/>
          <p:nvPr/>
        </p:nvGrpSpPr>
        <p:grpSpPr>
          <a:xfrm>
            <a:off x="502920" y="457200"/>
            <a:ext cx="11155680" cy="4818888"/>
            <a:chOff x="502920" y="457200"/>
            <a:chExt cx="11155680" cy="481888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보안 관제 체계 마이크로서비스 구성도 (6개)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API 게이트웨이 · 독립 서비스 6개 · 이벤트 버스 비동기 연계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1371600"/>
              <a:ext cx="10515600" cy="621792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API Gateway (라우팅·인증·로드밸런싱)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2960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정산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413504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004048" y="2331720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22960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문서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13504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004048" y="3502152"/>
              <a:ext cx="3334512" cy="91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사용자 서비스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REST · gRPC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490216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80760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9671304" y="1993392"/>
              <a:ext cx="0" cy="338328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822960" y="4672584"/>
              <a:ext cx="10515600" cy="60350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Event Bus / Message Queue (비동기 이벤트)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490216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80760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671304" y="4416552"/>
              <a:ext cx="0" cy="256032"/>
            </a:xfrm>
            <a:prstGeom prst="line">
              <a:avLst/>
            </a:prstGeom>
            <a:ln w="1778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