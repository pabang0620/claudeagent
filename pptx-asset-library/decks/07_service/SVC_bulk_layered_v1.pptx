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SVC-017</a:t>
            </a:r>
          </a:p>
        </p:txBody>
      </p:sp>
      <p:grpSp>
        <p:nvGrpSpPr>
          <p:cNvPr id="19" name="asset:SVC-017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레이어드 아키텍처 (3계층)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3개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53009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95655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3166871"/>
              <a:ext cx="3017520" cy="153009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470611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916423"/>
              <a:ext cx="3017520" cy="153009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SVC-018</a:t>
            </a:r>
          </a:p>
        </p:txBody>
      </p:sp>
      <p:grpSp>
        <p:nvGrpSpPr>
          <p:cNvPr id="24" name="asset:SVC-018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레이어드 아키텍처 (4계층)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4개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0927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51917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729484"/>
              <a:ext cx="3017520" cy="10927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831336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041648"/>
              <a:ext cx="3017520" cy="10927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514350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5353812"/>
              <a:ext cx="3017520" cy="109270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SVC-019</a:t>
            </a:r>
          </a:p>
        </p:txBody>
      </p:sp>
      <p:grpSp>
        <p:nvGrpSpPr>
          <p:cNvPr id="29" name="asset:SVC-019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레이어드 아키텍처 (5계층)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5개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830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25673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467051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30647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516782"/>
              <a:ext cx="3017520" cy="830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435620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566513"/>
              <a:ext cx="3017520" cy="830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540593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5616244"/>
              <a:ext cx="3017520" cy="830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SVC-020</a:t>
            </a:r>
          </a:p>
        </p:txBody>
      </p:sp>
      <p:grpSp>
        <p:nvGrpSpPr>
          <p:cNvPr id="34" name="asset:SVC-020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레이어드 아키텍처 (6계층)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6개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655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081783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292096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295656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166872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3831335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041648"/>
              <a:ext cx="3017520" cy="655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470611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16424"/>
              <a:ext cx="3017520" cy="655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5897880" y="5580888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5840" y="5791200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9768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64464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99160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SVC-021</a:t>
            </a:r>
          </a:p>
        </p:txBody>
      </p:sp>
      <p:grpSp>
        <p:nvGrpSpPr>
          <p:cNvPr id="19" name="asset:SVC-021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레이어드 아키텍처 (3계층)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3개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53009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95655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3166871"/>
              <a:ext cx="3017520" cy="153009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470611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916423"/>
              <a:ext cx="3017520" cy="153009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SVC-022</a:t>
            </a:r>
          </a:p>
        </p:txBody>
      </p:sp>
      <p:grpSp>
        <p:nvGrpSpPr>
          <p:cNvPr id="24" name="asset:SVC-022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레이어드 아키텍처 (4계층)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4개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0927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51917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729484"/>
              <a:ext cx="3017520" cy="10927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831336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041648"/>
              <a:ext cx="3017520" cy="10927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514350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5353812"/>
              <a:ext cx="3017520" cy="109270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SVC-023</a:t>
            </a:r>
          </a:p>
        </p:txBody>
      </p:sp>
      <p:grpSp>
        <p:nvGrpSpPr>
          <p:cNvPr id="29" name="asset:SVC-023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레이어드 아키텍처 (5계층)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5개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25673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467051"/>
              <a:ext cx="3017520" cy="830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30647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516782"/>
              <a:ext cx="3017520" cy="830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435620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566513"/>
              <a:ext cx="3017520" cy="830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540593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5616244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SVC-024</a:t>
            </a:r>
          </a:p>
        </p:txBody>
      </p:sp>
      <p:grpSp>
        <p:nvGrpSpPr>
          <p:cNvPr id="34" name="asset:SVC-024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레이어드 아키텍처 (6계층)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6개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655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081783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292096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295656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166872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3831335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041648"/>
              <a:ext cx="3017520" cy="655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470611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16424"/>
              <a:ext cx="3017520" cy="655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5897880" y="5580888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5840" y="5791200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9768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64464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99160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SVC-025</a:t>
            </a:r>
          </a:p>
        </p:txBody>
      </p:sp>
      <p:grpSp>
        <p:nvGrpSpPr>
          <p:cNvPr id="19" name="asset:SVC-025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레이어드 아키텍처 (3계층)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3개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53009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95655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3166871"/>
              <a:ext cx="3017520" cy="153009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470611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916423"/>
              <a:ext cx="3017520" cy="153009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SVC-026</a:t>
            </a:r>
          </a:p>
        </p:txBody>
      </p:sp>
      <p:grpSp>
        <p:nvGrpSpPr>
          <p:cNvPr id="24" name="asset:SVC-026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레이어드 아키텍처 (4계층)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4개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0927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51917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729484"/>
              <a:ext cx="3017520" cy="10927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831336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041648"/>
              <a:ext cx="3017520" cy="10927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514350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5353812"/>
              <a:ext cx="3017520" cy="109270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SVC-027</a:t>
            </a:r>
          </a:p>
        </p:txBody>
      </p:sp>
      <p:grpSp>
        <p:nvGrpSpPr>
          <p:cNvPr id="29" name="asset:SVC-027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레이어드 아키텍처 (5계층)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5개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830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25673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467051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30647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516782"/>
              <a:ext cx="3017520" cy="830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435620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566513"/>
              <a:ext cx="3017520" cy="830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540593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5616244"/>
              <a:ext cx="3017520" cy="830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SVC-028</a:t>
            </a:r>
          </a:p>
        </p:txBody>
      </p:sp>
      <p:grpSp>
        <p:nvGrpSpPr>
          <p:cNvPr id="34" name="asset:SVC-028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레이어드 아키텍처 (6계층)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6개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081783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292096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295656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166872"/>
              <a:ext cx="3017520" cy="655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3831335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041648"/>
              <a:ext cx="3017520" cy="655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470611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16424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5897880" y="5580888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5840" y="5791200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9768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64464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99160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SVC-029</a:t>
            </a:r>
          </a:p>
        </p:txBody>
      </p:sp>
      <p:grpSp>
        <p:nvGrpSpPr>
          <p:cNvPr id="19" name="asset:SVC-029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레이어드 아키텍처 (3계층)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3개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53009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95655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3166871"/>
              <a:ext cx="3017520" cy="153009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3166871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470611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916423"/>
              <a:ext cx="3017520" cy="153009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916423"/>
              <a:ext cx="2164080" cy="153009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SVC-030</a:t>
            </a:r>
          </a:p>
        </p:txBody>
      </p:sp>
      <p:grpSp>
        <p:nvGrpSpPr>
          <p:cNvPr id="24" name="asset:SVC-030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레이어드 아키텍처 (4계층)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4개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109270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인프라 계층 · Infrastructure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51917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729484"/>
              <a:ext cx="3017520" cy="10927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729484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831336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4041648"/>
              <a:ext cx="3017520" cy="10927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4041648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514350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5353812"/>
              <a:ext cx="3017520" cy="10927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5353812"/>
              <a:ext cx="2164080" cy="1092708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SVC-031</a:t>
            </a:r>
          </a:p>
        </p:txBody>
      </p:sp>
      <p:grpSp>
        <p:nvGrpSpPr>
          <p:cNvPr id="29" name="asset:SVC-031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레이어드 아키텍처 (5계층)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5개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계층 · Integration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256739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467051"/>
              <a:ext cx="3017520" cy="830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467051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330647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516782"/>
              <a:ext cx="3017520" cy="830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516782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4356201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566513"/>
              <a:ext cx="3017520" cy="830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566513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540593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5616244"/>
              <a:ext cx="3017520" cy="830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5616244"/>
              <a:ext cx="2164080" cy="8302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SVC-032</a:t>
            </a:r>
          </a:p>
        </p:txBody>
      </p:sp>
      <p:grpSp>
        <p:nvGrpSpPr>
          <p:cNvPr id="34" name="asset:SVC-032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레이어드 아키텍처 (6계층)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상위 계층에서 하위 계층으로 수직 적층된 6개 계층 구조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5840" y="1417320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계층 · Security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9768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4464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91600" y="141732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게이트웨이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5897880" y="2081783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05840" y="2292096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표현 계층 · Presentation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9768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포털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4464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 앱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1600" y="2292096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관리자 콘솔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5897880" y="2956560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5840" y="3166872"/>
              <a:ext cx="3017520" cy="6553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계층 · Application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9768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서비스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64464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워크플로우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91600" y="3166872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처리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5897880" y="3831335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05840" y="4041648"/>
              <a:ext cx="3017520" cy="6553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서비스 계층 · Service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9768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비즈니스 로직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4464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규칙 엔진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91600" y="4041648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도메인 모델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5897880" y="4706112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40" y="4916424"/>
              <a:ext cx="3017520" cy="6553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도메인 계층 · Domain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9768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매퍼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4464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저장소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1600" y="4916424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쿼리 엔진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5897880" y="5580888"/>
              <a:ext cx="365760" cy="201168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5840" y="5791200"/>
              <a:ext cx="3017520" cy="6553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접근 계층 · Data Access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9768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64464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 스토리지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991600" y="5791200"/>
              <a:ext cx="2164080" cy="655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