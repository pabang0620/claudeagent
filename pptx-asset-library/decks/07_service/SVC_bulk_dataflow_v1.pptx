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SVC-048</a:t>
            </a:r>
          </a:p>
        </p:txBody>
      </p:sp>
      <p:grpSp>
        <p:nvGrpSpPr>
          <p:cNvPr id="13" name="asset:SVC-048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데이터 흐름도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3단계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3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자격 검증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991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10" name="Can 9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346960" y="3474720"/>
              <a:ext cx="263651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H="1">
              <a:off x="7178040" y="3474720"/>
              <a:ext cx="263652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SVC-049</a:t>
            </a:r>
          </a:p>
        </p:txBody>
      </p:sp>
      <p:grpSp>
        <p:nvGrpSpPr>
          <p:cNvPr id="15" name="asset:SVC-049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데이터 흐름도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4단계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자격 검증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0746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318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50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322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처리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86753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325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12" name="Can 11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880235" y="3474720"/>
              <a:ext cx="3103244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H="1">
              <a:off x="7178040" y="3474720"/>
              <a:ext cx="3103245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SVC-050</a:t>
            </a:r>
          </a:p>
        </p:txBody>
      </p:sp>
      <p:grpSp>
        <p:nvGrpSpPr>
          <p:cNvPr id="17" name="asset:SVC-050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데이터 흐름도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5단계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51460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7180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처리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75488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21208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99515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45236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23544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69264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14" name="Can 13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600200" y="3474720"/>
              <a:ext cx="338327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7178040" y="3474720"/>
              <a:ext cx="338328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SVC-051</a:t>
            </a:r>
          </a:p>
        </p:txBody>
      </p:sp>
      <p:grpSp>
        <p:nvGrpSpPr>
          <p:cNvPr id="19" name="asset:SVC-051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데이터 흐름도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6단계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처리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1412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5984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653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58750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322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1991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이력 관리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>
              <a:off x="96088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660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처리</a:t>
              </a:r>
            </a:p>
          </p:txBody>
        </p:sp>
        <p:sp>
          <p:nvSpPr>
            <p:cNvPr id="16" name="Can 15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413510" y="3474720"/>
              <a:ext cx="356996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7178040" y="3474720"/>
              <a:ext cx="356997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SVC-052</a:t>
            </a:r>
          </a:p>
        </p:txBody>
      </p:sp>
      <p:grpSp>
        <p:nvGrpSpPr>
          <p:cNvPr id="13" name="asset:SVC-052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데이터 흐름도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3단계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3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991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10" name="Can 9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346960" y="3474720"/>
              <a:ext cx="263651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H="1">
              <a:off x="7178040" y="3474720"/>
              <a:ext cx="263652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SVC-053</a:t>
            </a:r>
          </a:p>
        </p:txBody>
      </p:sp>
      <p:grpSp>
        <p:nvGrpSpPr>
          <p:cNvPr id="15" name="asset:SVC-053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데이터 흐름도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4단계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0746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318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50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322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이력 관리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86753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325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처리</a:t>
              </a:r>
            </a:p>
          </p:txBody>
        </p:sp>
        <p:sp>
          <p:nvSpPr>
            <p:cNvPr id="12" name="Can 11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880235" y="3474720"/>
              <a:ext cx="3103244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H="1">
              <a:off x="7178040" y="3474720"/>
              <a:ext cx="3103245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SVC-054</a:t>
            </a:r>
          </a:p>
        </p:txBody>
      </p:sp>
      <p:grpSp>
        <p:nvGrpSpPr>
          <p:cNvPr id="17" name="asset:SVC-054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데이터 흐름도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5단계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51460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7180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이력 관리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75488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21208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처리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99515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45236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23544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69264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14" name="Can 13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600200" y="3474720"/>
              <a:ext cx="338327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7178040" y="3474720"/>
              <a:ext cx="338328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SVC-055</a:t>
            </a:r>
          </a:p>
        </p:txBody>
      </p:sp>
      <p:grpSp>
        <p:nvGrpSpPr>
          <p:cNvPr id="19" name="asset:SVC-055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데이터 흐름도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6단계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이력 관리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1412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5984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처리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653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58750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322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1991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자격 검증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>
              <a:off x="96088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660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16" name="Can 15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413510" y="3474720"/>
              <a:ext cx="356996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7178040" y="3474720"/>
              <a:ext cx="356997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SVC-056</a:t>
            </a:r>
          </a:p>
        </p:txBody>
      </p:sp>
      <p:grpSp>
        <p:nvGrpSpPr>
          <p:cNvPr id="13" name="asset:SVC-056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데이터 흐름도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3단계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처리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3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991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10" name="Can 9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346960" y="3474720"/>
              <a:ext cx="263651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H="1">
              <a:off x="7178040" y="3474720"/>
              <a:ext cx="263652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SVC-057</a:t>
            </a:r>
          </a:p>
        </p:txBody>
      </p:sp>
      <p:grpSp>
        <p:nvGrpSpPr>
          <p:cNvPr id="15" name="asset:SVC-057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데이터 흐름도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4단계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0746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318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50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322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자격 검증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86753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325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12" name="Can 11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880235" y="3474720"/>
              <a:ext cx="3103244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H="1">
              <a:off x="7178040" y="3474720"/>
              <a:ext cx="3103245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SVC-058</a:t>
            </a:r>
          </a:p>
        </p:txBody>
      </p:sp>
      <p:grpSp>
        <p:nvGrpSpPr>
          <p:cNvPr id="17" name="asset:SVC-058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데이터 흐름도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5단계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51460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7180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자격 검증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75488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21208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99515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45236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처리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23544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69264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14" name="Can 13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600200" y="3474720"/>
              <a:ext cx="338327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7178040" y="3474720"/>
              <a:ext cx="338328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SVC-059</a:t>
            </a:r>
          </a:p>
        </p:txBody>
      </p:sp>
      <p:grpSp>
        <p:nvGrpSpPr>
          <p:cNvPr id="19" name="asset:SVC-059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데이터 흐름도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6단계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자격 검증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1412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5984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653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처리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58750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322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1991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>
              <a:off x="96088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660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16" name="Can 15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413510" y="3474720"/>
              <a:ext cx="356996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7178040" y="3474720"/>
              <a:ext cx="356997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SVC-060</a:t>
            </a:r>
          </a:p>
        </p:txBody>
      </p:sp>
      <p:grpSp>
        <p:nvGrpSpPr>
          <p:cNvPr id="13" name="asset:SVC-060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데이터 흐름도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3단계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3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처리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99120" y="2194560"/>
              <a:ext cx="323088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10" name="Can 9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346960" y="3474720"/>
              <a:ext cx="263651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H="1">
              <a:off x="7178040" y="3474720"/>
              <a:ext cx="263652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SVC-061</a:t>
            </a:r>
          </a:p>
        </p:txBody>
      </p:sp>
      <p:grpSp>
        <p:nvGrpSpPr>
          <p:cNvPr id="15" name="asset:SVC-061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데이터 흐름도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4단계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처리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0746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318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50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3222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867537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32570" y="2194560"/>
              <a:ext cx="229742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12" name="Can 11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880235" y="3474720"/>
              <a:ext cx="3103244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H="1">
              <a:off x="7178040" y="3474720"/>
              <a:ext cx="3103245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SVC-062</a:t>
            </a:r>
          </a:p>
        </p:txBody>
      </p:sp>
      <p:grpSp>
        <p:nvGrpSpPr>
          <p:cNvPr id="17" name="asset:SVC-062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데이터 흐름도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5단계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승인 심사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51460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7180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75488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21208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99515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45236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이력 관리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23544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692640" y="2194560"/>
              <a:ext cx="1737360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처리</a:t>
              </a:r>
            </a:p>
          </p:txBody>
        </p:sp>
        <p:sp>
          <p:nvSpPr>
            <p:cNvPr id="14" name="Can 13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600200" y="3474720"/>
              <a:ext cx="338327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7178040" y="3474720"/>
              <a:ext cx="338328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SVC-063</a:t>
            </a:r>
          </a:p>
        </p:txBody>
      </p:sp>
      <p:grpSp>
        <p:nvGrpSpPr>
          <p:cNvPr id="19" name="asset:SVC-063"/>
          <p:cNvGrpSpPr/>
          <p:nvPr/>
        </p:nvGrpSpPr>
        <p:grpSpPr>
          <a:xfrm>
            <a:off x="502920" y="457200"/>
            <a:ext cx="11155680" cy="5212079"/>
            <a:chOff x="502920" y="457200"/>
            <a:chExt cx="11155680" cy="521207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보안 관제 체계 데이터 흐름도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요청부터 처리·통보까지 6단계 데이터 처리 흐름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결과 생성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1412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5984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통보·발송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40081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653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이력 관리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5875019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322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처리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77419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1991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>
              <a:off x="9608820" y="2651759"/>
              <a:ext cx="411480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66020" y="2194560"/>
              <a:ext cx="1363979" cy="1280160"/>
            </a:xfrm>
            <a:prstGeom prst="roundRect">
              <a:avLst/>
            </a:prstGeom>
            <a:solidFill>
              <a:srgbClr val="F7F9FC"/>
            </a:solidFill>
            <a:ln w="2032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16" name="Can 15"/>
            <p:cNvSpPr/>
            <p:nvPr/>
          </p:nvSpPr>
          <p:spPr>
            <a:xfrm>
              <a:off x="4251959" y="4754879"/>
              <a:ext cx="3657600" cy="91440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저장소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413510" y="3474720"/>
              <a:ext cx="3569969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7178040" y="3474720"/>
              <a:ext cx="3569970" cy="1280159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