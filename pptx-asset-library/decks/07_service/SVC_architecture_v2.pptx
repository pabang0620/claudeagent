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SVC-009</a:t>
            </a:r>
          </a:p>
        </p:txBody>
      </p:sp>
      <p:grpSp>
        <p:nvGrpSpPr>
          <p:cNvPr id="29" name="asset:SVC-009"/>
          <p:cNvGrpSpPr/>
          <p:nvPr/>
        </p:nvGrpSpPr>
        <p:grpSpPr>
          <a:xfrm>
            <a:off x="502920" y="475488"/>
            <a:ext cx="11155680" cy="6126480"/>
            <a:chOff x="502920" y="475488"/>
            <a:chExt cx="11155680" cy="61264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레이어드 아키텍처 (5계층 스택)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표현 → 애플리케이션 → 도메인 → 데이터 접근 → 인프라 (상위 계층에서 하위 계층으로 적층)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234440" y="1371600"/>
              <a:ext cx="320040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09159" y="137160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UI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842759" y="137160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UI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76360" y="137160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79592" y="2221991"/>
              <a:ext cx="402336" cy="23774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234440" y="2468880"/>
              <a:ext cx="3200400" cy="841248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709159" y="246888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42759" y="246888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76360" y="246888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79592" y="3319272"/>
              <a:ext cx="402336" cy="23774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234440" y="3566160"/>
              <a:ext cx="3200400" cy="8412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709159" y="356616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842759" y="356616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76360" y="356616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79592" y="4416552"/>
              <a:ext cx="402336" cy="23774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234440" y="4663440"/>
              <a:ext cx="3200400" cy="84124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709159" y="466344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ORM 매퍼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842759" y="466344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76360" y="466344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빌더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79592" y="5513832"/>
              <a:ext cx="402336" cy="23774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234440" y="5760720"/>
              <a:ext cx="3200400" cy="84124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709159" y="576072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데이터베이스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842759" y="576072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76360" y="5760720"/>
              <a:ext cx="1950720" cy="84124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SVC-010</a:t>
            </a:r>
          </a:p>
        </p:txBody>
      </p:sp>
      <p:grpSp>
        <p:nvGrpSpPr>
          <p:cNvPr id="30" name="asset:SVC-010"/>
          <p:cNvGrpSpPr/>
          <p:nvPr/>
        </p:nvGrpSpPr>
        <p:grpSpPr>
          <a:xfrm>
            <a:off x="502920" y="475488"/>
            <a:ext cx="11155680" cy="5330952"/>
            <a:chOff x="502920" y="475488"/>
            <a:chExt cx="11155680" cy="533095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시스템 통합·연계 맵 (EAI / ESB)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 버스 ↔ 주변 연동 시스템 (표준 인터페이스 기반 데이터 연계)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587087" y="3291840"/>
              <a:ext cx="3017520" cy="155448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연계 버스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(ESB / API Gateway)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77240" y="1965960"/>
              <a:ext cx="2560320" cy="9144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1832" y="2130552"/>
              <a:ext cx="585216" cy="58521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G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45919" y="1965960"/>
              <a:ext cx="1600199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그룹웨어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337560" y="2423160"/>
              <a:ext cx="1249527" cy="164592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777240" y="3429000"/>
              <a:ext cx="2560320" cy="9144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41832" y="3593592"/>
              <a:ext cx="585216" cy="58521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645919" y="3429000"/>
              <a:ext cx="1600199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ERP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337560" y="3886200"/>
              <a:ext cx="1249527" cy="1828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777240" y="4892040"/>
              <a:ext cx="2560320" cy="9144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41832" y="5056631"/>
              <a:ext cx="585216" cy="58521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₩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645919" y="4892040"/>
              <a:ext cx="1600199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회계 시스템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3337560" y="4069080"/>
              <a:ext cx="1249527" cy="128016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8854135" y="1965960"/>
              <a:ext cx="2560320" cy="9144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018727" y="2130552"/>
              <a:ext cx="585216" cy="58521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722815" y="1965960"/>
              <a:ext cx="1600199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인사 시스템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7604607" y="2423160"/>
              <a:ext cx="1249528" cy="164592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21"/>
            <p:cNvSpPr/>
            <p:nvPr/>
          </p:nvSpPr>
          <p:spPr>
            <a:xfrm>
              <a:off x="8854135" y="3429000"/>
              <a:ext cx="2560320" cy="9144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018727" y="3593592"/>
              <a:ext cx="585216" cy="58521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X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722815" y="3429000"/>
              <a:ext cx="1600199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대외 기관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H="1">
              <a:off x="7604607" y="3886200"/>
              <a:ext cx="1249528" cy="1828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8854135" y="4892040"/>
              <a:ext cx="2560320" cy="9144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018727" y="5056631"/>
              <a:ext cx="585216" cy="58521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722815" y="4892040"/>
              <a:ext cx="1600199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SSO 인증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H="1" flipV="1">
              <a:off x="7604607" y="4069080"/>
              <a:ext cx="1249528" cy="128016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SVC-011</a:t>
            </a:r>
          </a:p>
        </p:txBody>
      </p:sp>
      <p:grpSp>
        <p:nvGrpSpPr>
          <p:cNvPr id="26" name="asset:SVC-011"/>
          <p:cNvGrpSpPr/>
          <p:nvPr/>
        </p:nvGrpSpPr>
        <p:grpSpPr>
          <a:xfrm>
            <a:off x="502920" y="475488"/>
            <a:ext cx="11155680" cy="5687568"/>
            <a:chOff x="502920" y="475488"/>
            <a:chExt cx="11155680" cy="56875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보안 아키텍처 (구간 분리 · 방화벽 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 → DMZ → 내부 3구간, 계층별 방화벽으로 트래픽 통제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101498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115568" y="1563624"/>
              <a:ext cx="283464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114800" y="1600200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461760" y="1600200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808720" y="1600200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615184"/>
              <a:ext cx="10149840" cy="50292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DMZ 방화벽 (Perimeter Firewall)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645920" y="2450591"/>
              <a:ext cx="310896" cy="795528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0204704" y="2450591"/>
              <a:ext cx="310896" cy="795528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05840" y="3264408"/>
              <a:ext cx="101498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115568" y="3410712"/>
              <a:ext cx="283464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114800" y="3447288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461760" y="3447288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08720" y="3447288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005840" y="4462272"/>
              <a:ext cx="10149840" cy="50292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내부 방화벽 (Internal Firewall)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1645920" y="4297680"/>
              <a:ext cx="310896" cy="795528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10204704" y="4297680"/>
              <a:ext cx="310896" cy="795528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5840" y="5111496"/>
              <a:ext cx="101498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115568" y="5257800"/>
              <a:ext cx="283464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114800" y="5294376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461760" y="5294376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808720" y="5294376"/>
              <a:ext cx="216408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SVC-012</a:t>
            </a:r>
          </a:p>
        </p:txBody>
      </p:sp>
      <p:grpSp>
        <p:nvGrpSpPr>
          <p:cNvPr id="15" name="asset:SVC-012"/>
          <p:cNvGrpSpPr/>
          <p:nvPr/>
        </p:nvGrpSpPr>
        <p:grpSpPr>
          <a:xfrm>
            <a:off x="502920" y="475488"/>
            <a:ext cx="11155680" cy="5879592"/>
            <a:chOff x="502920" y="475488"/>
            <a:chExt cx="11155680" cy="58795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인프라 구성도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블록 구성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38328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481328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10058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LB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10058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EC2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10058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POD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3337560"/>
              <a:ext cx="2651760" cy="10058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RDS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3337560"/>
              <a:ext cx="2651760" cy="10058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S3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3337560"/>
              <a:ext cx="2651760" cy="10058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77639" y="5486400"/>
              <a:ext cx="4206240" cy="86868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 연계)</a:t>
              </a:r>
            </a:p>
          </p:txBody>
        </p:sp>
        <p:sp>
          <p:nvSpPr>
            <p:cNvPr id="14" name="Up Arrow 13"/>
            <p:cNvSpPr/>
            <p:nvPr/>
          </p:nvSpPr>
          <p:spPr>
            <a:xfrm>
              <a:off x="5839815" y="4892040"/>
              <a:ext cx="512064" cy="566928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