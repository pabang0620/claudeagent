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ORG-062 · 거버넌스 체계 3층 · 실행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2 (navy)</a:t>
            </a:r>
          </a:p>
        </p:txBody>
      </p:sp>
      <p:grpSp>
        <p:nvGrpSpPr>
          <p:cNvPr id="14" name="asset:ORG-062"/>
          <p:cNvGrpSpPr/>
          <p:nvPr/>
        </p:nvGrpSpPr>
        <p:grpSpPr>
          <a:xfrm>
            <a:off x="3215487" y="1234440"/>
            <a:ext cx="5760720" cy="4023360"/>
            <a:chOff x="3215487" y="1234440"/>
            <a:chExt cx="5760720" cy="402336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587087" y="3849624"/>
              <a:ext cx="30175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58708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60460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1548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ORG-063 · 거버넌스 체계 3층 · 실행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3 (blue)</a:t>
            </a:r>
          </a:p>
        </p:txBody>
      </p:sp>
      <p:grpSp>
        <p:nvGrpSpPr>
          <p:cNvPr id="16" name="asset:ORG-063"/>
          <p:cNvGrpSpPr/>
          <p:nvPr/>
        </p:nvGrpSpPr>
        <p:grpSpPr>
          <a:xfrm>
            <a:off x="1706727" y="1234440"/>
            <a:ext cx="8778240" cy="4023360"/>
            <a:chOff x="1706727" y="1234440"/>
            <a:chExt cx="8778240" cy="402336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078327" y="3849624"/>
              <a:ext cx="603504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07832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911336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0672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2424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4176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ORG-064 · 거버넌스 체계 3층 · 실행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4 (purple)</a:t>
            </a:r>
          </a:p>
        </p:txBody>
      </p:sp>
      <p:grpSp>
        <p:nvGrpSpPr>
          <p:cNvPr id="18" name="asset:ORG-064"/>
          <p:cNvGrpSpPr/>
          <p:nvPr/>
        </p:nvGrpSpPr>
        <p:grpSpPr>
          <a:xfrm>
            <a:off x="426567" y="1234440"/>
            <a:ext cx="11338560" cy="4023360"/>
            <a:chOff x="426567" y="1234440"/>
            <a:chExt cx="11338560" cy="402336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741017" y="3849624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74101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64423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54745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45067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2978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3622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ORG-065 · 거버넌스 체계 3층 · 실행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2 (ink)</a:t>
            </a:r>
          </a:p>
        </p:txBody>
      </p:sp>
      <p:grpSp>
        <p:nvGrpSpPr>
          <p:cNvPr id="14" name="asset:ORG-065"/>
          <p:cNvGrpSpPr/>
          <p:nvPr/>
        </p:nvGrpSpPr>
        <p:grpSpPr>
          <a:xfrm>
            <a:off x="3215487" y="1234440"/>
            <a:ext cx="5760720" cy="4023360"/>
            <a:chOff x="3215487" y="1234440"/>
            <a:chExt cx="5760720" cy="402336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587087" y="3849624"/>
              <a:ext cx="30175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58708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60460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1548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ORG-066 · 거버넌스 체계 3층 · 실행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3 (teal)</a:t>
            </a:r>
          </a:p>
        </p:txBody>
      </p:sp>
      <p:grpSp>
        <p:nvGrpSpPr>
          <p:cNvPr id="16" name="asset:ORG-066"/>
          <p:cNvGrpSpPr/>
          <p:nvPr/>
        </p:nvGrpSpPr>
        <p:grpSpPr>
          <a:xfrm>
            <a:off x="1706727" y="1234440"/>
            <a:ext cx="8778240" cy="4023360"/>
            <a:chOff x="1706727" y="1234440"/>
            <a:chExt cx="8778240" cy="402336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078327" y="3849624"/>
              <a:ext cx="603504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07832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911336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0672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2424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4176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ORG-067 · 거버넌스 체계 3층 · 실행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4 (steel)</a:t>
            </a:r>
          </a:p>
        </p:txBody>
      </p:sp>
      <p:grpSp>
        <p:nvGrpSpPr>
          <p:cNvPr id="18" name="asset:ORG-067"/>
          <p:cNvGrpSpPr/>
          <p:nvPr/>
        </p:nvGrpSpPr>
        <p:grpSpPr>
          <a:xfrm>
            <a:off x="426567" y="1234440"/>
            <a:ext cx="11338560" cy="4023360"/>
            <a:chOff x="426567" y="1234440"/>
            <a:chExt cx="11338560" cy="402336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741017" y="3849624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74101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64423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54745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45067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2978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3622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ORG-068 · 거버넌스 체계 3층 · 실행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2 (navy)</a:t>
            </a:r>
          </a:p>
        </p:txBody>
      </p:sp>
      <p:grpSp>
        <p:nvGrpSpPr>
          <p:cNvPr id="14" name="asset:ORG-068"/>
          <p:cNvGrpSpPr/>
          <p:nvPr/>
        </p:nvGrpSpPr>
        <p:grpSpPr>
          <a:xfrm>
            <a:off x="3215487" y="1234440"/>
            <a:ext cx="5760720" cy="4023360"/>
            <a:chOff x="3215487" y="1234440"/>
            <a:chExt cx="5760720" cy="402336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587087" y="3849624"/>
              <a:ext cx="30175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58708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60460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1548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ORG-069 · 거버넌스 체계 3층 · 실행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3 (blue)</a:t>
            </a:r>
          </a:p>
        </p:txBody>
      </p:sp>
      <p:grpSp>
        <p:nvGrpSpPr>
          <p:cNvPr id="16" name="asset:ORG-069"/>
          <p:cNvGrpSpPr/>
          <p:nvPr/>
        </p:nvGrpSpPr>
        <p:grpSpPr>
          <a:xfrm>
            <a:off x="1706727" y="1234440"/>
            <a:ext cx="8778240" cy="4023360"/>
            <a:chOff x="1706727" y="1234440"/>
            <a:chExt cx="8778240" cy="402336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078327" y="3849624"/>
              <a:ext cx="603504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07832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911336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0672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2424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4176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ORG-070 · 거버넌스 체계 3층 · 실행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4 (purple)</a:t>
            </a:r>
          </a:p>
        </p:txBody>
      </p:sp>
      <p:grpSp>
        <p:nvGrpSpPr>
          <p:cNvPr id="18" name="asset:ORG-070"/>
          <p:cNvGrpSpPr/>
          <p:nvPr/>
        </p:nvGrpSpPr>
        <p:grpSpPr>
          <a:xfrm>
            <a:off x="426567" y="1234440"/>
            <a:ext cx="11338560" cy="4023360"/>
            <a:chOff x="426567" y="1234440"/>
            <a:chExt cx="11338560" cy="402336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741017" y="3849624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74101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64423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54745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45067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2978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3622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ORG-071 · 거버넌스 체계 3층 · 실행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2 (ink)</a:t>
            </a:r>
          </a:p>
        </p:txBody>
      </p:sp>
      <p:grpSp>
        <p:nvGrpSpPr>
          <p:cNvPr id="14" name="asset:ORG-071"/>
          <p:cNvGrpSpPr/>
          <p:nvPr/>
        </p:nvGrpSpPr>
        <p:grpSpPr>
          <a:xfrm>
            <a:off x="3215487" y="1234440"/>
            <a:ext cx="5760720" cy="4023360"/>
            <a:chOff x="3215487" y="1234440"/>
            <a:chExt cx="5760720" cy="402336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587087" y="3849624"/>
              <a:ext cx="30175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58708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60460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1548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ORG-072 · 거버넌스 체계 3층 · 실행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3 (teal)</a:t>
            </a:r>
          </a:p>
        </p:txBody>
      </p:sp>
      <p:grpSp>
        <p:nvGrpSpPr>
          <p:cNvPr id="16" name="asset:ORG-072"/>
          <p:cNvGrpSpPr/>
          <p:nvPr/>
        </p:nvGrpSpPr>
        <p:grpSpPr>
          <a:xfrm>
            <a:off x="1706727" y="1234440"/>
            <a:ext cx="8778240" cy="4023360"/>
            <a:chOff x="1706727" y="1234440"/>
            <a:chExt cx="8778240" cy="402336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078327" y="3849624"/>
              <a:ext cx="603504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07832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911336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0672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2424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4176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ORG-073 · 거버넌스 체계 3층 · 실행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4 (steel)</a:t>
            </a:r>
          </a:p>
        </p:txBody>
      </p:sp>
      <p:grpSp>
        <p:nvGrpSpPr>
          <p:cNvPr id="18" name="asset:ORG-073"/>
          <p:cNvGrpSpPr/>
          <p:nvPr/>
        </p:nvGrpSpPr>
        <p:grpSpPr>
          <a:xfrm>
            <a:off x="426567" y="1234440"/>
            <a:ext cx="11338560" cy="4023360"/>
            <a:chOff x="426567" y="1234440"/>
            <a:chExt cx="11338560" cy="402336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741017" y="3849624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74101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64423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54745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45067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2978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3622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ORG-074 · 거버넌스 체계 3층 · 실행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2 (navy)</a:t>
            </a:r>
          </a:p>
        </p:txBody>
      </p:sp>
      <p:grpSp>
        <p:nvGrpSpPr>
          <p:cNvPr id="14" name="asset:ORG-074"/>
          <p:cNvGrpSpPr/>
          <p:nvPr/>
        </p:nvGrpSpPr>
        <p:grpSpPr>
          <a:xfrm>
            <a:off x="3215487" y="1234440"/>
            <a:ext cx="5760720" cy="4023360"/>
            <a:chOff x="3215487" y="1234440"/>
            <a:chExt cx="5760720" cy="4023360"/>
          </a:xfrm>
        </p:grpSpPr>
        <p:cxnSp>
          <p:nvCxnSpPr>
            <p:cNvPr id="9" name="Connector 8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587087" y="3849624"/>
              <a:ext cx="30175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58708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60460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1548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ORG-075 · 거버넌스 체계 3층 · 실행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3 (blue)</a:t>
            </a:r>
          </a:p>
        </p:txBody>
      </p:sp>
      <p:grpSp>
        <p:nvGrpSpPr>
          <p:cNvPr id="16" name="asset:ORG-075"/>
          <p:cNvGrpSpPr/>
          <p:nvPr/>
        </p:nvGrpSpPr>
        <p:grpSpPr>
          <a:xfrm>
            <a:off x="1706727" y="1234440"/>
            <a:ext cx="8778240" cy="4023360"/>
            <a:chOff x="1706727" y="1234440"/>
            <a:chExt cx="8778240" cy="4023360"/>
          </a:xfrm>
        </p:grpSpPr>
        <p:cxnSp>
          <p:nvCxnSpPr>
            <p:cNvPr id="10" name="Connector 9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078327" y="3849624"/>
              <a:ext cx="603504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07832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584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911336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0672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2424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41767" y="4434840"/>
              <a:ext cx="27432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ORG-076 · 거버넌스 체계 3층 · 실행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거버넌스 체계 3층 · 실행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운영위원회 → 실무협의체 → 실행조직 4 (purple)</a:t>
            </a:r>
          </a:p>
        </p:txBody>
      </p:sp>
      <p:grpSp>
        <p:nvGrpSpPr>
          <p:cNvPr id="18" name="asset:ORG-076"/>
          <p:cNvGrpSpPr/>
          <p:nvPr/>
        </p:nvGrpSpPr>
        <p:grpSpPr>
          <a:xfrm>
            <a:off x="426567" y="1234440"/>
            <a:ext cx="11338560" cy="4023360"/>
            <a:chOff x="426567" y="1234440"/>
            <a:chExt cx="11338560" cy="4023360"/>
          </a:xfrm>
        </p:grpSpPr>
        <p:cxnSp>
          <p:nvCxnSpPr>
            <p:cNvPr id="11" name="Connector 10"/>
            <p:cNvCxnSpPr/>
            <p:nvPr/>
          </p:nvCxnSpPr>
          <p:spPr>
            <a:xfrm>
              <a:off x="6099048" y="1911095"/>
              <a:ext cx="0" cy="877825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99048" y="346557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741017" y="3849624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74101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64423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54745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0450677" y="384962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13048" y="2788920"/>
              <a:ext cx="4572000" cy="67665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2978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36227" y="4434840"/>
              <a:ext cx="2628900" cy="82296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