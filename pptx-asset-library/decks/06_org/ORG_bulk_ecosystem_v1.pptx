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ORG-169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(navy)</a:t>
            </a:r>
          </a:p>
        </p:txBody>
      </p:sp>
      <p:grpSp>
        <p:nvGrpSpPr>
          <p:cNvPr id="17" name="asset:ORG-169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ORG-170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(blue)</a:t>
            </a:r>
          </a:p>
        </p:txBody>
      </p:sp>
      <p:grpSp>
        <p:nvGrpSpPr>
          <p:cNvPr id="23" name="asset:ORG-170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ORG-171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(purple)</a:t>
            </a:r>
          </a:p>
        </p:txBody>
      </p:sp>
      <p:grpSp>
        <p:nvGrpSpPr>
          <p:cNvPr id="17" name="asset:ORG-171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ORG-172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(ink)</a:t>
            </a:r>
          </a:p>
        </p:txBody>
      </p:sp>
      <p:grpSp>
        <p:nvGrpSpPr>
          <p:cNvPr id="23" name="asset:ORG-172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ORG-173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(teal)</a:t>
            </a:r>
          </a:p>
        </p:txBody>
      </p:sp>
      <p:grpSp>
        <p:nvGrpSpPr>
          <p:cNvPr id="17" name="asset:ORG-173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ORG-174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(steel)</a:t>
            </a:r>
          </a:p>
        </p:txBody>
      </p:sp>
      <p:grpSp>
        <p:nvGrpSpPr>
          <p:cNvPr id="23" name="asset:ORG-174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ORG-175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(navy)</a:t>
            </a:r>
          </a:p>
        </p:txBody>
      </p:sp>
      <p:grpSp>
        <p:nvGrpSpPr>
          <p:cNvPr id="17" name="asset:ORG-175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ORG-176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(blue)</a:t>
            </a:r>
          </a:p>
        </p:txBody>
      </p:sp>
      <p:grpSp>
        <p:nvGrpSpPr>
          <p:cNvPr id="23" name="asset:ORG-176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ORG-177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(purple)</a:t>
            </a:r>
          </a:p>
        </p:txBody>
      </p:sp>
      <p:grpSp>
        <p:nvGrpSpPr>
          <p:cNvPr id="17" name="asset:ORG-177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ORG-178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(ink)</a:t>
            </a:r>
          </a:p>
        </p:txBody>
      </p:sp>
      <p:grpSp>
        <p:nvGrpSpPr>
          <p:cNvPr id="23" name="asset:ORG-178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ORG-179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(teal)</a:t>
            </a:r>
          </a:p>
        </p:txBody>
      </p:sp>
      <p:grpSp>
        <p:nvGrpSpPr>
          <p:cNvPr id="17" name="asset:ORG-179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ORG-180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(steel)</a:t>
            </a:r>
          </a:p>
        </p:txBody>
      </p:sp>
      <p:grpSp>
        <p:nvGrpSpPr>
          <p:cNvPr id="23" name="asset:ORG-180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ORG-181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(navy)</a:t>
            </a:r>
          </a:p>
        </p:txBody>
      </p:sp>
      <p:grpSp>
        <p:nvGrpSpPr>
          <p:cNvPr id="17" name="asset:ORG-181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ORG-182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(blue)</a:t>
            </a:r>
          </a:p>
        </p:txBody>
      </p:sp>
      <p:grpSp>
        <p:nvGrpSpPr>
          <p:cNvPr id="23" name="asset:ORG-182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ORG-183 · 파트너 생태계 · 계층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2 협력 구조 (purple)</a:t>
            </a:r>
          </a:p>
        </p:txBody>
      </p:sp>
      <p:grpSp>
        <p:nvGrpSpPr>
          <p:cNvPr id="17" name="asset:ORG-183"/>
          <p:cNvGrpSpPr/>
          <p:nvPr/>
        </p:nvGrpSpPr>
        <p:grpSpPr>
          <a:xfrm>
            <a:off x="548640" y="868680"/>
            <a:ext cx="7178040" cy="5440680"/>
            <a:chOff x="548640" y="868680"/>
            <a:chExt cx="7178040" cy="5440680"/>
          </a:xfrm>
        </p:grpSpPr>
        <p:cxnSp>
          <p:nvCxnSpPr>
            <p:cNvPr id="15" name="Connector 14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ORG-184 · 파트너 생태계 · 계층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파트너 생태계 · 계층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플랫폼 + 계층별 파트너군 3 협력 구조 (ink)</a:t>
            </a:r>
          </a:p>
        </p:txBody>
      </p:sp>
      <p:grpSp>
        <p:nvGrpSpPr>
          <p:cNvPr id="23" name="asset:ORG-184"/>
          <p:cNvGrpSpPr/>
          <p:nvPr/>
        </p:nvGrpSpPr>
        <p:grpSpPr>
          <a:xfrm>
            <a:off x="548640" y="868680"/>
            <a:ext cx="11109960" cy="5440680"/>
            <a:chOff x="548640" y="868680"/>
            <a:chExt cx="11109960" cy="5440680"/>
          </a:xfrm>
        </p:grpSpPr>
        <p:cxnSp>
          <p:nvCxnSpPr>
            <p:cNvPr id="20" name="Connector 19"/>
            <p:cNvCxnSpPr/>
            <p:nvPr/>
          </p:nvCxnSpPr>
          <p:spPr>
            <a:xfrm flipH="1" flipV="1">
              <a:off x="6080759" y="1554480"/>
              <a:ext cx="18289" cy="194310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2446020" y="3497580"/>
              <a:ext cx="3653028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9048" y="3497580"/>
              <a:ext cx="3662172" cy="1965960"/>
            </a:xfrm>
            <a:prstGeom prst="line">
              <a:avLst/>
            </a:prstGeom>
            <a:ln w="2032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4434840" y="868680"/>
              <a:ext cx="3291840" cy="137160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34840" y="868680"/>
              <a:ext cx="3291840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1계층 · 핵심 파트너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7200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49340" y="1380744"/>
              <a:ext cx="1440180" cy="71323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메이저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617720"/>
              <a:ext cx="3794760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2계층 · 전략 파트너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05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24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0" y="4617720"/>
              <a:ext cx="3794760" cy="16916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63840" y="4617720"/>
              <a:ext cx="3794760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3계층 · 협력 파트너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0010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202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439400" y="5129783"/>
              <a:ext cx="1082040" cy="103327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001768" y="2880360"/>
              <a:ext cx="2194560" cy="12344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