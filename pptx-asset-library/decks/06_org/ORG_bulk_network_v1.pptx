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ORG-107 · 협업 네트워크 · 파트너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4 협력 네트워크 (navy)</a:t>
            </a:r>
          </a:p>
        </p:txBody>
      </p:sp>
      <p:grpSp>
        <p:nvGrpSpPr>
          <p:cNvPr id="14" name="asset:ORG-107"/>
          <p:cNvGrpSpPr/>
          <p:nvPr/>
        </p:nvGrpSpPr>
        <p:grpSpPr>
          <a:xfrm>
            <a:off x="1433011" y="1513898"/>
            <a:ext cx="9326586" cy="4927483"/>
            <a:chOff x="1433011" y="1513898"/>
            <a:chExt cx="9326586" cy="492748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>
              <a:off x="6096304" y="3977639"/>
              <a:ext cx="3726034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0" cy="208883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H="1">
              <a:off x="2370271" y="3977639"/>
              <a:ext cx="3726033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885078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59044" y="569157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433011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ORG-108 · 협업 네트워크 · 파트너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5 협력 네트워크 (blue)</a:t>
            </a:r>
          </a:p>
        </p:txBody>
      </p:sp>
      <p:grpSp>
        <p:nvGrpSpPr>
          <p:cNvPr id="16" name="asset:ORG-108"/>
          <p:cNvGrpSpPr/>
          <p:nvPr/>
        </p:nvGrpSpPr>
        <p:grpSpPr>
          <a:xfrm>
            <a:off x="1615376" y="1513898"/>
            <a:ext cx="8961856" cy="4528550"/>
            <a:chOff x="1615376" y="1513898"/>
            <a:chExt cx="8961856" cy="4528550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6096304" y="3332153"/>
              <a:ext cx="3543669" cy="645486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2190108" cy="1689905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H="1">
              <a:off x="3906197" y="3977639"/>
              <a:ext cx="2190107" cy="1689905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 flipV="1">
              <a:off x="2552636" y="3332153"/>
              <a:ext cx="3543668" cy="645486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702713" y="2957249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349152" y="5292640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968937" y="5292640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615376" y="2957249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ORG-109 · 협업 네트워크 · 파트너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6 협력 네트워크 (purple)</a:t>
            </a:r>
          </a:p>
        </p:txBody>
      </p:sp>
      <p:grpSp>
        <p:nvGrpSpPr>
          <p:cNvPr id="18" name="asset:ORG-109"/>
          <p:cNvGrpSpPr/>
          <p:nvPr/>
        </p:nvGrpSpPr>
        <p:grpSpPr>
          <a:xfrm>
            <a:off x="1932204" y="1513898"/>
            <a:ext cx="8328199" cy="4927483"/>
            <a:chOff x="1932204" y="1513898"/>
            <a:chExt cx="8328199" cy="492748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6096304" y="2933221"/>
              <a:ext cx="3226840" cy="104441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3226840" cy="1044419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6304" y="3977639"/>
              <a:ext cx="0" cy="208883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>
              <a:off x="2869464" y="3977639"/>
              <a:ext cx="3226840" cy="1044419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 flipV="1">
              <a:off x="2869464" y="2933221"/>
              <a:ext cx="3226840" cy="104441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385884" y="2558317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385884" y="4647154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59044" y="569157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932204" y="4647154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932204" y="2558317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ORG-110 · 협업 네트워크 · 파트너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7 협력 네트워크 (ink)</a:t>
            </a:r>
          </a:p>
        </p:txBody>
      </p:sp>
      <p:grpSp>
        <p:nvGrpSpPr>
          <p:cNvPr id="20" name="asset:ORG-110"/>
          <p:cNvGrpSpPr/>
          <p:nvPr/>
        </p:nvGrpSpPr>
        <p:grpSpPr>
          <a:xfrm>
            <a:off x="1526430" y="1513898"/>
            <a:ext cx="9139748" cy="4720623"/>
            <a:chOff x="1526430" y="1513898"/>
            <a:chExt cx="9139748" cy="472062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6096304" y="2675271"/>
              <a:ext cx="2913131" cy="130236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3632615" cy="46481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6304" y="3977639"/>
              <a:ext cx="1616666" cy="188197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>
              <a:off x="4479639" y="3977639"/>
              <a:ext cx="1616665" cy="188197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2463690" y="3977639"/>
              <a:ext cx="3632614" cy="46481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 flipV="1">
              <a:off x="3183174" y="2675271"/>
              <a:ext cx="2913130" cy="130236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72175" y="2300367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791659" y="406754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775710" y="548471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542379" y="548471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526430" y="406754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245914" y="2300367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ORG-111 · 협업 네트워크 · 파트너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8 협력 네트워크 (teal)</a:t>
            </a:r>
          </a:p>
        </p:txBody>
      </p:sp>
      <p:grpSp>
        <p:nvGrpSpPr>
          <p:cNvPr id="22" name="asset:ORG-111"/>
          <p:cNvGrpSpPr/>
          <p:nvPr/>
        </p:nvGrpSpPr>
        <p:grpSpPr>
          <a:xfrm>
            <a:off x="1433011" y="1513898"/>
            <a:ext cx="9326586" cy="4927483"/>
            <a:chOff x="1433011" y="1513898"/>
            <a:chExt cx="9326586" cy="492748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6096304" y="2500609"/>
              <a:ext cx="2634704" cy="147703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3726034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6304" y="3977639"/>
              <a:ext cx="2634704" cy="1477031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96304" y="3977639"/>
              <a:ext cx="0" cy="208883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3461601" y="3977639"/>
              <a:ext cx="2634703" cy="1477031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>
              <a:off x="2370271" y="3977639"/>
              <a:ext cx="3726033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H="1" flipV="1">
              <a:off x="3461601" y="2500609"/>
              <a:ext cx="2634703" cy="147703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793748" y="212570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885078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793748" y="5079766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159044" y="569157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524341" y="5079766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433011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524341" y="212570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ORG-112 · 협업 네트워크 · 파트너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4 협력 네트워크 (steel)</a:t>
            </a:r>
          </a:p>
        </p:txBody>
      </p:sp>
      <p:grpSp>
        <p:nvGrpSpPr>
          <p:cNvPr id="14" name="asset:ORG-112"/>
          <p:cNvGrpSpPr/>
          <p:nvPr/>
        </p:nvGrpSpPr>
        <p:grpSpPr>
          <a:xfrm>
            <a:off x="1433011" y="1513898"/>
            <a:ext cx="9326586" cy="4927483"/>
            <a:chOff x="1433011" y="1513898"/>
            <a:chExt cx="9326586" cy="492748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>
              <a:off x="6096304" y="3977639"/>
              <a:ext cx="3726034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0" cy="208883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H="1">
              <a:off x="2370271" y="3977639"/>
              <a:ext cx="3726033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885078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59044" y="569157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433011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ORG-113 · 협업 네트워크 · 파트너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5 협력 네트워크 (navy)</a:t>
            </a:r>
          </a:p>
        </p:txBody>
      </p:sp>
      <p:grpSp>
        <p:nvGrpSpPr>
          <p:cNvPr id="16" name="asset:ORG-113"/>
          <p:cNvGrpSpPr/>
          <p:nvPr/>
        </p:nvGrpSpPr>
        <p:grpSpPr>
          <a:xfrm>
            <a:off x="1615376" y="1513898"/>
            <a:ext cx="8961856" cy="4528550"/>
            <a:chOff x="1615376" y="1513898"/>
            <a:chExt cx="8961856" cy="4528550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6096304" y="3332153"/>
              <a:ext cx="3543669" cy="645486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2190108" cy="1689905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H="1">
              <a:off x="3906197" y="3977639"/>
              <a:ext cx="2190107" cy="1689905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 flipV="1">
              <a:off x="2552636" y="3332153"/>
              <a:ext cx="3543668" cy="645486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702713" y="2957249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349152" y="5292640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968937" y="5292640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615376" y="2957249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ORG-114 · 협업 네트워크 · 파트너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6 협력 네트워크 (blue)</a:t>
            </a:r>
          </a:p>
        </p:txBody>
      </p:sp>
      <p:grpSp>
        <p:nvGrpSpPr>
          <p:cNvPr id="18" name="asset:ORG-114"/>
          <p:cNvGrpSpPr/>
          <p:nvPr/>
        </p:nvGrpSpPr>
        <p:grpSpPr>
          <a:xfrm>
            <a:off x="1932204" y="1513898"/>
            <a:ext cx="8328199" cy="4927483"/>
            <a:chOff x="1932204" y="1513898"/>
            <a:chExt cx="8328199" cy="492748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6096304" y="2933221"/>
              <a:ext cx="3226840" cy="104441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3226840" cy="1044419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6304" y="3977639"/>
              <a:ext cx="0" cy="208883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>
              <a:off x="2869464" y="3977639"/>
              <a:ext cx="3226840" cy="1044419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 flipV="1">
              <a:off x="2869464" y="2933221"/>
              <a:ext cx="3226840" cy="104441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385884" y="2558317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385884" y="4647154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59044" y="569157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932204" y="4647154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932204" y="2558317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ORG-115 · 협업 네트워크 · 파트너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7 협력 네트워크 (purple)</a:t>
            </a:r>
          </a:p>
        </p:txBody>
      </p:sp>
      <p:grpSp>
        <p:nvGrpSpPr>
          <p:cNvPr id="20" name="asset:ORG-115"/>
          <p:cNvGrpSpPr/>
          <p:nvPr/>
        </p:nvGrpSpPr>
        <p:grpSpPr>
          <a:xfrm>
            <a:off x="1526430" y="1513898"/>
            <a:ext cx="9139748" cy="4720623"/>
            <a:chOff x="1526430" y="1513898"/>
            <a:chExt cx="9139748" cy="472062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6096304" y="2675271"/>
              <a:ext cx="2913131" cy="130236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3632615" cy="46481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6304" y="3977639"/>
              <a:ext cx="1616666" cy="188197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>
              <a:off x="4479639" y="3977639"/>
              <a:ext cx="1616665" cy="188197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2463690" y="3977639"/>
              <a:ext cx="3632614" cy="46481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 flipV="1">
              <a:off x="3183174" y="2675271"/>
              <a:ext cx="2913130" cy="130236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72175" y="2300367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791659" y="406754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775710" y="548471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542379" y="548471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526430" y="406754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245914" y="2300367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ORG-116 · 협업 네트워크 · 파트너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8 협력 네트워크 (ink)</a:t>
            </a:r>
          </a:p>
        </p:txBody>
      </p:sp>
      <p:grpSp>
        <p:nvGrpSpPr>
          <p:cNvPr id="22" name="asset:ORG-116"/>
          <p:cNvGrpSpPr/>
          <p:nvPr/>
        </p:nvGrpSpPr>
        <p:grpSpPr>
          <a:xfrm>
            <a:off x="1433011" y="1513898"/>
            <a:ext cx="9326586" cy="4927483"/>
            <a:chOff x="1433011" y="1513898"/>
            <a:chExt cx="9326586" cy="492748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6096304" y="2500609"/>
              <a:ext cx="2634704" cy="147703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3726034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6304" y="3977639"/>
              <a:ext cx="2634704" cy="1477031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96304" y="3977639"/>
              <a:ext cx="0" cy="208883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3461601" y="3977639"/>
              <a:ext cx="2634703" cy="1477031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>
              <a:off x="2370271" y="3977639"/>
              <a:ext cx="3726033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H="1" flipV="1">
              <a:off x="3461601" y="2500609"/>
              <a:ext cx="2634703" cy="147703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793748" y="212570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885078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793748" y="5079766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159044" y="569157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524341" y="5079766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433011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524341" y="212570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ORG-117 · 협업 네트워크 · 파트너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4 협력 네트워크 (teal)</a:t>
            </a:r>
          </a:p>
        </p:txBody>
      </p:sp>
      <p:grpSp>
        <p:nvGrpSpPr>
          <p:cNvPr id="14" name="asset:ORG-117"/>
          <p:cNvGrpSpPr/>
          <p:nvPr/>
        </p:nvGrpSpPr>
        <p:grpSpPr>
          <a:xfrm>
            <a:off x="1433011" y="1513898"/>
            <a:ext cx="9326586" cy="4927483"/>
            <a:chOff x="1433011" y="1513898"/>
            <a:chExt cx="9326586" cy="492748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>
              <a:off x="6096304" y="3977639"/>
              <a:ext cx="3726034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0" cy="208883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H="1">
              <a:off x="2370271" y="3977639"/>
              <a:ext cx="3726033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885078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59044" y="569157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433011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ORG-118 · 협업 네트워크 · 파트너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5 협력 네트워크 (steel)</a:t>
            </a:r>
          </a:p>
        </p:txBody>
      </p:sp>
      <p:grpSp>
        <p:nvGrpSpPr>
          <p:cNvPr id="16" name="asset:ORG-118"/>
          <p:cNvGrpSpPr/>
          <p:nvPr/>
        </p:nvGrpSpPr>
        <p:grpSpPr>
          <a:xfrm>
            <a:off x="1615376" y="1513898"/>
            <a:ext cx="8961856" cy="4528550"/>
            <a:chOff x="1615376" y="1513898"/>
            <a:chExt cx="8961856" cy="4528550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6096304" y="3332153"/>
              <a:ext cx="3543669" cy="645486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2190108" cy="1689905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H="1">
              <a:off x="3906197" y="3977639"/>
              <a:ext cx="2190107" cy="1689905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 flipV="1">
              <a:off x="2552636" y="3332153"/>
              <a:ext cx="3543668" cy="645486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702713" y="2957249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349152" y="5292640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968937" y="5292640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615376" y="2957249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ORG-119 · 협업 네트워크 · 파트너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6 협력 네트워크 (navy)</a:t>
            </a:r>
          </a:p>
        </p:txBody>
      </p:sp>
      <p:grpSp>
        <p:nvGrpSpPr>
          <p:cNvPr id="18" name="asset:ORG-119"/>
          <p:cNvGrpSpPr/>
          <p:nvPr/>
        </p:nvGrpSpPr>
        <p:grpSpPr>
          <a:xfrm>
            <a:off x="1932204" y="1513898"/>
            <a:ext cx="8328199" cy="4927483"/>
            <a:chOff x="1932204" y="1513898"/>
            <a:chExt cx="8328199" cy="492748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6096304" y="2933221"/>
              <a:ext cx="3226840" cy="104441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3226840" cy="1044419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6304" y="3977639"/>
              <a:ext cx="0" cy="208883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>
              <a:off x="2869464" y="3977639"/>
              <a:ext cx="3226840" cy="1044419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 flipV="1">
              <a:off x="2869464" y="2933221"/>
              <a:ext cx="3226840" cy="104441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385884" y="2558317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385884" y="4647154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59044" y="569157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932204" y="4647154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932204" y="2558317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ORG-120 · 협업 네트워크 · 파트너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7 협력 네트워크 (blue)</a:t>
            </a:r>
          </a:p>
        </p:txBody>
      </p:sp>
      <p:grpSp>
        <p:nvGrpSpPr>
          <p:cNvPr id="20" name="asset:ORG-120"/>
          <p:cNvGrpSpPr/>
          <p:nvPr/>
        </p:nvGrpSpPr>
        <p:grpSpPr>
          <a:xfrm>
            <a:off x="1526430" y="1513898"/>
            <a:ext cx="9139748" cy="4720623"/>
            <a:chOff x="1526430" y="1513898"/>
            <a:chExt cx="9139748" cy="472062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6096304" y="2675271"/>
              <a:ext cx="2913131" cy="130236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3632615" cy="46481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6304" y="3977639"/>
              <a:ext cx="1616666" cy="188197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>
              <a:off x="4479639" y="3977639"/>
              <a:ext cx="1616665" cy="188197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2463690" y="3977639"/>
              <a:ext cx="3632614" cy="46481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 flipV="1">
              <a:off x="3183174" y="2675271"/>
              <a:ext cx="2913130" cy="130236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72175" y="2300367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791659" y="406754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775710" y="548471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542379" y="548471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526430" y="406754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245914" y="2300367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ORG-121 · 협업 네트워크 · 파트너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8 협력 네트워크 (purple)</a:t>
            </a:r>
          </a:p>
        </p:txBody>
      </p:sp>
      <p:grpSp>
        <p:nvGrpSpPr>
          <p:cNvPr id="22" name="asset:ORG-121"/>
          <p:cNvGrpSpPr/>
          <p:nvPr/>
        </p:nvGrpSpPr>
        <p:grpSpPr>
          <a:xfrm>
            <a:off x="1433011" y="1513898"/>
            <a:ext cx="9326586" cy="4927483"/>
            <a:chOff x="1433011" y="1513898"/>
            <a:chExt cx="9326586" cy="492748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6096304" y="2500609"/>
              <a:ext cx="2634704" cy="147703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3726034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096304" y="3977639"/>
              <a:ext cx="2634704" cy="1477031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96304" y="3977639"/>
              <a:ext cx="0" cy="208883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3461601" y="3977639"/>
              <a:ext cx="2634703" cy="1477031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>
              <a:off x="2370271" y="3977639"/>
              <a:ext cx="3726033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H="1" flipV="1">
              <a:off x="3461601" y="2500609"/>
              <a:ext cx="2634703" cy="147703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793748" y="212570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885078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793748" y="5079766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159044" y="569157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524341" y="5079766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433011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결제 PG사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524341" y="212570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분석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ORG-122 · 협업 네트워크 · 파트너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협업 네트워크 · 파트너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중앙 허브 + 방사형 파트너 4 협력 네트워크 (ink)</a:t>
            </a:r>
          </a:p>
        </p:txBody>
      </p:sp>
      <p:grpSp>
        <p:nvGrpSpPr>
          <p:cNvPr id="14" name="asset:ORG-122"/>
          <p:cNvGrpSpPr/>
          <p:nvPr/>
        </p:nvGrpSpPr>
        <p:grpSpPr>
          <a:xfrm>
            <a:off x="1433011" y="1513898"/>
            <a:ext cx="9326586" cy="4927483"/>
            <a:chOff x="1433011" y="1513898"/>
            <a:chExt cx="9326586" cy="4927483"/>
          </a:xfrm>
        </p:grpSpPr>
        <p:cxnSp>
          <p:nvCxnSpPr>
            <p:cNvPr id="5" name="Connector 4"/>
            <p:cNvCxnSpPr/>
            <p:nvPr/>
          </p:nvCxnSpPr>
          <p:spPr>
            <a:xfrm flipV="1">
              <a:off x="6096304" y="1888802"/>
              <a:ext cx="0" cy="2088837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>
              <a:off x="6096304" y="3977639"/>
              <a:ext cx="3726034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6096304" y="3977639"/>
              <a:ext cx="0" cy="2088838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H="1">
              <a:off x="2370271" y="3977639"/>
              <a:ext cx="3726033" cy="0"/>
            </a:xfrm>
            <a:prstGeom prst="line">
              <a:avLst/>
            </a:prstGeom>
            <a:ln w="1778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159044" y="1513898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OTT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885078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배급사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59044" y="5691573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433011" y="3602735"/>
              <a:ext cx="1874519" cy="74980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200192" y="3332439"/>
              <a:ext cx="1792224" cy="1290401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