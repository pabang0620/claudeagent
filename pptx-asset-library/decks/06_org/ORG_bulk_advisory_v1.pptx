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ORG-092 · 자문위 포함 조직도 · 팀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발주-PM-팀2 본조직 + 자문위원회 점선 연결 (navy)</a:t>
            </a:r>
          </a:p>
        </p:txBody>
      </p:sp>
      <p:grpSp>
        <p:nvGrpSpPr>
          <p:cNvPr id="17" name="asset:ORG-092"/>
          <p:cNvGrpSpPr/>
          <p:nvPr/>
        </p:nvGrpSpPr>
        <p:grpSpPr>
          <a:xfrm>
            <a:off x="2468880" y="1234440"/>
            <a:ext cx="8961120" cy="3794760"/>
            <a:chOff x="2468880" y="1234440"/>
            <a:chExt cx="8961120" cy="3794760"/>
          </a:xfrm>
        </p:grpSpPr>
        <p:cxnSp>
          <p:nvCxnSpPr>
            <p:cNvPr id="10" name="Connector 9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840480" y="3575304"/>
              <a:ext cx="3535527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8156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73760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672687" y="4160520"/>
              <a:ext cx="228600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160520"/>
              <a:ext cx="228600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ORG-093 · 자문위 포함 조직도 · 팀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발주-PM-팀3 본조직 + 자문위원회 점선 연결 (blue)</a:t>
            </a:r>
          </a:p>
        </p:txBody>
      </p:sp>
      <p:grpSp>
        <p:nvGrpSpPr>
          <p:cNvPr id="19" name="asset:ORG-093"/>
          <p:cNvGrpSpPr/>
          <p:nvPr/>
        </p:nvGrpSpPr>
        <p:grpSpPr>
          <a:xfrm>
            <a:off x="2468880" y="1234440"/>
            <a:ext cx="8961120" cy="3794760"/>
            <a:chOff x="2468880" y="1234440"/>
            <a:chExt cx="8961120" cy="3794760"/>
          </a:xfrm>
        </p:grpSpPr>
        <p:cxnSp>
          <p:nvCxnSpPr>
            <p:cNvPr id="11" name="Connector 10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748887" y="3575304"/>
              <a:ext cx="469392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7488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9584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4428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71256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5952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40648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ORG-094 · 자문위 포함 조직도 · 팀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발주-PM-팀4 본조직 + 자문위원회 점선 연결 (purple)</a:t>
            </a:r>
          </a:p>
        </p:txBody>
      </p:sp>
      <p:grpSp>
        <p:nvGrpSpPr>
          <p:cNvPr id="21" name="asset:ORG-094"/>
          <p:cNvGrpSpPr/>
          <p:nvPr/>
        </p:nvGrpSpPr>
        <p:grpSpPr>
          <a:xfrm>
            <a:off x="2209647" y="1234440"/>
            <a:ext cx="9220353" cy="3794760"/>
            <a:chOff x="2209647" y="1234440"/>
            <a:chExt cx="9220353" cy="3794760"/>
          </a:xfrm>
        </p:grpSpPr>
        <p:cxnSp>
          <p:nvCxnSpPr>
            <p:cNvPr id="12" name="Connector 11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078327" y="3575304"/>
              <a:ext cx="603503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07832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50900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1016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113366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0964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2132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24468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ORG-095 · 자문위 포함 조직도 · 팀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발주-PM-팀2 본조직 + 자문위원회 점선 연결 (ink)</a:t>
            </a:r>
          </a:p>
        </p:txBody>
      </p:sp>
      <p:grpSp>
        <p:nvGrpSpPr>
          <p:cNvPr id="17" name="asset:ORG-095"/>
          <p:cNvGrpSpPr/>
          <p:nvPr/>
        </p:nvGrpSpPr>
        <p:grpSpPr>
          <a:xfrm>
            <a:off x="2468880" y="1234440"/>
            <a:ext cx="8961120" cy="3794760"/>
            <a:chOff x="2468880" y="1234440"/>
            <a:chExt cx="8961120" cy="3794760"/>
          </a:xfrm>
        </p:grpSpPr>
        <p:cxnSp>
          <p:nvCxnSpPr>
            <p:cNvPr id="10" name="Connector 9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840480" y="3575304"/>
              <a:ext cx="3535527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8156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73760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672687" y="4160520"/>
              <a:ext cx="228600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160520"/>
              <a:ext cx="228600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ORG-096 · 자문위 포함 조직도 · 팀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발주-PM-팀3 본조직 + 자문위원회 점선 연결 (teal)</a:t>
            </a:r>
          </a:p>
        </p:txBody>
      </p:sp>
      <p:grpSp>
        <p:nvGrpSpPr>
          <p:cNvPr id="19" name="asset:ORG-096"/>
          <p:cNvGrpSpPr/>
          <p:nvPr/>
        </p:nvGrpSpPr>
        <p:grpSpPr>
          <a:xfrm>
            <a:off x="2468880" y="1234440"/>
            <a:ext cx="8961120" cy="3794760"/>
            <a:chOff x="2468880" y="1234440"/>
            <a:chExt cx="8961120" cy="3794760"/>
          </a:xfrm>
        </p:grpSpPr>
        <p:cxnSp>
          <p:nvCxnSpPr>
            <p:cNvPr id="11" name="Connector 10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748887" y="3575304"/>
              <a:ext cx="469392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7488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9584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4428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71256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5952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40648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ORG-097 · 자문위 포함 조직도 · 팀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발주-PM-팀4 본조직 + 자문위원회 점선 연결 (steel)</a:t>
            </a:r>
          </a:p>
        </p:txBody>
      </p:sp>
      <p:grpSp>
        <p:nvGrpSpPr>
          <p:cNvPr id="21" name="asset:ORG-097"/>
          <p:cNvGrpSpPr/>
          <p:nvPr/>
        </p:nvGrpSpPr>
        <p:grpSpPr>
          <a:xfrm>
            <a:off x="2209647" y="1234440"/>
            <a:ext cx="9220353" cy="3794760"/>
            <a:chOff x="2209647" y="1234440"/>
            <a:chExt cx="9220353" cy="3794760"/>
          </a:xfrm>
        </p:grpSpPr>
        <p:cxnSp>
          <p:nvCxnSpPr>
            <p:cNvPr id="12" name="Connector 11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078327" y="3575304"/>
              <a:ext cx="603503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07832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50900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1016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113366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0964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2132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24468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ORG-098 · 자문위 포함 조직도 · 팀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발주-PM-팀2 본조직 + 자문위원회 점선 연결 (navy)</a:t>
            </a:r>
          </a:p>
        </p:txBody>
      </p:sp>
      <p:grpSp>
        <p:nvGrpSpPr>
          <p:cNvPr id="17" name="asset:ORG-098"/>
          <p:cNvGrpSpPr/>
          <p:nvPr/>
        </p:nvGrpSpPr>
        <p:grpSpPr>
          <a:xfrm>
            <a:off x="2468880" y="1234440"/>
            <a:ext cx="8961120" cy="3794760"/>
            <a:chOff x="2468880" y="1234440"/>
            <a:chExt cx="8961120" cy="3794760"/>
          </a:xfrm>
        </p:grpSpPr>
        <p:cxnSp>
          <p:nvCxnSpPr>
            <p:cNvPr id="10" name="Connector 9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840480" y="3575304"/>
              <a:ext cx="3535527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8156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73760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672687" y="4160520"/>
              <a:ext cx="228600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160520"/>
              <a:ext cx="228600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ORG-099 · 자문위 포함 조직도 · 팀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발주-PM-팀3 본조직 + 자문위원회 점선 연결 (blue)</a:t>
            </a:r>
          </a:p>
        </p:txBody>
      </p:sp>
      <p:grpSp>
        <p:nvGrpSpPr>
          <p:cNvPr id="19" name="asset:ORG-099"/>
          <p:cNvGrpSpPr/>
          <p:nvPr/>
        </p:nvGrpSpPr>
        <p:grpSpPr>
          <a:xfrm>
            <a:off x="2468880" y="1234440"/>
            <a:ext cx="8961120" cy="3794760"/>
            <a:chOff x="2468880" y="1234440"/>
            <a:chExt cx="8961120" cy="3794760"/>
          </a:xfrm>
        </p:grpSpPr>
        <p:cxnSp>
          <p:nvCxnSpPr>
            <p:cNvPr id="11" name="Connector 10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748887" y="3575304"/>
              <a:ext cx="469392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7488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9584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4428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71256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5952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40648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ORG-100 · 자문위 포함 조직도 · 팀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발주-PM-팀4 본조직 + 자문위원회 점선 연결 (purple)</a:t>
            </a:r>
          </a:p>
        </p:txBody>
      </p:sp>
      <p:grpSp>
        <p:nvGrpSpPr>
          <p:cNvPr id="21" name="asset:ORG-100"/>
          <p:cNvGrpSpPr/>
          <p:nvPr/>
        </p:nvGrpSpPr>
        <p:grpSpPr>
          <a:xfrm>
            <a:off x="2209647" y="1234440"/>
            <a:ext cx="9220353" cy="3794760"/>
            <a:chOff x="2209647" y="1234440"/>
            <a:chExt cx="9220353" cy="3794760"/>
          </a:xfrm>
        </p:grpSpPr>
        <p:cxnSp>
          <p:nvCxnSpPr>
            <p:cNvPr id="12" name="Connector 11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078327" y="3575304"/>
              <a:ext cx="603503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07832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50900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1016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113366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0964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2132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24468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ORG-101 · 자문위 포함 조직도 · 팀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발주-PM-팀2 본조직 + 자문위원회 점선 연결 (ink)</a:t>
            </a:r>
          </a:p>
        </p:txBody>
      </p:sp>
      <p:grpSp>
        <p:nvGrpSpPr>
          <p:cNvPr id="17" name="asset:ORG-101"/>
          <p:cNvGrpSpPr/>
          <p:nvPr/>
        </p:nvGrpSpPr>
        <p:grpSpPr>
          <a:xfrm>
            <a:off x="2468880" y="1234440"/>
            <a:ext cx="8961120" cy="3794760"/>
            <a:chOff x="2468880" y="1234440"/>
            <a:chExt cx="8961120" cy="3794760"/>
          </a:xfrm>
        </p:grpSpPr>
        <p:cxnSp>
          <p:nvCxnSpPr>
            <p:cNvPr id="10" name="Connector 9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840480" y="3575304"/>
              <a:ext cx="3535527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8156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73760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672687" y="4160520"/>
              <a:ext cx="228600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160520"/>
              <a:ext cx="228600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ORG-102 · 자문위 포함 조직도 · 팀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발주-PM-팀3 본조직 + 자문위원회 점선 연결 (teal)</a:t>
            </a:r>
          </a:p>
        </p:txBody>
      </p:sp>
      <p:grpSp>
        <p:nvGrpSpPr>
          <p:cNvPr id="19" name="asset:ORG-102"/>
          <p:cNvGrpSpPr/>
          <p:nvPr/>
        </p:nvGrpSpPr>
        <p:grpSpPr>
          <a:xfrm>
            <a:off x="2468880" y="1234440"/>
            <a:ext cx="8961120" cy="3794760"/>
            <a:chOff x="2468880" y="1234440"/>
            <a:chExt cx="8961120" cy="3794760"/>
          </a:xfrm>
        </p:grpSpPr>
        <p:cxnSp>
          <p:nvCxnSpPr>
            <p:cNvPr id="11" name="Connector 10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748887" y="3575304"/>
              <a:ext cx="469392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7488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9584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4428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71256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5952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40648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ORG-103 · 자문위 포함 조직도 · 팀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발주-PM-팀4 본조직 + 자문위원회 점선 연결 (steel)</a:t>
            </a:r>
          </a:p>
        </p:txBody>
      </p:sp>
      <p:grpSp>
        <p:nvGrpSpPr>
          <p:cNvPr id="21" name="asset:ORG-103"/>
          <p:cNvGrpSpPr/>
          <p:nvPr/>
        </p:nvGrpSpPr>
        <p:grpSpPr>
          <a:xfrm>
            <a:off x="2209647" y="1234440"/>
            <a:ext cx="9220353" cy="3794760"/>
            <a:chOff x="2209647" y="1234440"/>
            <a:chExt cx="9220353" cy="3794760"/>
          </a:xfrm>
        </p:grpSpPr>
        <p:cxnSp>
          <p:nvCxnSpPr>
            <p:cNvPr id="12" name="Connector 11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078327" y="3575304"/>
              <a:ext cx="603503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07832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50900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1016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113366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0964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2132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24468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ORG-104 · 자문위 포함 조직도 · 팀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발주-PM-팀2 본조직 + 자문위원회 점선 연결 (navy)</a:t>
            </a:r>
          </a:p>
        </p:txBody>
      </p:sp>
      <p:grpSp>
        <p:nvGrpSpPr>
          <p:cNvPr id="17" name="asset:ORG-104"/>
          <p:cNvGrpSpPr/>
          <p:nvPr/>
        </p:nvGrpSpPr>
        <p:grpSpPr>
          <a:xfrm>
            <a:off x="2468880" y="1234440"/>
            <a:ext cx="8961120" cy="3794760"/>
            <a:chOff x="2468880" y="1234440"/>
            <a:chExt cx="8961120" cy="3794760"/>
          </a:xfrm>
        </p:grpSpPr>
        <p:cxnSp>
          <p:nvCxnSpPr>
            <p:cNvPr id="10" name="Connector 9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840480" y="3575304"/>
              <a:ext cx="3535527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8156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73760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672687" y="4160520"/>
              <a:ext cx="228600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4160520"/>
              <a:ext cx="228600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ORG-105 · 자문위 포함 조직도 · 팀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발주-PM-팀3 본조직 + 자문위원회 점선 연결 (blue)</a:t>
            </a:r>
          </a:p>
        </p:txBody>
      </p:sp>
      <p:grpSp>
        <p:nvGrpSpPr>
          <p:cNvPr id="19" name="asset:ORG-105"/>
          <p:cNvGrpSpPr/>
          <p:nvPr/>
        </p:nvGrpSpPr>
        <p:grpSpPr>
          <a:xfrm>
            <a:off x="2468880" y="1234440"/>
            <a:ext cx="8961120" cy="3794760"/>
            <a:chOff x="2468880" y="1234440"/>
            <a:chExt cx="8961120" cy="3794760"/>
          </a:xfrm>
        </p:grpSpPr>
        <p:cxnSp>
          <p:nvCxnSpPr>
            <p:cNvPr id="11" name="Connector 10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748887" y="3575304"/>
              <a:ext cx="469392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7488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9584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4428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71256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5952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406487" y="4160520"/>
              <a:ext cx="207264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ORG-106 · 자문위 포함 조직도 · 팀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자문위 포함 조직도 · 팀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발주-PM-팀4 본조직 + 자문위원회 점선 연결 (purple)</a:t>
            </a:r>
          </a:p>
        </p:txBody>
      </p:sp>
      <p:grpSp>
        <p:nvGrpSpPr>
          <p:cNvPr id="21" name="asset:ORG-106"/>
          <p:cNvGrpSpPr/>
          <p:nvPr/>
        </p:nvGrpSpPr>
        <p:grpSpPr>
          <a:xfrm>
            <a:off x="2209647" y="1234440"/>
            <a:ext cx="9220353" cy="3794760"/>
            <a:chOff x="2209647" y="1234440"/>
            <a:chExt cx="9220353" cy="3794760"/>
          </a:xfrm>
        </p:grpSpPr>
        <p:cxnSp>
          <p:nvCxnSpPr>
            <p:cNvPr id="12" name="Connector 11"/>
            <p:cNvCxnSpPr/>
            <p:nvPr/>
          </p:nvCxnSpPr>
          <p:spPr>
            <a:xfrm>
              <a:off x="3840480" y="1856232"/>
              <a:ext cx="0" cy="749808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3840480" y="3191256"/>
              <a:ext cx="0" cy="384048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3078327" y="3575304"/>
              <a:ext cx="603503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07832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509000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101687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113366" y="3575304"/>
              <a:ext cx="0" cy="585216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V="1">
              <a:off x="5212080" y="2811779"/>
              <a:ext cx="3337560" cy="86869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2468880" y="12344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468880" y="2606040"/>
              <a:ext cx="2743200" cy="585216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0964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2132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구현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번역·문화화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244687" y="4160520"/>
              <a:ext cx="1737360" cy="86868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품질(QA)팀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549640" y="2331720"/>
              <a:ext cx="288036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57800" y="2532888"/>
              <a:ext cx="3246119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