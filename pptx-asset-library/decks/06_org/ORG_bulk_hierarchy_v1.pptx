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ORG-015 · 위계 조직도 · 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2 (navy)</a:t>
            </a:r>
          </a:p>
        </p:txBody>
      </p:sp>
      <p:grpSp>
        <p:nvGrpSpPr>
          <p:cNvPr id="14" name="asset:ORG-015"/>
          <p:cNvGrpSpPr/>
          <p:nvPr/>
        </p:nvGrpSpPr>
        <p:grpSpPr>
          <a:xfrm>
            <a:off x="3489807" y="1234440"/>
            <a:ext cx="5212080" cy="3840480"/>
            <a:chOff x="3489807" y="1234440"/>
            <a:chExt cx="5212080" cy="3840480"/>
          </a:xfrm>
        </p:grpSpPr>
        <p:cxnSp>
          <p:nvCxnSpPr>
            <p:cNvPr id="9" name="Connector 8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724247" y="3593592"/>
              <a:ext cx="27432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7242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4674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4898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ORG-016 · 위계 조직도 · 팀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3 (blue)</a:t>
            </a:r>
          </a:p>
        </p:txBody>
      </p:sp>
      <p:grpSp>
        <p:nvGrpSpPr>
          <p:cNvPr id="16" name="asset:ORG-016"/>
          <p:cNvGrpSpPr/>
          <p:nvPr/>
        </p:nvGrpSpPr>
        <p:grpSpPr>
          <a:xfrm>
            <a:off x="2118207" y="1234440"/>
            <a:ext cx="7955280" cy="3840480"/>
            <a:chOff x="2118207" y="1234440"/>
            <a:chExt cx="7955280" cy="3840480"/>
          </a:xfrm>
        </p:grpSpPr>
        <p:cxnSp>
          <p:nvCxnSpPr>
            <p:cNvPr id="10" name="Connector 9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352647" y="3593592"/>
              <a:ext cx="54864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3526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58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8390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1182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8614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6046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ORG-017 · 위계 조직도 · 팀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4 (purple)</a:t>
            </a:r>
          </a:p>
        </p:txBody>
      </p:sp>
      <p:grpSp>
        <p:nvGrpSpPr>
          <p:cNvPr id="18" name="asset:ORG-017"/>
          <p:cNvGrpSpPr/>
          <p:nvPr/>
        </p:nvGrpSpPr>
        <p:grpSpPr>
          <a:xfrm>
            <a:off x="746607" y="1234440"/>
            <a:ext cx="10698480" cy="3840480"/>
            <a:chOff x="746607" y="1234440"/>
            <a:chExt cx="10698480" cy="3840480"/>
          </a:xfrm>
        </p:grpSpPr>
        <p:cxnSp>
          <p:nvCxnSpPr>
            <p:cNvPr id="11" name="Connector 10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981047" y="3593592"/>
              <a:ext cx="82296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9810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7242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4674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02106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466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4898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762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ORG-018 · 위계 조직도 · 팀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5 (ink)</a:t>
            </a:r>
          </a:p>
        </p:txBody>
      </p:sp>
      <p:grpSp>
        <p:nvGrpSpPr>
          <p:cNvPr id="20" name="asset:ORG-018"/>
          <p:cNvGrpSpPr/>
          <p:nvPr/>
        </p:nvGrpSpPr>
        <p:grpSpPr>
          <a:xfrm>
            <a:off x="426567" y="1234440"/>
            <a:ext cx="11338560" cy="3840480"/>
            <a:chOff x="426567" y="1234440"/>
            <a:chExt cx="11338560" cy="384048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450695" y="3593592"/>
              <a:ext cx="9290304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1450695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773271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58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418423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0740999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49143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71719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394295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16871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운영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ORG-019 · 위계 조직도 · 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2 (teal)</a:t>
            </a:r>
          </a:p>
        </p:txBody>
      </p:sp>
      <p:grpSp>
        <p:nvGrpSpPr>
          <p:cNvPr id="14" name="asset:ORG-019"/>
          <p:cNvGrpSpPr/>
          <p:nvPr/>
        </p:nvGrpSpPr>
        <p:grpSpPr>
          <a:xfrm>
            <a:off x="3489807" y="1234440"/>
            <a:ext cx="5212080" cy="3840480"/>
            <a:chOff x="3489807" y="1234440"/>
            <a:chExt cx="5212080" cy="3840480"/>
          </a:xfrm>
        </p:grpSpPr>
        <p:cxnSp>
          <p:nvCxnSpPr>
            <p:cNvPr id="9" name="Connector 8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724247" y="3593592"/>
              <a:ext cx="27432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7242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4674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4898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ORG-020 · 위계 조직도 · 팀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3 (steel)</a:t>
            </a:r>
          </a:p>
        </p:txBody>
      </p:sp>
      <p:grpSp>
        <p:nvGrpSpPr>
          <p:cNvPr id="16" name="asset:ORG-020"/>
          <p:cNvGrpSpPr/>
          <p:nvPr/>
        </p:nvGrpSpPr>
        <p:grpSpPr>
          <a:xfrm>
            <a:off x="2118207" y="1234440"/>
            <a:ext cx="7955280" cy="3840480"/>
            <a:chOff x="2118207" y="1234440"/>
            <a:chExt cx="7955280" cy="3840480"/>
          </a:xfrm>
        </p:grpSpPr>
        <p:cxnSp>
          <p:nvCxnSpPr>
            <p:cNvPr id="10" name="Connector 9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352647" y="3593592"/>
              <a:ext cx="54864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3526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58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8390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1182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8614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6046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ORG-021 · 위계 조직도 · 팀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4 (navy)</a:t>
            </a:r>
          </a:p>
        </p:txBody>
      </p:sp>
      <p:grpSp>
        <p:nvGrpSpPr>
          <p:cNvPr id="18" name="asset:ORG-021"/>
          <p:cNvGrpSpPr/>
          <p:nvPr/>
        </p:nvGrpSpPr>
        <p:grpSpPr>
          <a:xfrm>
            <a:off x="746607" y="1234440"/>
            <a:ext cx="10698480" cy="3840480"/>
            <a:chOff x="746607" y="1234440"/>
            <a:chExt cx="10698480" cy="3840480"/>
          </a:xfrm>
        </p:grpSpPr>
        <p:cxnSp>
          <p:nvCxnSpPr>
            <p:cNvPr id="11" name="Connector 10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981047" y="3593592"/>
              <a:ext cx="82296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9810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7242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4674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02106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466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4898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762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ORG-022 · 위계 조직도 · 팀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5 (blue)</a:t>
            </a:r>
          </a:p>
        </p:txBody>
      </p:sp>
      <p:grpSp>
        <p:nvGrpSpPr>
          <p:cNvPr id="20" name="asset:ORG-022"/>
          <p:cNvGrpSpPr/>
          <p:nvPr/>
        </p:nvGrpSpPr>
        <p:grpSpPr>
          <a:xfrm>
            <a:off x="426567" y="1234440"/>
            <a:ext cx="11338560" cy="3840480"/>
            <a:chOff x="426567" y="1234440"/>
            <a:chExt cx="11338560" cy="384048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450695" y="3593592"/>
              <a:ext cx="9290304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1450695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773271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58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418423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0740999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49143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71719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394295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16871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운영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ORG-023 · 위계 조직도 · 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2 (purple)</a:t>
            </a:r>
          </a:p>
        </p:txBody>
      </p:sp>
      <p:grpSp>
        <p:nvGrpSpPr>
          <p:cNvPr id="14" name="asset:ORG-023"/>
          <p:cNvGrpSpPr/>
          <p:nvPr/>
        </p:nvGrpSpPr>
        <p:grpSpPr>
          <a:xfrm>
            <a:off x="3489807" y="1234440"/>
            <a:ext cx="5212080" cy="3840480"/>
            <a:chOff x="3489807" y="1234440"/>
            <a:chExt cx="5212080" cy="3840480"/>
          </a:xfrm>
        </p:grpSpPr>
        <p:cxnSp>
          <p:nvCxnSpPr>
            <p:cNvPr id="9" name="Connector 8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724247" y="3593592"/>
              <a:ext cx="27432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7242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4674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4898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ORG-024 · 위계 조직도 · 팀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3 (ink)</a:t>
            </a:r>
          </a:p>
        </p:txBody>
      </p:sp>
      <p:grpSp>
        <p:nvGrpSpPr>
          <p:cNvPr id="16" name="asset:ORG-024"/>
          <p:cNvGrpSpPr/>
          <p:nvPr/>
        </p:nvGrpSpPr>
        <p:grpSpPr>
          <a:xfrm>
            <a:off x="2118207" y="1234440"/>
            <a:ext cx="7955280" cy="3840480"/>
            <a:chOff x="2118207" y="1234440"/>
            <a:chExt cx="7955280" cy="3840480"/>
          </a:xfrm>
        </p:grpSpPr>
        <p:cxnSp>
          <p:nvCxnSpPr>
            <p:cNvPr id="10" name="Connector 9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352647" y="3593592"/>
              <a:ext cx="54864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3526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58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8390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1182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8614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6046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ORG-025 · 위계 조직도 · 팀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4 (teal)</a:t>
            </a:r>
          </a:p>
        </p:txBody>
      </p:sp>
      <p:grpSp>
        <p:nvGrpSpPr>
          <p:cNvPr id="18" name="asset:ORG-025"/>
          <p:cNvGrpSpPr/>
          <p:nvPr/>
        </p:nvGrpSpPr>
        <p:grpSpPr>
          <a:xfrm>
            <a:off x="746607" y="1234440"/>
            <a:ext cx="10698480" cy="3840480"/>
            <a:chOff x="746607" y="1234440"/>
            <a:chExt cx="10698480" cy="3840480"/>
          </a:xfrm>
        </p:grpSpPr>
        <p:cxnSp>
          <p:nvCxnSpPr>
            <p:cNvPr id="11" name="Connector 10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981047" y="3593592"/>
              <a:ext cx="82296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9810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7242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4674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02106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466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4898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762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ORG-026 · 위계 조직도 · 팀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5 (steel)</a:t>
            </a:r>
          </a:p>
        </p:txBody>
      </p:sp>
      <p:grpSp>
        <p:nvGrpSpPr>
          <p:cNvPr id="20" name="asset:ORG-026"/>
          <p:cNvGrpSpPr/>
          <p:nvPr/>
        </p:nvGrpSpPr>
        <p:grpSpPr>
          <a:xfrm>
            <a:off x="426567" y="1234440"/>
            <a:ext cx="11338560" cy="3840480"/>
            <a:chOff x="426567" y="1234440"/>
            <a:chExt cx="11338560" cy="384048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450695" y="3593592"/>
              <a:ext cx="9290304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1450695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773271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58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418423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0740999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49143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71719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394295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16871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운영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ORG-027 · 위계 조직도 · 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2 (navy)</a:t>
            </a:r>
          </a:p>
        </p:txBody>
      </p:sp>
      <p:grpSp>
        <p:nvGrpSpPr>
          <p:cNvPr id="14" name="asset:ORG-027"/>
          <p:cNvGrpSpPr/>
          <p:nvPr/>
        </p:nvGrpSpPr>
        <p:grpSpPr>
          <a:xfrm>
            <a:off x="3489807" y="1234440"/>
            <a:ext cx="5212080" cy="3840480"/>
            <a:chOff x="3489807" y="1234440"/>
            <a:chExt cx="5212080" cy="3840480"/>
          </a:xfrm>
        </p:grpSpPr>
        <p:cxnSp>
          <p:nvCxnSpPr>
            <p:cNvPr id="9" name="Connector 8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724247" y="3593592"/>
              <a:ext cx="27432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7242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4674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4898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ORG-028 · 위계 조직도 · 팀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3 (blue)</a:t>
            </a:r>
          </a:p>
        </p:txBody>
      </p:sp>
      <p:grpSp>
        <p:nvGrpSpPr>
          <p:cNvPr id="16" name="asset:ORG-028"/>
          <p:cNvGrpSpPr/>
          <p:nvPr/>
        </p:nvGrpSpPr>
        <p:grpSpPr>
          <a:xfrm>
            <a:off x="2118207" y="1234440"/>
            <a:ext cx="7955280" cy="3840480"/>
            <a:chOff x="2118207" y="1234440"/>
            <a:chExt cx="7955280" cy="3840480"/>
          </a:xfrm>
        </p:grpSpPr>
        <p:cxnSp>
          <p:nvCxnSpPr>
            <p:cNvPr id="10" name="Connector 9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352647" y="3593592"/>
              <a:ext cx="54864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3526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58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8390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1182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8614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6046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ORG-029 · 위계 조직도 · 팀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4 (purple)</a:t>
            </a:r>
          </a:p>
        </p:txBody>
      </p:sp>
      <p:grpSp>
        <p:nvGrpSpPr>
          <p:cNvPr id="18" name="asset:ORG-029"/>
          <p:cNvGrpSpPr/>
          <p:nvPr/>
        </p:nvGrpSpPr>
        <p:grpSpPr>
          <a:xfrm>
            <a:off x="746607" y="1234440"/>
            <a:ext cx="10698480" cy="3840480"/>
            <a:chOff x="746607" y="1234440"/>
            <a:chExt cx="10698480" cy="3840480"/>
          </a:xfrm>
        </p:grpSpPr>
        <p:cxnSp>
          <p:nvCxnSpPr>
            <p:cNvPr id="11" name="Connector 10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981047" y="3593592"/>
              <a:ext cx="822960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9810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7242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4674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02106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466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4898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76207" y="4160520"/>
              <a:ext cx="2468880" cy="91440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ORG-030 · 위계 조직도 · 팀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위계 조직도 · 팀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발주기관 → 총괄PM → 실행팀 5 (ink)</a:t>
            </a:r>
          </a:p>
        </p:txBody>
      </p:sp>
      <p:grpSp>
        <p:nvGrpSpPr>
          <p:cNvPr id="20" name="asset:ORG-030"/>
          <p:cNvGrpSpPr/>
          <p:nvPr/>
        </p:nvGrpSpPr>
        <p:grpSpPr>
          <a:xfrm>
            <a:off x="426567" y="1234440"/>
            <a:ext cx="11338560" cy="3840480"/>
            <a:chOff x="426567" y="1234440"/>
            <a:chExt cx="11338560" cy="384048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1892808"/>
              <a:ext cx="0" cy="71323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9048" y="3209544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450695" y="3593592"/>
              <a:ext cx="9290304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1450695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773271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5847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418423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0740999" y="3593592"/>
              <a:ext cx="0" cy="56692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7448" y="2606040"/>
              <a:ext cx="27432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49143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71719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394295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16871" y="4160520"/>
              <a:ext cx="2048256" cy="91440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운영팀</a:t>
              </a:r>
            </a:p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운영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