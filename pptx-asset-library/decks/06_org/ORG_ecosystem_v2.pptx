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ORG-011 · 파트너 생태계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계층별(1~3계층) 파트너군 협력 구조</a:t>
            </a:r>
          </a:p>
        </p:txBody>
      </p:sp>
      <p:grpSp>
        <p:nvGrpSpPr>
          <p:cNvPr id="23" name="asset:ORG-011"/>
          <p:cNvGrpSpPr/>
          <p:nvPr/>
        </p:nvGrpSpPr>
        <p:grpSpPr>
          <a:xfrm>
            <a:off x="548640" y="868680"/>
            <a:ext cx="11109960" cy="5486400"/>
            <a:chOff x="548640" y="868680"/>
            <a:chExt cx="11109960" cy="5486400"/>
          </a:xfrm>
        </p:grpSpPr>
        <p:cxnSp>
          <p:nvCxnSpPr>
            <p:cNvPr id="20" name="Connector 19"/>
            <p:cNvCxnSpPr/>
            <p:nvPr/>
          </p:nvCxnSpPr>
          <p:spPr>
            <a:xfrm flipH="1" flipV="1">
              <a:off x="6080759" y="1577340"/>
              <a:ext cx="18289" cy="1943099"/>
            </a:xfrm>
            <a:prstGeom prst="line">
              <a:avLst/>
            </a:prstGeom>
            <a:ln w="22225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2446020" y="3520439"/>
              <a:ext cx="3653028" cy="1965961"/>
            </a:xfrm>
            <a:prstGeom prst="line">
              <a:avLst/>
            </a:prstGeom>
            <a:ln w="22225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6099048" y="3520439"/>
              <a:ext cx="3662172" cy="1965961"/>
            </a:xfrm>
            <a:prstGeom prst="line">
              <a:avLst/>
            </a:prstGeom>
            <a:ln w="22225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41732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73736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0" y="4617720"/>
              <a:ext cx="3794760" cy="173736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63840" y="4617720"/>
              <a:ext cx="3794760" cy="38404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3계층 · 협력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99031"/>
              <a:ext cx="1440180" cy="73152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99031"/>
              <a:ext cx="1440180" cy="73152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메이저 배급사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48072"/>
              <a:ext cx="1082040" cy="105156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48072"/>
              <a:ext cx="1082040" cy="105156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대행사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48072"/>
              <a:ext cx="1082040" cy="105156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전문 번역사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001000" y="5148072"/>
              <a:ext cx="1082040" cy="105156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220200" y="5148072"/>
              <a:ext cx="1082040" cy="105156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439400" y="5148072"/>
              <a:ext cx="1082040" cy="105156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분석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8016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K-콘텐츠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플랫폼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ORG-012 · 위원회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3 운영 체계</a:t>
            </a:r>
          </a:p>
        </p:txBody>
      </p:sp>
      <p:grpSp>
        <p:nvGrpSpPr>
          <p:cNvPr id="22" name="asset:ORG-012"/>
          <p:cNvGrpSpPr/>
          <p:nvPr/>
        </p:nvGrpSpPr>
        <p:grpSpPr>
          <a:xfrm>
            <a:off x="1051560" y="1051560"/>
            <a:ext cx="10085832" cy="4114800"/>
            <a:chOff x="1051560" y="1051560"/>
            <a:chExt cx="10085832" cy="4114800"/>
          </a:xfrm>
        </p:grpSpPr>
        <p:cxnSp>
          <p:nvCxnSpPr>
            <p:cNvPr id="7" name="Connector 6"/>
            <p:cNvCxnSpPr/>
            <p:nvPr/>
          </p:nvCxnSpPr>
          <p:spPr>
            <a:xfrm>
              <a:off x="7269480" y="1380743"/>
              <a:ext cx="1600200" cy="1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103620" y="1709928"/>
              <a:ext cx="0" cy="4572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2514600" y="2167128"/>
              <a:ext cx="7159752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514600" y="2167128"/>
              <a:ext cx="0" cy="530352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96304" y="2167128"/>
              <a:ext cx="0" cy="530352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674352" y="2167128"/>
              <a:ext cx="0" cy="530352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514600" y="3319272"/>
              <a:ext cx="0" cy="155448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96304" y="3319272"/>
              <a:ext cx="0" cy="155448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9674352" y="3319272"/>
              <a:ext cx="0" cy="155448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051560"/>
              <a:ext cx="2331720" cy="658368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869680" y="1097280"/>
              <a:ext cx="1920240" cy="566928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51560" y="2697480"/>
              <a:ext cx="2926080" cy="621792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633264" y="2697480"/>
              <a:ext cx="2926080" cy="621792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11312" y="2697480"/>
              <a:ext cx="2926080" cy="621792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분과위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051560" y="3474720"/>
              <a:ext cx="2926080" cy="169164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633264" y="3474720"/>
              <a:ext cx="2926080" cy="169164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211312" y="3474720"/>
              <a:ext cx="2926080" cy="169164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운영 점검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예산·일정 조정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평가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ORG-014 · 에스컬레이션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상향(escalation) 흐름</a:t>
            </a:r>
          </a:p>
        </p:txBody>
      </p:sp>
      <p:grpSp>
        <p:nvGrpSpPr>
          <p:cNvPr id="17" name="asset:ORG-014"/>
          <p:cNvGrpSpPr/>
          <p:nvPr/>
        </p:nvGrpSpPr>
        <p:grpSpPr>
          <a:xfrm>
            <a:off x="1051560" y="2057400"/>
            <a:ext cx="10378439" cy="4160520"/>
            <a:chOff x="1051560" y="2057400"/>
            <a:chExt cx="10378439" cy="4160520"/>
          </a:xfrm>
        </p:grpSpPr>
        <p:cxnSp>
          <p:nvCxnSpPr>
            <p:cNvPr id="13" name="Connector 12"/>
            <p:cNvCxnSpPr/>
            <p:nvPr/>
          </p:nvCxnSpPr>
          <p:spPr>
            <a:xfrm flipV="1">
              <a:off x="5440679" y="5047488"/>
              <a:ext cx="0" cy="347472"/>
            </a:xfrm>
            <a:prstGeom prst="line">
              <a:avLst/>
            </a:prstGeom>
            <a:ln w="28575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V="1">
              <a:off x="5440679" y="3950208"/>
              <a:ext cx="0" cy="347472"/>
            </a:xfrm>
            <a:prstGeom prst="line">
              <a:avLst/>
            </a:prstGeom>
            <a:ln w="28575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V="1">
              <a:off x="5440679" y="2852927"/>
              <a:ext cx="0" cy="347473"/>
            </a:xfrm>
            <a:prstGeom prst="line">
              <a:avLst/>
            </a:prstGeom>
            <a:ln w="28575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394960"/>
              <a:ext cx="4846320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297680"/>
              <a:ext cx="4846320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200400"/>
              <a:ext cx="4846320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17520" y="2103120"/>
              <a:ext cx="4846320" cy="74980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· 운영위원회 대응</a:t>
              </a:r>
            </a:p>
          </p:txBody>
        </p:sp>
        <p:sp>
          <p:nvSpPr>
            <p:cNvPr id="16" name="Up Arrow 15"/>
            <p:cNvSpPr/>
            <p:nvPr/>
          </p:nvSpPr>
          <p:spPr>
            <a:xfrm>
              <a:off x="1051560" y="2057400"/>
              <a:ext cx="1234440" cy="4160520"/>
            </a:xfrm>
            <a:prstGeom prst="up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449824"/>
              <a:ext cx="3246120" cy="640080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대응시간 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352544"/>
              <a:ext cx="3246120" cy="640080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시 · 자원 재배치 결정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255264"/>
              <a:ext cx="3246120" cy="640080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시 · 범위·일정 조정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83879" y="2157984"/>
              <a:ext cx="3246120" cy="640080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중대 이슈 · 계약·정책 의사결정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