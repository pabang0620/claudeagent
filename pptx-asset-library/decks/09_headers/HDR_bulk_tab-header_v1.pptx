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asset:HDR-199"/>
          <p:cNvGrpSpPr/>
          <p:nvPr/>
        </p:nvGrpSpPr>
        <p:grpSpPr>
          <a:xfrm>
            <a:off x="1097280" y="1005840"/>
            <a:ext cx="5980176" cy="521208"/>
            <a:chOff x="1097280" y="1005840"/>
            <a:chExt cx="5980176" cy="521208"/>
          </a:xfrm>
        </p:grpSpPr>
        <p:sp>
          <p:nvSpPr>
            <p:cNvPr id="2" name="Round Same Side Corner Rectangle 1"/>
            <p:cNvSpPr/>
            <p:nvPr/>
          </p:nvSpPr>
          <p:spPr>
            <a:xfrm>
              <a:off x="1097280" y="100584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전략</a:t>
              </a:r>
            </a:p>
          </p:txBody>
        </p:sp>
        <p:sp>
          <p:nvSpPr>
            <p:cNvPr id="3" name="Round Same Side Corner Rectangle 2"/>
            <p:cNvSpPr/>
            <p:nvPr/>
          </p:nvSpPr>
          <p:spPr>
            <a:xfrm>
              <a:off x="3127248" y="100584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체계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157216" y="100584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481328"/>
              <a:ext cx="5980176" cy="45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HDR-199~ · 탭 헤더 세트</a:t>
            </a:r>
          </a:p>
        </p:txBody>
      </p:sp>
      <p:grpSp>
        <p:nvGrpSpPr>
          <p:cNvPr id="12" name="asset:HDR-200"/>
          <p:cNvGrpSpPr/>
          <p:nvPr/>
        </p:nvGrpSpPr>
        <p:grpSpPr>
          <a:xfrm>
            <a:off x="1097280" y="2057400"/>
            <a:ext cx="5980176" cy="521208"/>
            <a:chOff x="1097280" y="2057400"/>
            <a:chExt cx="5980176" cy="521208"/>
          </a:xfrm>
        </p:grpSpPr>
        <p:sp>
          <p:nvSpPr>
            <p:cNvPr id="8" name="Round Same Side Corner Rectangle 7"/>
            <p:cNvSpPr/>
            <p:nvPr/>
          </p:nvSpPr>
          <p:spPr>
            <a:xfrm>
              <a:off x="1097280" y="205740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전략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3127248" y="205740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체계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5157216" y="205740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097280" y="2532888"/>
              <a:ext cx="5980176" cy="45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