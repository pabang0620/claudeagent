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asset:HDR-067"/>
          <p:cNvGrpSpPr/>
          <p:nvPr/>
        </p:nvGrpSpPr>
        <p:grpSpPr>
          <a:xfrm>
            <a:off x="914400" y="1737360"/>
            <a:ext cx="1828800" cy="502920"/>
            <a:chOff x="914400" y="1737360"/>
            <a:chExt cx="1828800" cy="502920"/>
          </a:xfrm>
        </p:grpSpPr>
        <p:sp>
          <p:nvSpPr>
            <p:cNvPr id="2" name="Round Same Side Corner Rectangle 1"/>
            <p:cNvSpPr/>
            <p:nvPr/>
          </p:nvSpPr>
          <p:spPr>
            <a:xfrm>
              <a:off x="914400" y="173736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14400" y="2194560"/>
              <a:ext cx="1828800" cy="45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HDR-067~ · 탭 스타일 라벨</a:t>
            </a:r>
          </a:p>
        </p:txBody>
      </p:sp>
      <p:grpSp>
        <p:nvGrpSpPr>
          <p:cNvPr id="8" name="asset:HDR-068"/>
          <p:cNvGrpSpPr/>
          <p:nvPr/>
        </p:nvGrpSpPr>
        <p:grpSpPr>
          <a:xfrm>
            <a:off x="4572000" y="1737360"/>
            <a:ext cx="1828800" cy="502920"/>
            <a:chOff x="4572000" y="1737360"/>
            <a:chExt cx="1828800" cy="502920"/>
          </a:xfrm>
        </p:grpSpPr>
        <p:sp>
          <p:nvSpPr>
            <p:cNvPr id="6" name="Round Same Side Corner Rectangle 5"/>
            <p:cNvSpPr/>
            <p:nvPr/>
          </p:nvSpPr>
          <p:spPr>
            <a:xfrm>
              <a:off x="4572000" y="173736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0" y="2194560"/>
              <a:ext cx="1828800" cy="45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asset:HDR-069"/>
          <p:cNvGrpSpPr/>
          <p:nvPr/>
        </p:nvGrpSpPr>
        <p:grpSpPr>
          <a:xfrm>
            <a:off x="8229600" y="1737360"/>
            <a:ext cx="1828800" cy="502920"/>
            <a:chOff x="8229600" y="1737360"/>
            <a:chExt cx="1828800" cy="502920"/>
          </a:xfrm>
        </p:grpSpPr>
        <p:sp>
          <p:nvSpPr>
            <p:cNvPr id="9" name="Round Same Side Corner Rectangle 8"/>
            <p:cNvSpPr/>
            <p:nvPr/>
          </p:nvSpPr>
          <p:spPr>
            <a:xfrm>
              <a:off x="8229600" y="173736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29600" y="2194560"/>
              <a:ext cx="1828800" cy="4572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asset:HDR-070"/>
          <p:cNvGrpSpPr/>
          <p:nvPr/>
        </p:nvGrpSpPr>
        <p:grpSpPr>
          <a:xfrm>
            <a:off x="914400" y="3200400"/>
            <a:ext cx="1828800" cy="502920"/>
            <a:chOff x="914400" y="3200400"/>
            <a:chExt cx="1828800" cy="502920"/>
          </a:xfrm>
        </p:grpSpPr>
        <p:sp>
          <p:nvSpPr>
            <p:cNvPr id="12" name="Round Same Side Corner Rectangle 11"/>
            <p:cNvSpPr/>
            <p:nvPr/>
          </p:nvSpPr>
          <p:spPr>
            <a:xfrm>
              <a:off x="914400" y="320040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" y="3657600"/>
              <a:ext cx="1828800" cy="4572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asset:HDR-071"/>
          <p:cNvGrpSpPr/>
          <p:nvPr/>
        </p:nvGrpSpPr>
        <p:grpSpPr>
          <a:xfrm>
            <a:off x="4572000" y="3200400"/>
            <a:ext cx="1828800" cy="502920"/>
            <a:chOff x="4572000" y="3200400"/>
            <a:chExt cx="1828800" cy="502920"/>
          </a:xfrm>
        </p:grpSpPr>
        <p:sp>
          <p:nvSpPr>
            <p:cNvPr id="15" name="Round Same Side Corner Rectangle 14"/>
            <p:cNvSpPr/>
            <p:nvPr/>
          </p:nvSpPr>
          <p:spPr>
            <a:xfrm>
              <a:off x="4572000" y="320040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572000" y="3657600"/>
              <a:ext cx="1828800" cy="457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asset:HDR-072"/>
          <p:cNvGrpSpPr/>
          <p:nvPr/>
        </p:nvGrpSpPr>
        <p:grpSpPr>
          <a:xfrm>
            <a:off x="8229600" y="3200400"/>
            <a:ext cx="1828800" cy="502920"/>
            <a:chOff x="8229600" y="3200400"/>
            <a:chExt cx="1828800" cy="502920"/>
          </a:xfrm>
        </p:grpSpPr>
        <p:sp>
          <p:nvSpPr>
            <p:cNvPr id="18" name="Round Same Side Corner Rectangle 17"/>
            <p:cNvSpPr/>
            <p:nvPr/>
          </p:nvSpPr>
          <p:spPr>
            <a:xfrm>
              <a:off x="8229600" y="320040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229600" y="3657600"/>
              <a:ext cx="1828800" cy="4572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asset:HDR-073"/>
          <p:cNvGrpSpPr/>
          <p:nvPr/>
        </p:nvGrpSpPr>
        <p:grpSpPr>
          <a:xfrm>
            <a:off x="914400" y="1737360"/>
            <a:ext cx="1828800" cy="502920"/>
            <a:chOff x="914400" y="1737360"/>
            <a:chExt cx="1828800" cy="502920"/>
          </a:xfrm>
        </p:grpSpPr>
        <p:sp>
          <p:nvSpPr>
            <p:cNvPr id="2" name="Round Same Side Corner Rectangle 1"/>
            <p:cNvSpPr/>
            <p:nvPr/>
          </p:nvSpPr>
          <p:spPr>
            <a:xfrm>
              <a:off x="914400" y="173736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방향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14400" y="2194560"/>
              <a:ext cx="1828800" cy="45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HDR-073~ · 탭 스타일 라벨</a:t>
            </a:r>
          </a:p>
        </p:txBody>
      </p:sp>
      <p:grpSp>
        <p:nvGrpSpPr>
          <p:cNvPr id="8" name="asset:HDR-074"/>
          <p:cNvGrpSpPr/>
          <p:nvPr/>
        </p:nvGrpSpPr>
        <p:grpSpPr>
          <a:xfrm>
            <a:off x="4572000" y="1737360"/>
            <a:ext cx="1828800" cy="502920"/>
            <a:chOff x="4572000" y="1737360"/>
            <a:chExt cx="1828800" cy="502920"/>
          </a:xfrm>
        </p:grpSpPr>
        <p:sp>
          <p:nvSpPr>
            <p:cNvPr id="6" name="Round Same Side Corner Rectangle 5"/>
            <p:cNvSpPr/>
            <p:nvPr/>
          </p:nvSpPr>
          <p:spPr>
            <a:xfrm>
              <a:off x="4572000" y="173736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방향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0" y="2194560"/>
              <a:ext cx="1828800" cy="45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asset:HDR-075"/>
          <p:cNvGrpSpPr/>
          <p:nvPr/>
        </p:nvGrpSpPr>
        <p:grpSpPr>
          <a:xfrm>
            <a:off x="8229600" y="1737360"/>
            <a:ext cx="1828800" cy="502920"/>
            <a:chOff x="8229600" y="1737360"/>
            <a:chExt cx="1828800" cy="502920"/>
          </a:xfrm>
        </p:grpSpPr>
        <p:sp>
          <p:nvSpPr>
            <p:cNvPr id="9" name="Round Same Side Corner Rectangle 8"/>
            <p:cNvSpPr/>
            <p:nvPr/>
          </p:nvSpPr>
          <p:spPr>
            <a:xfrm>
              <a:off x="8229600" y="173736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방향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29600" y="2194560"/>
              <a:ext cx="1828800" cy="4572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asset:HDR-076"/>
          <p:cNvGrpSpPr/>
          <p:nvPr/>
        </p:nvGrpSpPr>
        <p:grpSpPr>
          <a:xfrm>
            <a:off x="914400" y="3200400"/>
            <a:ext cx="1828800" cy="502920"/>
            <a:chOff x="914400" y="3200400"/>
            <a:chExt cx="1828800" cy="502920"/>
          </a:xfrm>
        </p:grpSpPr>
        <p:sp>
          <p:nvSpPr>
            <p:cNvPr id="12" name="Round Same Side Corner Rectangle 11"/>
            <p:cNvSpPr/>
            <p:nvPr/>
          </p:nvSpPr>
          <p:spPr>
            <a:xfrm>
              <a:off x="914400" y="320040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방향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00" y="3657600"/>
              <a:ext cx="1828800" cy="4572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asset:HDR-077"/>
          <p:cNvGrpSpPr/>
          <p:nvPr/>
        </p:nvGrpSpPr>
        <p:grpSpPr>
          <a:xfrm>
            <a:off x="4572000" y="3200400"/>
            <a:ext cx="1828800" cy="502920"/>
            <a:chOff x="4572000" y="3200400"/>
            <a:chExt cx="1828800" cy="502920"/>
          </a:xfrm>
        </p:grpSpPr>
        <p:sp>
          <p:nvSpPr>
            <p:cNvPr id="15" name="Round Same Side Corner Rectangle 14"/>
            <p:cNvSpPr/>
            <p:nvPr/>
          </p:nvSpPr>
          <p:spPr>
            <a:xfrm>
              <a:off x="4572000" y="320040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방향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572000" y="3657600"/>
              <a:ext cx="1828800" cy="457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asset:HDR-078"/>
          <p:cNvGrpSpPr/>
          <p:nvPr/>
        </p:nvGrpSpPr>
        <p:grpSpPr>
          <a:xfrm>
            <a:off x="8229600" y="3200400"/>
            <a:ext cx="1828800" cy="502920"/>
            <a:chOff x="8229600" y="3200400"/>
            <a:chExt cx="1828800" cy="502920"/>
          </a:xfrm>
        </p:grpSpPr>
        <p:sp>
          <p:nvSpPr>
            <p:cNvPr id="18" name="Round Same Side Corner Rectangle 17"/>
            <p:cNvSpPr/>
            <p:nvPr/>
          </p:nvSpPr>
          <p:spPr>
            <a:xfrm>
              <a:off x="8229600" y="320040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방향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229600" y="3657600"/>
              <a:ext cx="1828800" cy="4572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