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asset:HDR-025"/>
          <p:cNvGrpSpPr/>
          <p:nvPr/>
        </p:nvGrpSpPr>
        <p:grpSpPr>
          <a:xfrm>
            <a:off x="822960" y="868680"/>
            <a:ext cx="4206239" cy="548640"/>
            <a:chOff x="822960" y="868680"/>
            <a:chExt cx="4206239" cy="548640"/>
          </a:xfrm>
        </p:grpSpPr>
        <p:sp>
          <p:nvSpPr>
            <p:cNvPr id="2" name="Rectangle 1"/>
            <p:cNvSpPr/>
            <p:nvPr/>
          </p:nvSpPr>
          <p:spPr>
            <a:xfrm>
              <a:off x="822960" y="868680"/>
              <a:ext cx="548640" cy="5486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1371600" y="8686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사업추진 전략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HDR-025~ · 섹션 번호 pill</a:t>
            </a:r>
          </a:p>
        </p:txBody>
      </p:sp>
      <p:grpSp>
        <p:nvGrpSpPr>
          <p:cNvPr id="8" name="asset:HDR-026"/>
          <p:cNvGrpSpPr/>
          <p:nvPr/>
        </p:nvGrpSpPr>
        <p:grpSpPr>
          <a:xfrm>
            <a:off x="822960" y="1783080"/>
            <a:ext cx="4206239" cy="548640"/>
            <a:chOff x="822960" y="1783080"/>
            <a:chExt cx="4206239" cy="548640"/>
          </a:xfrm>
        </p:grpSpPr>
        <p:sp>
          <p:nvSpPr>
            <p:cNvPr id="6" name="Rectangle 5"/>
            <p:cNvSpPr/>
            <p:nvPr/>
          </p:nvSpPr>
          <p:spPr>
            <a:xfrm>
              <a:off x="822960" y="1783080"/>
              <a:ext cx="548640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371600" y="17830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사업추진 전략</a:t>
              </a:r>
            </a:p>
          </p:txBody>
        </p:sp>
      </p:grpSp>
      <p:grpSp>
        <p:nvGrpSpPr>
          <p:cNvPr id="11" name="asset:HDR-027"/>
          <p:cNvGrpSpPr/>
          <p:nvPr/>
        </p:nvGrpSpPr>
        <p:grpSpPr>
          <a:xfrm>
            <a:off x="822960" y="2697480"/>
            <a:ext cx="4206239" cy="548640"/>
            <a:chOff x="822960" y="2697480"/>
            <a:chExt cx="4206239" cy="548640"/>
          </a:xfrm>
        </p:grpSpPr>
        <p:sp>
          <p:nvSpPr>
            <p:cNvPr id="9" name="Rectangle 8"/>
            <p:cNvSpPr/>
            <p:nvPr/>
          </p:nvSpPr>
          <p:spPr>
            <a:xfrm>
              <a:off x="822960" y="2697480"/>
              <a:ext cx="548640" cy="5486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71600" y="26974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사업추진 전략</a:t>
              </a:r>
            </a:p>
          </p:txBody>
        </p:sp>
      </p:grpSp>
      <p:grpSp>
        <p:nvGrpSpPr>
          <p:cNvPr id="14" name="asset:HDR-028"/>
          <p:cNvGrpSpPr/>
          <p:nvPr/>
        </p:nvGrpSpPr>
        <p:grpSpPr>
          <a:xfrm>
            <a:off x="822960" y="3611880"/>
            <a:ext cx="4206239" cy="548640"/>
            <a:chOff x="822960" y="3611880"/>
            <a:chExt cx="4206239" cy="548640"/>
          </a:xfrm>
        </p:grpSpPr>
        <p:sp>
          <p:nvSpPr>
            <p:cNvPr id="12" name="Rectangle 11"/>
            <p:cNvSpPr/>
            <p:nvPr/>
          </p:nvSpPr>
          <p:spPr>
            <a:xfrm>
              <a:off x="822960" y="3611880"/>
              <a:ext cx="548640" cy="54864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71600" y="36118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사업추진 전략</a:t>
              </a:r>
            </a:p>
          </p:txBody>
        </p:sp>
      </p:grpSp>
      <p:grpSp>
        <p:nvGrpSpPr>
          <p:cNvPr id="17" name="asset:HDR-029"/>
          <p:cNvGrpSpPr/>
          <p:nvPr/>
        </p:nvGrpSpPr>
        <p:grpSpPr>
          <a:xfrm>
            <a:off x="822960" y="4526280"/>
            <a:ext cx="4206239" cy="548640"/>
            <a:chOff x="822960" y="4526280"/>
            <a:chExt cx="4206239" cy="548640"/>
          </a:xfrm>
        </p:grpSpPr>
        <p:sp>
          <p:nvSpPr>
            <p:cNvPr id="15" name="Rectangle 14"/>
            <p:cNvSpPr/>
            <p:nvPr/>
          </p:nvSpPr>
          <p:spPr>
            <a:xfrm>
              <a:off x="822960" y="4526280"/>
              <a:ext cx="548640" cy="5486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371600" y="45262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사업추진 전략</a:t>
              </a:r>
            </a:p>
          </p:txBody>
        </p:sp>
      </p:grpSp>
      <p:grpSp>
        <p:nvGrpSpPr>
          <p:cNvPr id="20" name="asset:HDR-030"/>
          <p:cNvGrpSpPr/>
          <p:nvPr/>
        </p:nvGrpSpPr>
        <p:grpSpPr>
          <a:xfrm>
            <a:off x="822960" y="5440680"/>
            <a:ext cx="4206239" cy="548640"/>
            <a:chOff x="822960" y="5440680"/>
            <a:chExt cx="4206239" cy="548640"/>
          </a:xfrm>
        </p:grpSpPr>
        <p:sp>
          <p:nvSpPr>
            <p:cNvPr id="18" name="Rectangle 17"/>
            <p:cNvSpPr/>
            <p:nvPr/>
          </p:nvSpPr>
          <p:spPr>
            <a:xfrm>
              <a:off x="822960" y="5440680"/>
              <a:ext cx="548640" cy="54864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71600" y="54406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사업추진 전략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asset:HDR-031"/>
          <p:cNvGrpSpPr/>
          <p:nvPr/>
        </p:nvGrpSpPr>
        <p:grpSpPr>
          <a:xfrm>
            <a:off x="822960" y="868680"/>
            <a:ext cx="4206239" cy="548640"/>
            <a:chOff x="822960" y="868680"/>
            <a:chExt cx="4206239" cy="548640"/>
          </a:xfrm>
        </p:grpSpPr>
        <p:sp>
          <p:nvSpPr>
            <p:cNvPr id="2" name="Rectangle 1"/>
            <p:cNvSpPr/>
            <p:nvPr/>
          </p:nvSpPr>
          <p:spPr>
            <a:xfrm>
              <a:off x="822960" y="868680"/>
              <a:ext cx="548640" cy="5486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1371600" y="8686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체계 및 조직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HDR-031~ · 섹션 번호 pill</a:t>
            </a:r>
          </a:p>
        </p:txBody>
      </p:sp>
      <p:grpSp>
        <p:nvGrpSpPr>
          <p:cNvPr id="8" name="asset:HDR-032"/>
          <p:cNvGrpSpPr/>
          <p:nvPr/>
        </p:nvGrpSpPr>
        <p:grpSpPr>
          <a:xfrm>
            <a:off x="822960" y="1783080"/>
            <a:ext cx="4206239" cy="548640"/>
            <a:chOff x="822960" y="1783080"/>
            <a:chExt cx="4206239" cy="548640"/>
          </a:xfrm>
        </p:grpSpPr>
        <p:sp>
          <p:nvSpPr>
            <p:cNvPr id="6" name="Rectangle 5"/>
            <p:cNvSpPr/>
            <p:nvPr/>
          </p:nvSpPr>
          <p:spPr>
            <a:xfrm>
              <a:off x="822960" y="1783080"/>
              <a:ext cx="548640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371600" y="17830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체계 및 조직</a:t>
              </a:r>
            </a:p>
          </p:txBody>
        </p:sp>
      </p:grpSp>
      <p:grpSp>
        <p:nvGrpSpPr>
          <p:cNvPr id="11" name="asset:HDR-033"/>
          <p:cNvGrpSpPr/>
          <p:nvPr/>
        </p:nvGrpSpPr>
        <p:grpSpPr>
          <a:xfrm>
            <a:off x="822960" y="2697480"/>
            <a:ext cx="4206239" cy="548640"/>
            <a:chOff x="822960" y="2697480"/>
            <a:chExt cx="4206239" cy="548640"/>
          </a:xfrm>
        </p:grpSpPr>
        <p:sp>
          <p:nvSpPr>
            <p:cNvPr id="9" name="Rectangle 8"/>
            <p:cNvSpPr/>
            <p:nvPr/>
          </p:nvSpPr>
          <p:spPr>
            <a:xfrm>
              <a:off x="822960" y="2697480"/>
              <a:ext cx="548640" cy="5486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71600" y="26974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체계 및 조직</a:t>
              </a:r>
            </a:p>
          </p:txBody>
        </p:sp>
      </p:grpSp>
      <p:grpSp>
        <p:nvGrpSpPr>
          <p:cNvPr id="14" name="asset:HDR-034"/>
          <p:cNvGrpSpPr/>
          <p:nvPr/>
        </p:nvGrpSpPr>
        <p:grpSpPr>
          <a:xfrm>
            <a:off x="822960" y="3611880"/>
            <a:ext cx="4206239" cy="548640"/>
            <a:chOff x="822960" y="3611880"/>
            <a:chExt cx="4206239" cy="548640"/>
          </a:xfrm>
        </p:grpSpPr>
        <p:sp>
          <p:nvSpPr>
            <p:cNvPr id="12" name="Rectangle 11"/>
            <p:cNvSpPr/>
            <p:nvPr/>
          </p:nvSpPr>
          <p:spPr>
            <a:xfrm>
              <a:off x="822960" y="3611880"/>
              <a:ext cx="548640" cy="54864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71600" y="36118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체계 및 조직</a:t>
              </a:r>
            </a:p>
          </p:txBody>
        </p:sp>
      </p:grpSp>
      <p:grpSp>
        <p:nvGrpSpPr>
          <p:cNvPr id="17" name="asset:HDR-035"/>
          <p:cNvGrpSpPr/>
          <p:nvPr/>
        </p:nvGrpSpPr>
        <p:grpSpPr>
          <a:xfrm>
            <a:off x="822960" y="4526280"/>
            <a:ext cx="4206239" cy="548640"/>
            <a:chOff x="822960" y="4526280"/>
            <a:chExt cx="4206239" cy="548640"/>
          </a:xfrm>
        </p:grpSpPr>
        <p:sp>
          <p:nvSpPr>
            <p:cNvPr id="15" name="Rectangle 14"/>
            <p:cNvSpPr/>
            <p:nvPr/>
          </p:nvSpPr>
          <p:spPr>
            <a:xfrm>
              <a:off x="822960" y="4526280"/>
              <a:ext cx="548640" cy="5486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371600" y="45262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체계 및 조직</a:t>
              </a:r>
            </a:p>
          </p:txBody>
        </p:sp>
      </p:grpSp>
      <p:grpSp>
        <p:nvGrpSpPr>
          <p:cNvPr id="20" name="asset:HDR-036"/>
          <p:cNvGrpSpPr/>
          <p:nvPr/>
        </p:nvGrpSpPr>
        <p:grpSpPr>
          <a:xfrm>
            <a:off x="822960" y="5440680"/>
            <a:ext cx="4206239" cy="548640"/>
            <a:chOff x="822960" y="5440680"/>
            <a:chExt cx="4206239" cy="548640"/>
          </a:xfrm>
        </p:grpSpPr>
        <p:sp>
          <p:nvSpPr>
            <p:cNvPr id="18" name="Rectangle 17"/>
            <p:cNvSpPr/>
            <p:nvPr/>
          </p:nvSpPr>
          <p:spPr>
            <a:xfrm>
              <a:off x="822960" y="5440680"/>
              <a:ext cx="548640" cy="54864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71600" y="54406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체계 및 조직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asset:HDR-037"/>
          <p:cNvGrpSpPr/>
          <p:nvPr/>
        </p:nvGrpSpPr>
        <p:grpSpPr>
          <a:xfrm>
            <a:off x="822960" y="868680"/>
            <a:ext cx="4206239" cy="548640"/>
            <a:chOff x="822960" y="868680"/>
            <a:chExt cx="4206239" cy="548640"/>
          </a:xfrm>
        </p:grpSpPr>
        <p:sp>
          <p:nvSpPr>
            <p:cNvPr id="2" name="Rectangle 1"/>
            <p:cNvSpPr/>
            <p:nvPr/>
          </p:nvSpPr>
          <p:spPr>
            <a:xfrm>
              <a:off x="822960" y="868680"/>
              <a:ext cx="548640" cy="5486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1371600" y="8686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활용방안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HDR-037~ · 섹션 번호 pill</a:t>
            </a:r>
          </a:p>
        </p:txBody>
      </p:sp>
      <p:grpSp>
        <p:nvGrpSpPr>
          <p:cNvPr id="8" name="asset:HDR-038"/>
          <p:cNvGrpSpPr/>
          <p:nvPr/>
        </p:nvGrpSpPr>
        <p:grpSpPr>
          <a:xfrm>
            <a:off x="822960" y="1783080"/>
            <a:ext cx="4206239" cy="548640"/>
            <a:chOff x="822960" y="1783080"/>
            <a:chExt cx="4206239" cy="548640"/>
          </a:xfrm>
        </p:grpSpPr>
        <p:sp>
          <p:nvSpPr>
            <p:cNvPr id="6" name="Rectangle 5"/>
            <p:cNvSpPr/>
            <p:nvPr/>
          </p:nvSpPr>
          <p:spPr>
            <a:xfrm>
              <a:off x="822960" y="1783080"/>
              <a:ext cx="548640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371600" y="17830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활용방안</a:t>
              </a:r>
            </a:p>
          </p:txBody>
        </p:sp>
      </p:grpSp>
      <p:grpSp>
        <p:nvGrpSpPr>
          <p:cNvPr id="11" name="asset:HDR-039"/>
          <p:cNvGrpSpPr/>
          <p:nvPr/>
        </p:nvGrpSpPr>
        <p:grpSpPr>
          <a:xfrm>
            <a:off x="822960" y="2697480"/>
            <a:ext cx="4206239" cy="548640"/>
            <a:chOff x="822960" y="2697480"/>
            <a:chExt cx="4206239" cy="548640"/>
          </a:xfrm>
        </p:grpSpPr>
        <p:sp>
          <p:nvSpPr>
            <p:cNvPr id="9" name="Rectangle 8"/>
            <p:cNvSpPr/>
            <p:nvPr/>
          </p:nvSpPr>
          <p:spPr>
            <a:xfrm>
              <a:off x="822960" y="2697480"/>
              <a:ext cx="548640" cy="5486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71600" y="26974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활용방안</a:t>
              </a:r>
            </a:p>
          </p:txBody>
        </p:sp>
      </p:grpSp>
      <p:grpSp>
        <p:nvGrpSpPr>
          <p:cNvPr id="14" name="asset:HDR-040"/>
          <p:cNvGrpSpPr/>
          <p:nvPr/>
        </p:nvGrpSpPr>
        <p:grpSpPr>
          <a:xfrm>
            <a:off x="822960" y="3611880"/>
            <a:ext cx="4206239" cy="548640"/>
            <a:chOff x="822960" y="3611880"/>
            <a:chExt cx="4206239" cy="548640"/>
          </a:xfrm>
        </p:grpSpPr>
        <p:sp>
          <p:nvSpPr>
            <p:cNvPr id="12" name="Rectangle 11"/>
            <p:cNvSpPr/>
            <p:nvPr/>
          </p:nvSpPr>
          <p:spPr>
            <a:xfrm>
              <a:off x="822960" y="3611880"/>
              <a:ext cx="548640" cy="54864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71600" y="36118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활용방안</a:t>
              </a:r>
            </a:p>
          </p:txBody>
        </p:sp>
      </p:grpSp>
      <p:grpSp>
        <p:nvGrpSpPr>
          <p:cNvPr id="17" name="asset:HDR-041"/>
          <p:cNvGrpSpPr/>
          <p:nvPr/>
        </p:nvGrpSpPr>
        <p:grpSpPr>
          <a:xfrm>
            <a:off x="822960" y="4526280"/>
            <a:ext cx="4206239" cy="548640"/>
            <a:chOff x="822960" y="4526280"/>
            <a:chExt cx="4206239" cy="548640"/>
          </a:xfrm>
        </p:grpSpPr>
        <p:sp>
          <p:nvSpPr>
            <p:cNvPr id="15" name="Rectangle 14"/>
            <p:cNvSpPr/>
            <p:nvPr/>
          </p:nvSpPr>
          <p:spPr>
            <a:xfrm>
              <a:off x="822960" y="4526280"/>
              <a:ext cx="548640" cy="5486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371600" y="45262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활용방안</a:t>
              </a:r>
            </a:p>
          </p:txBody>
        </p:sp>
      </p:grpSp>
      <p:grpSp>
        <p:nvGrpSpPr>
          <p:cNvPr id="20" name="asset:HDR-042"/>
          <p:cNvGrpSpPr/>
          <p:nvPr/>
        </p:nvGrpSpPr>
        <p:grpSpPr>
          <a:xfrm>
            <a:off x="822960" y="5440680"/>
            <a:ext cx="4206239" cy="548640"/>
            <a:chOff x="822960" y="5440680"/>
            <a:chExt cx="4206239" cy="548640"/>
          </a:xfrm>
        </p:grpSpPr>
        <p:sp>
          <p:nvSpPr>
            <p:cNvPr id="18" name="Rectangle 17"/>
            <p:cNvSpPr/>
            <p:nvPr/>
          </p:nvSpPr>
          <p:spPr>
            <a:xfrm>
              <a:off x="822960" y="5440680"/>
              <a:ext cx="548640" cy="54864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71600" y="54406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활용방안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