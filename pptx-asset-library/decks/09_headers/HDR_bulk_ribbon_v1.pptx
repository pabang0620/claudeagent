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103"/>
          <p:cNvGrpSpPr/>
          <p:nvPr/>
        </p:nvGrpSpPr>
        <p:grpSpPr>
          <a:xfrm>
            <a:off x="1097280" y="1499616"/>
            <a:ext cx="1554480" cy="713232"/>
            <a:chOff x="1097280" y="1499616"/>
            <a:chExt cx="1554480" cy="713232"/>
          </a:xfrm>
        </p:grpSpPr>
        <p:sp>
          <p:nvSpPr>
            <p:cNvPr id="2" name="Rectangle 1"/>
            <p:cNvSpPr/>
            <p:nvPr/>
          </p:nvSpPr>
          <p:spPr>
            <a:xfrm>
              <a:off x="1417319" y="1499616"/>
              <a:ext cx="91440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Down Ribbon 2"/>
            <p:cNvSpPr/>
            <p:nvPr/>
          </p:nvSpPr>
          <p:spPr>
            <a:xfrm>
              <a:off x="1097280" y="1554480"/>
              <a:ext cx="1554480" cy="658368"/>
            </a:xfrm>
            <a:prstGeom prst="ribb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HDR-103~ · 리본 배지</a:t>
            </a:r>
          </a:p>
        </p:txBody>
      </p:sp>
      <p:grpSp>
        <p:nvGrpSpPr>
          <p:cNvPr id="8" name="asset:HDR-104"/>
          <p:cNvGrpSpPr/>
          <p:nvPr/>
        </p:nvGrpSpPr>
        <p:grpSpPr>
          <a:xfrm>
            <a:off x="4754880" y="1499616"/>
            <a:ext cx="1554480" cy="713232"/>
            <a:chOff x="4754880" y="1499616"/>
            <a:chExt cx="1554480" cy="713232"/>
          </a:xfrm>
        </p:grpSpPr>
        <p:sp>
          <p:nvSpPr>
            <p:cNvPr id="6" name="Rectangle 5"/>
            <p:cNvSpPr/>
            <p:nvPr/>
          </p:nvSpPr>
          <p:spPr>
            <a:xfrm>
              <a:off x="5074920" y="1499616"/>
              <a:ext cx="914400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Ribbon 6"/>
            <p:cNvSpPr/>
            <p:nvPr/>
          </p:nvSpPr>
          <p:spPr>
            <a:xfrm>
              <a:off x="4754880" y="1554480"/>
              <a:ext cx="1554480" cy="658368"/>
            </a:xfrm>
            <a:prstGeom prst="ribb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grpSp>
        <p:nvGrpSpPr>
          <p:cNvPr id="11" name="asset:HDR-105"/>
          <p:cNvGrpSpPr/>
          <p:nvPr/>
        </p:nvGrpSpPr>
        <p:grpSpPr>
          <a:xfrm>
            <a:off x="8412480" y="1499616"/>
            <a:ext cx="1554480" cy="713232"/>
            <a:chOff x="8412480" y="1499616"/>
            <a:chExt cx="1554480" cy="713232"/>
          </a:xfrm>
        </p:grpSpPr>
        <p:sp>
          <p:nvSpPr>
            <p:cNvPr id="9" name="Rectangle 8"/>
            <p:cNvSpPr/>
            <p:nvPr/>
          </p:nvSpPr>
          <p:spPr>
            <a:xfrm>
              <a:off x="8732519" y="1499616"/>
              <a:ext cx="914400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wn Ribbon 9"/>
            <p:cNvSpPr/>
            <p:nvPr/>
          </p:nvSpPr>
          <p:spPr>
            <a:xfrm>
              <a:off x="8412480" y="1554480"/>
              <a:ext cx="1554480" cy="658368"/>
            </a:xfrm>
            <a:prstGeom prst="ribb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grpSp>
        <p:nvGrpSpPr>
          <p:cNvPr id="14" name="asset:HDR-106"/>
          <p:cNvGrpSpPr/>
          <p:nvPr/>
        </p:nvGrpSpPr>
        <p:grpSpPr>
          <a:xfrm>
            <a:off x="1097280" y="3054096"/>
            <a:ext cx="1554480" cy="713232"/>
            <a:chOff x="1097280" y="3054096"/>
            <a:chExt cx="1554480" cy="713232"/>
          </a:xfrm>
        </p:grpSpPr>
        <p:sp>
          <p:nvSpPr>
            <p:cNvPr id="12" name="Rectangle 11"/>
            <p:cNvSpPr/>
            <p:nvPr/>
          </p:nvSpPr>
          <p:spPr>
            <a:xfrm>
              <a:off x="1417319" y="3054096"/>
              <a:ext cx="914400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Ribbon 12"/>
            <p:cNvSpPr/>
            <p:nvPr/>
          </p:nvSpPr>
          <p:spPr>
            <a:xfrm>
              <a:off x="1097280" y="3108960"/>
              <a:ext cx="1554480" cy="658368"/>
            </a:xfrm>
            <a:prstGeom prst="ribb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grpSp>
        <p:nvGrpSpPr>
          <p:cNvPr id="17" name="asset:HDR-107"/>
          <p:cNvGrpSpPr/>
          <p:nvPr/>
        </p:nvGrpSpPr>
        <p:grpSpPr>
          <a:xfrm>
            <a:off x="4754880" y="3054096"/>
            <a:ext cx="1554480" cy="713232"/>
            <a:chOff x="4754880" y="3054096"/>
            <a:chExt cx="1554480" cy="713232"/>
          </a:xfrm>
        </p:grpSpPr>
        <p:sp>
          <p:nvSpPr>
            <p:cNvPr id="15" name="Rectangle 14"/>
            <p:cNvSpPr/>
            <p:nvPr/>
          </p:nvSpPr>
          <p:spPr>
            <a:xfrm>
              <a:off x="5074920" y="3054096"/>
              <a:ext cx="914400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wn Ribbon 15"/>
            <p:cNvSpPr/>
            <p:nvPr/>
          </p:nvSpPr>
          <p:spPr>
            <a:xfrm>
              <a:off x="4754880" y="3108960"/>
              <a:ext cx="1554480" cy="658368"/>
            </a:xfrm>
            <a:prstGeom prst="ribb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  <p:grpSp>
        <p:nvGrpSpPr>
          <p:cNvPr id="20" name="asset:HDR-108"/>
          <p:cNvGrpSpPr/>
          <p:nvPr/>
        </p:nvGrpSpPr>
        <p:grpSpPr>
          <a:xfrm>
            <a:off x="8412480" y="3054096"/>
            <a:ext cx="1554480" cy="713232"/>
            <a:chOff x="8412480" y="3054096"/>
            <a:chExt cx="1554480" cy="713232"/>
          </a:xfrm>
        </p:grpSpPr>
        <p:sp>
          <p:nvSpPr>
            <p:cNvPr id="18" name="Rectangle 17"/>
            <p:cNvSpPr/>
            <p:nvPr/>
          </p:nvSpPr>
          <p:spPr>
            <a:xfrm>
              <a:off x="8732519" y="3054096"/>
              <a:ext cx="914400" cy="109728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wn Ribbon 18"/>
            <p:cNvSpPr/>
            <p:nvPr/>
          </p:nvSpPr>
          <p:spPr>
            <a:xfrm>
              <a:off x="8412480" y="3108960"/>
              <a:ext cx="1554480" cy="658368"/>
            </a:xfrm>
            <a:prstGeom prst="ribbon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