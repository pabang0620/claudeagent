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HDR-023 · 스텝 라벨 (STEP 01)</a:t>
            </a:r>
          </a:p>
        </p:txBody>
      </p:sp>
      <p:grpSp>
        <p:nvGrpSpPr>
          <p:cNvPr id="6" name="asset:HDR-023"/>
          <p:cNvGrpSpPr/>
          <p:nvPr/>
        </p:nvGrpSpPr>
        <p:grpSpPr>
          <a:xfrm>
            <a:off x="1097280" y="1645920"/>
            <a:ext cx="4937759" cy="786384"/>
            <a:chOff x="1097280" y="1645920"/>
            <a:chExt cx="4937759" cy="786384"/>
          </a:xfrm>
        </p:grpSpPr>
        <p:sp>
          <p:nvSpPr>
            <p:cNvPr id="3" name="Oval 2"/>
            <p:cNvSpPr/>
            <p:nvPr/>
          </p:nvSpPr>
          <p:spPr>
            <a:xfrm>
              <a:off x="1097280" y="1645920"/>
              <a:ext cx="786384" cy="786384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066543" y="166420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STEP 01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066543" y="197510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시장 조사 및 현황 진단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HDR-024 · 인라인 KPI 헤더</a:t>
            </a:r>
          </a:p>
        </p:txBody>
      </p:sp>
      <p:grpSp>
        <p:nvGrpSpPr>
          <p:cNvPr id="7" name="asset:HDR-024"/>
          <p:cNvGrpSpPr/>
          <p:nvPr/>
        </p:nvGrpSpPr>
        <p:grpSpPr>
          <a:xfrm>
            <a:off x="1097280" y="1810512"/>
            <a:ext cx="7863839" cy="841248"/>
            <a:chOff x="1097280" y="1810512"/>
            <a:chExt cx="7863839" cy="841248"/>
          </a:xfrm>
        </p:grpSpPr>
        <p:sp>
          <p:nvSpPr>
            <p:cNvPr id="3" name="TextBox 2"/>
            <p:cNvSpPr txBox="1"/>
            <p:nvPr/>
          </p:nvSpPr>
          <p:spPr>
            <a:xfrm>
              <a:off x="1097280" y="18288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해외사업 성과 요약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115568" y="2523744"/>
              <a:ext cx="2011680" cy="54864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658307" y="18105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84.2억 원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58307" y="23408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누적 수출 매출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