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asset:HDR-043"/>
          <p:cNvGrpSpPr/>
          <p:nvPr/>
        </p:nvGrpSpPr>
        <p:grpSpPr>
          <a:xfrm>
            <a:off x="822960" y="914400"/>
            <a:ext cx="4206240" cy="402336"/>
            <a:chOff x="822960" y="914400"/>
            <a:chExt cx="4206240" cy="402336"/>
          </a:xfrm>
        </p:grpSpPr>
        <p:sp>
          <p:nvSpPr>
            <p:cNvPr id="2" name="TextBox 1"/>
            <p:cNvSpPr txBox="1"/>
            <p:nvPr/>
          </p:nvSpPr>
          <p:spPr>
            <a:xfrm>
              <a:off x="822960" y="9144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가.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80160" y="9144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822960" y="1271016"/>
              <a:ext cx="4206240" cy="45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HDR-043~ · 소제목 하이라이트 바</a:t>
            </a:r>
          </a:p>
        </p:txBody>
      </p:sp>
      <p:grpSp>
        <p:nvGrpSpPr>
          <p:cNvPr id="10" name="asset:HDR-044"/>
          <p:cNvGrpSpPr/>
          <p:nvPr/>
        </p:nvGrpSpPr>
        <p:grpSpPr>
          <a:xfrm>
            <a:off x="822960" y="1828800"/>
            <a:ext cx="4206240" cy="402336"/>
            <a:chOff x="822960" y="1828800"/>
            <a:chExt cx="4206240" cy="402336"/>
          </a:xfrm>
        </p:grpSpPr>
        <p:sp>
          <p:nvSpPr>
            <p:cNvPr id="7" name="TextBox 6"/>
            <p:cNvSpPr txBox="1"/>
            <p:nvPr/>
          </p:nvSpPr>
          <p:spPr>
            <a:xfrm>
              <a:off x="822960" y="18288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가.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80160" y="18288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2960" y="2185416"/>
              <a:ext cx="4206240" cy="457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asset:HDR-045"/>
          <p:cNvGrpSpPr/>
          <p:nvPr/>
        </p:nvGrpSpPr>
        <p:grpSpPr>
          <a:xfrm>
            <a:off x="822960" y="2743200"/>
            <a:ext cx="4206240" cy="402336"/>
            <a:chOff x="822960" y="2743200"/>
            <a:chExt cx="4206240" cy="402336"/>
          </a:xfrm>
        </p:grpSpPr>
        <p:sp>
          <p:nvSpPr>
            <p:cNvPr id="11" name="TextBox 10"/>
            <p:cNvSpPr txBox="1"/>
            <p:nvPr/>
          </p:nvSpPr>
          <p:spPr>
            <a:xfrm>
              <a:off x="822960" y="27432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가.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80160" y="27432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22960" y="3099816"/>
              <a:ext cx="4206240" cy="4572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asset:HDR-046"/>
          <p:cNvGrpSpPr/>
          <p:nvPr/>
        </p:nvGrpSpPr>
        <p:grpSpPr>
          <a:xfrm>
            <a:off x="822960" y="3657600"/>
            <a:ext cx="4206240" cy="402335"/>
            <a:chOff x="822960" y="3657600"/>
            <a:chExt cx="4206240" cy="402335"/>
          </a:xfrm>
        </p:grpSpPr>
        <p:sp>
          <p:nvSpPr>
            <p:cNvPr id="15" name="TextBox 14"/>
            <p:cNvSpPr txBox="1"/>
            <p:nvPr/>
          </p:nvSpPr>
          <p:spPr>
            <a:xfrm>
              <a:off x="822960" y="36576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가.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80160" y="36576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2960" y="4014215"/>
              <a:ext cx="4206240" cy="4572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asset:HDR-047"/>
          <p:cNvGrpSpPr/>
          <p:nvPr/>
        </p:nvGrpSpPr>
        <p:grpSpPr>
          <a:xfrm>
            <a:off x="822960" y="4572000"/>
            <a:ext cx="4206240" cy="402336"/>
            <a:chOff x="822960" y="4572000"/>
            <a:chExt cx="4206240" cy="402336"/>
          </a:xfrm>
        </p:grpSpPr>
        <p:sp>
          <p:nvSpPr>
            <p:cNvPr id="19" name="TextBox 18"/>
            <p:cNvSpPr txBox="1"/>
            <p:nvPr/>
          </p:nvSpPr>
          <p:spPr>
            <a:xfrm>
              <a:off x="822960" y="45720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가.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80160" y="45720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22960" y="4928616"/>
              <a:ext cx="4206240" cy="457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asset:HDR-048"/>
          <p:cNvGrpSpPr/>
          <p:nvPr/>
        </p:nvGrpSpPr>
        <p:grpSpPr>
          <a:xfrm>
            <a:off x="822960" y="5486400"/>
            <a:ext cx="4206240" cy="402336"/>
            <a:chOff x="822960" y="5486400"/>
            <a:chExt cx="4206240" cy="402336"/>
          </a:xfrm>
        </p:grpSpPr>
        <p:sp>
          <p:nvSpPr>
            <p:cNvPr id="23" name="TextBox 22"/>
            <p:cNvSpPr txBox="1"/>
            <p:nvPr/>
          </p:nvSpPr>
          <p:spPr>
            <a:xfrm>
              <a:off x="822960" y="54864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가.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80160" y="54864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22960" y="5843016"/>
              <a:ext cx="4206240" cy="4572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asset:HDR-049"/>
          <p:cNvGrpSpPr/>
          <p:nvPr/>
        </p:nvGrpSpPr>
        <p:grpSpPr>
          <a:xfrm>
            <a:off x="822960" y="914400"/>
            <a:ext cx="4206240" cy="402336"/>
            <a:chOff x="822960" y="914400"/>
            <a:chExt cx="4206240" cy="402336"/>
          </a:xfrm>
        </p:grpSpPr>
        <p:sp>
          <p:nvSpPr>
            <p:cNvPr id="2" name="TextBox 1"/>
            <p:cNvSpPr txBox="1"/>
            <p:nvPr/>
          </p:nvSpPr>
          <p:spPr>
            <a:xfrm>
              <a:off x="822960" y="9144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나.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80160" y="9144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822960" y="1271016"/>
              <a:ext cx="4206240" cy="45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HDR-049~ · 소제목 하이라이트 바</a:t>
            </a:r>
          </a:p>
        </p:txBody>
      </p:sp>
      <p:grpSp>
        <p:nvGrpSpPr>
          <p:cNvPr id="10" name="asset:HDR-050"/>
          <p:cNvGrpSpPr/>
          <p:nvPr/>
        </p:nvGrpSpPr>
        <p:grpSpPr>
          <a:xfrm>
            <a:off x="822960" y="1828800"/>
            <a:ext cx="4206240" cy="402336"/>
            <a:chOff x="822960" y="1828800"/>
            <a:chExt cx="4206240" cy="402336"/>
          </a:xfrm>
        </p:grpSpPr>
        <p:sp>
          <p:nvSpPr>
            <p:cNvPr id="7" name="TextBox 6"/>
            <p:cNvSpPr txBox="1"/>
            <p:nvPr/>
          </p:nvSpPr>
          <p:spPr>
            <a:xfrm>
              <a:off x="822960" y="18288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나.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80160" y="18288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2960" y="2185416"/>
              <a:ext cx="4206240" cy="457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asset:HDR-051"/>
          <p:cNvGrpSpPr/>
          <p:nvPr/>
        </p:nvGrpSpPr>
        <p:grpSpPr>
          <a:xfrm>
            <a:off x="822960" y="2743200"/>
            <a:ext cx="4206240" cy="402336"/>
            <a:chOff x="822960" y="2743200"/>
            <a:chExt cx="4206240" cy="402336"/>
          </a:xfrm>
        </p:grpSpPr>
        <p:sp>
          <p:nvSpPr>
            <p:cNvPr id="11" name="TextBox 10"/>
            <p:cNvSpPr txBox="1"/>
            <p:nvPr/>
          </p:nvSpPr>
          <p:spPr>
            <a:xfrm>
              <a:off x="822960" y="27432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나.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80160" y="27432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22960" y="3099816"/>
              <a:ext cx="4206240" cy="4572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asset:HDR-052"/>
          <p:cNvGrpSpPr/>
          <p:nvPr/>
        </p:nvGrpSpPr>
        <p:grpSpPr>
          <a:xfrm>
            <a:off x="822960" y="3657600"/>
            <a:ext cx="4206240" cy="402335"/>
            <a:chOff x="822960" y="3657600"/>
            <a:chExt cx="4206240" cy="402335"/>
          </a:xfrm>
        </p:grpSpPr>
        <p:sp>
          <p:nvSpPr>
            <p:cNvPr id="15" name="TextBox 14"/>
            <p:cNvSpPr txBox="1"/>
            <p:nvPr/>
          </p:nvSpPr>
          <p:spPr>
            <a:xfrm>
              <a:off x="822960" y="36576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나.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80160" y="36576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2960" y="4014215"/>
              <a:ext cx="4206240" cy="4572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asset:HDR-053"/>
          <p:cNvGrpSpPr/>
          <p:nvPr/>
        </p:nvGrpSpPr>
        <p:grpSpPr>
          <a:xfrm>
            <a:off x="822960" y="4572000"/>
            <a:ext cx="4206240" cy="402336"/>
            <a:chOff x="822960" y="4572000"/>
            <a:chExt cx="4206240" cy="402336"/>
          </a:xfrm>
        </p:grpSpPr>
        <p:sp>
          <p:nvSpPr>
            <p:cNvPr id="19" name="TextBox 18"/>
            <p:cNvSpPr txBox="1"/>
            <p:nvPr/>
          </p:nvSpPr>
          <p:spPr>
            <a:xfrm>
              <a:off x="822960" y="45720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나.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80160" y="45720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22960" y="4928616"/>
              <a:ext cx="4206240" cy="457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asset:HDR-054"/>
          <p:cNvGrpSpPr/>
          <p:nvPr/>
        </p:nvGrpSpPr>
        <p:grpSpPr>
          <a:xfrm>
            <a:off x="822960" y="5486400"/>
            <a:ext cx="4206240" cy="402336"/>
            <a:chOff x="822960" y="5486400"/>
            <a:chExt cx="4206240" cy="402336"/>
          </a:xfrm>
        </p:grpSpPr>
        <p:sp>
          <p:nvSpPr>
            <p:cNvPr id="23" name="TextBox 22"/>
            <p:cNvSpPr txBox="1"/>
            <p:nvPr/>
          </p:nvSpPr>
          <p:spPr>
            <a:xfrm>
              <a:off x="822960" y="548640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나.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80160" y="548640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22960" y="5843016"/>
              <a:ext cx="4206240" cy="4572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