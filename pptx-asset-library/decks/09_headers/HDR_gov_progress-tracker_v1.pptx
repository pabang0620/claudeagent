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HDR-204 · gov 진행률 트래커A(뱃지 5개+라벨+범례)</a:t>
            </a:r>
          </a:p>
        </p:txBody>
      </p:sp>
      <p:grpSp>
        <p:nvGrpSpPr>
          <p:cNvPr id="18" name="asset:HDR-204"/>
          <p:cNvGrpSpPr/>
          <p:nvPr/>
        </p:nvGrpSpPr>
        <p:grpSpPr>
          <a:xfrm>
            <a:off x="1200719" y="2560320"/>
            <a:ext cx="8503920" cy="1721815"/>
            <a:chOff x="1200719" y="2560320"/>
            <a:chExt cx="8503920" cy="1721815"/>
          </a:xfrm>
        </p:grpSpPr>
        <p:sp>
          <p:nvSpPr>
            <p:cNvPr id="3" name="TextBox 2"/>
            <p:cNvSpPr txBox="1"/>
            <p:nvPr/>
          </p:nvSpPr>
          <p:spPr>
            <a:xfrm>
              <a:off x="1200719" y="2560320"/>
              <a:ext cx="8503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챕터 진행현황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71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0071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Ch.1 사업 개요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3807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3807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Ch.2 추진 전략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67543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7543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Ch.3 추진 체계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1279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1279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Ch.4 세부 추진계획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5015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5015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Ch.5 기대효과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00719" y="4053535"/>
              <a:ext cx="201168" cy="201168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7503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완료(1)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5159" y="4053535"/>
              <a:ext cx="201168" cy="2011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0947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예정(0)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HDR-205 · gov 진행률 트래커B(인라인 컴팩트, 푸터용)</a:t>
            </a:r>
          </a:p>
        </p:txBody>
      </p:sp>
      <p:grpSp>
        <p:nvGrpSpPr>
          <p:cNvPr id="14" name="asset:HDR-205"/>
          <p:cNvGrpSpPr/>
          <p:nvPr/>
        </p:nvGrpSpPr>
        <p:grpSpPr>
          <a:xfrm>
            <a:off x="3349560" y="3566160"/>
            <a:ext cx="3227832" cy="521208"/>
            <a:chOff x="3349560" y="3566160"/>
            <a:chExt cx="3227832" cy="521208"/>
          </a:xfrm>
        </p:grpSpPr>
        <p:sp>
          <p:nvSpPr>
            <p:cNvPr id="3" name="TextBox 2"/>
            <p:cNvSpPr txBox="1"/>
            <p:nvPr/>
          </p:nvSpPr>
          <p:spPr>
            <a:xfrm>
              <a:off x="3349560" y="3566160"/>
              <a:ext cx="118872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진행 2/5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4584000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474272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986336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608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388672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78944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Ch3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791008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81280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Ch4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193344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83616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