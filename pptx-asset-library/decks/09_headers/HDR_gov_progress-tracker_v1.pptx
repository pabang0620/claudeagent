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HDR-204 · gov 진행률 트래커A(뱃지 5개+라벨+범례)</a:t>
            </a:r>
          </a:p>
        </p:txBody>
      </p:sp>
      <p:grpSp>
        <p:nvGrpSpPr>
          <p:cNvPr id="18" name="asset:HDR-204"/>
          <p:cNvGrpSpPr/>
          <p:nvPr/>
        </p:nvGrpSpPr>
        <p:grpSpPr>
          <a:xfrm>
            <a:off x="1200719" y="2560320"/>
            <a:ext cx="8503920" cy="1721815"/>
            <a:chOff x="1200719" y="2560320"/>
            <a:chExt cx="8503920" cy="1721815"/>
          </a:xfrm>
        </p:grpSpPr>
        <p:sp>
          <p:nvSpPr>
            <p:cNvPr id="3" name="TextBox 2"/>
            <p:cNvSpPr txBox="1"/>
            <p:nvPr/>
          </p:nvSpPr>
          <p:spPr>
            <a:xfrm>
              <a:off x="1200719" y="2560320"/>
              <a:ext cx="8503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4692"/>
                  </a:solidFill>
                  <a:latin typeface="Pretendard GOV ExtraBold"/>
                  <a:ea typeface="Pretendard GOV ExtraBold"/>
                  <a:cs typeface="Pretendard GOV ExtraBold"/>
                </a:rPr>
                <a:t>챕터 진행현황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719" y="3017520"/>
              <a:ext cx="1554480" cy="651967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00719" y="3724351"/>
              <a:ext cx="15544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Ch.1 사업 개요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938079" y="3017520"/>
              <a:ext cx="1554480" cy="651967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9050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8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938079" y="3724351"/>
              <a:ext cx="15544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Ch.2 추진 전략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675439" y="3017520"/>
              <a:ext cx="1554480" cy="651967"/>
            </a:xfrm>
            <a:prstGeom prst="roundRect">
              <a:avLst>
                <a:gd name="adj" fmla="val 6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8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75439" y="3724351"/>
              <a:ext cx="15544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Ch.3 추진 체계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412799" y="3017520"/>
              <a:ext cx="1554480" cy="651967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9050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8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12799" y="3724351"/>
              <a:ext cx="15544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Ch.4 세부 추진계획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50159" y="3017520"/>
              <a:ext cx="1554480" cy="651967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9050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8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150159" y="3724351"/>
              <a:ext cx="15544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Ch.5 기대효과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00719" y="4053535"/>
              <a:ext cx="201168" cy="201168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75039" y="4007815"/>
              <a:ext cx="82296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완료(1)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35159" y="4053535"/>
              <a:ext cx="201168" cy="20116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709479" y="4007815"/>
              <a:ext cx="82296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예정(0)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HDR-205 · gov 진행률 트래커B(인라인 컴팩트, 푸터용)</a:t>
            </a:r>
          </a:p>
        </p:txBody>
      </p:sp>
      <p:grpSp>
        <p:nvGrpSpPr>
          <p:cNvPr id="14" name="asset:HDR-205"/>
          <p:cNvGrpSpPr/>
          <p:nvPr/>
        </p:nvGrpSpPr>
        <p:grpSpPr>
          <a:xfrm>
            <a:off x="3349560" y="3566160"/>
            <a:ext cx="3227832" cy="521208"/>
            <a:chOff x="3349560" y="3566160"/>
            <a:chExt cx="3227832" cy="521208"/>
          </a:xfrm>
        </p:grpSpPr>
        <p:sp>
          <p:nvSpPr>
            <p:cNvPr id="3" name="TextBox 2"/>
            <p:cNvSpPr txBox="1"/>
            <p:nvPr/>
          </p:nvSpPr>
          <p:spPr>
            <a:xfrm>
              <a:off x="3349560" y="3566160"/>
              <a:ext cx="118872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2E4692"/>
                  </a:solidFill>
                  <a:latin typeface="Pretendard GOV Medium"/>
                  <a:ea typeface="Pretendard GOV Medium"/>
                  <a:cs typeface="Pretendard GOV Medium"/>
                </a:rPr>
                <a:t>진행 2/5</a:t>
              </a:r>
            </a:p>
          </p:txBody>
        </p:sp>
        <p:sp>
          <p:nvSpPr>
            <p:cNvPr id="4" name="Oval 3"/>
            <p:cNvSpPr/>
            <p:nvPr/>
          </p:nvSpPr>
          <p:spPr>
            <a:xfrm>
              <a:off x="4584000" y="3566160"/>
              <a:ext cx="274320" cy="274320"/>
            </a:xfrm>
            <a:prstGeom prst="ellips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474272" y="3867912"/>
              <a:ext cx="493776" cy="2194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Ch1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4986336" y="3566160"/>
              <a:ext cx="274320" cy="27432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76608" y="3867912"/>
              <a:ext cx="493776" cy="2194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Ch2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388672" y="3566160"/>
              <a:ext cx="274320" cy="274320"/>
            </a:xfrm>
            <a:prstGeom prst="ellips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278944" y="3867912"/>
              <a:ext cx="493776" cy="2194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Ch3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791008" y="3566160"/>
              <a:ext cx="274320" cy="27432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681280" y="3867912"/>
              <a:ext cx="493776" cy="2194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Ch4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193344" y="3566160"/>
              <a:ext cx="274320" cy="27432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83616" y="3867912"/>
              <a:ext cx="493776" cy="21945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700" b="0">
                  <a:solidFill>
                    <a:srgbClr val="000000"/>
                  </a:solidFill>
                  <a:latin typeface="Pretendard GOV Light"/>
                  <a:ea typeface="Pretendard GOV Light"/>
                  <a:cs typeface="Pretendard GOV Light"/>
                </a:rPr>
                <a:t>Ch5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