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HDR-021 · 리본 배지 세트 (핵심/필수/신규)</a:t>
            </a:r>
          </a:p>
        </p:txBody>
      </p:sp>
      <p:grpSp>
        <p:nvGrpSpPr>
          <p:cNvPr id="6" name="asset:HDR-021"/>
          <p:cNvGrpSpPr/>
          <p:nvPr/>
        </p:nvGrpSpPr>
        <p:grpSpPr>
          <a:xfrm>
            <a:off x="1097280" y="1828800"/>
            <a:ext cx="4764024" cy="512064"/>
            <a:chOff x="1097280" y="1828800"/>
            <a:chExt cx="4764024" cy="512064"/>
          </a:xfrm>
        </p:grpSpPr>
        <p:sp>
          <p:nvSpPr>
            <p:cNvPr id="3" name="Pentagon 2"/>
            <p:cNvSpPr/>
            <p:nvPr/>
          </p:nvSpPr>
          <p:spPr>
            <a:xfrm>
              <a:off x="1097280" y="1828800"/>
              <a:ext cx="1417320" cy="512064"/>
            </a:xfrm>
            <a:prstGeom prst="homePlat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</a:t>
              </a:r>
            </a:p>
          </p:txBody>
        </p:sp>
        <p:sp>
          <p:nvSpPr>
            <p:cNvPr id="4" name="Pentagon 3"/>
            <p:cNvSpPr/>
            <p:nvPr/>
          </p:nvSpPr>
          <p:spPr>
            <a:xfrm>
              <a:off x="2770632" y="1828800"/>
              <a:ext cx="1417320" cy="512064"/>
            </a:xfrm>
            <a:prstGeom prst="homePlat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필수</a:t>
              </a:r>
            </a:p>
          </p:txBody>
        </p:sp>
        <p:sp>
          <p:nvSpPr>
            <p:cNvPr id="5" name="Pentagon 4"/>
            <p:cNvSpPr/>
            <p:nvPr/>
          </p:nvSpPr>
          <p:spPr>
            <a:xfrm>
              <a:off x="4443984" y="1828800"/>
              <a:ext cx="1417320" cy="51206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신규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HDR-022 · 탭 헤더 세트 (활성/비활성)</a:t>
            </a:r>
          </a:p>
        </p:txBody>
      </p:sp>
      <p:grpSp>
        <p:nvGrpSpPr>
          <p:cNvPr id="7" name="asset:HDR-022"/>
          <p:cNvGrpSpPr/>
          <p:nvPr/>
        </p:nvGrpSpPr>
        <p:grpSpPr>
          <a:xfrm>
            <a:off x="1097280" y="1828800"/>
            <a:ext cx="5980176" cy="521208"/>
            <a:chOff x="1097280" y="1828800"/>
            <a:chExt cx="5980176" cy="521208"/>
          </a:xfrm>
        </p:grpSpPr>
        <p:sp>
          <p:nvSpPr>
            <p:cNvPr id="3" name="Round Same Side Corner Rectangle 2"/>
            <p:cNvSpPr/>
            <p:nvPr/>
          </p:nvSpPr>
          <p:spPr>
            <a:xfrm>
              <a:off x="1097280" y="1828800"/>
              <a:ext cx="1920240" cy="475488"/>
            </a:xfrm>
            <a:prstGeom prst="round2SameRect">
              <a:avLst>
                <a:gd name="adj1" fmla="val 28000"/>
                <a:gd name="adj2" fmla="val 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 전략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3127248" y="1828800"/>
              <a:ext cx="1920240" cy="475488"/>
            </a:xfrm>
            <a:prstGeom prst="round2SameRect">
              <a:avLst>
                <a:gd name="adj1" fmla="val 28000"/>
                <a:gd name="adj2" fmla="val 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 체계</a:t>
              </a:r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5157216" y="1828800"/>
              <a:ext cx="1920240" cy="475488"/>
            </a:xfrm>
            <a:prstGeom prst="round2SameRect">
              <a:avLst>
                <a:gd name="adj1" fmla="val 28000"/>
                <a:gd name="adj2" fmla="val 0"/>
              </a:avLst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97280" y="2304288"/>
              <a:ext cx="5980176" cy="45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