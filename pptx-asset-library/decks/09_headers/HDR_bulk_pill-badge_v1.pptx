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4" name="asset:HDR-109"/>
          <p:cNvGrpSpPr/>
          <p:nvPr/>
        </p:nvGrpSpPr>
        <p:grpSpPr>
          <a:xfrm>
            <a:off x="1444752" y="2011680"/>
            <a:ext cx="1353312" cy="402336"/>
            <a:chOff x="1444752" y="2011680"/>
            <a:chExt cx="1353312" cy="402336"/>
          </a:xfrm>
        </p:grpSpPr>
        <p:sp>
          <p:nvSpPr>
            <p:cNvPr id="2" name="Oval 1"/>
            <p:cNvSpPr/>
            <p:nvPr/>
          </p:nvSpPr>
          <p:spPr>
            <a:xfrm>
              <a:off x="1444752" y="2157984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609344" y="2011680"/>
              <a:ext cx="1188720" cy="402336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NEW</a:t>
              </a: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HDR-109~ · 알약형 배지</a:t>
            </a:r>
          </a:p>
        </p:txBody>
      </p:sp>
      <p:grpSp>
        <p:nvGrpSpPr>
          <p:cNvPr id="8" name="asset:HDR-110"/>
          <p:cNvGrpSpPr/>
          <p:nvPr/>
        </p:nvGrpSpPr>
        <p:grpSpPr>
          <a:xfrm>
            <a:off x="5102352" y="2011680"/>
            <a:ext cx="1353312" cy="402336"/>
            <a:chOff x="5102352" y="2011680"/>
            <a:chExt cx="1353312" cy="402336"/>
          </a:xfrm>
        </p:grpSpPr>
        <p:sp>
          <p:nvSpPr>
            <p:cNvPr id="6" name="Oval 5"/>
            <p:cNvSpPr/>
            <p:nvPr/>
          </p:nvSpPr>
          <p:spPr>
            <a:xfrm>
              <a:off x="5102352" y="2157984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266944" y="2011680"/>
              <a:ext cx="1188720" cy="402336"/>
            </a:xfrm>
            <a:prstGeom prst="roundRect">
              <a:avLst>
                <a:gd name="adj" fmla="val 50000"/>
              </a:avLst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NEW</a:t>
              </a:r>
            </a:p>
          </p:txBody>
        </p:sp>
      </p:grpSp>
      <p:grpSp>
        <p:nvGrpSpPr>
          <p:cNvPr id="11" name="asset:HDR-111"/>
          <p:cNvGrpSpPr/>
          <p:nvPr/>
        </p:nvGrpSpPr>
        <p:grpSpPr>
          <a:xfrm>
            <a:off x="8759952" y="2011680"/>
            <a:ext cx="1353312" cy="402336"/>
            <a:chOff x="8759952" y="2011680"/>
            <a:chExt cx="1353312" cy="402336"/>
          </a:xfrm>
        </p:grpSpPr>
        <p:sp>
          <p:nvSpPr>
            <p:cNvPr id="9" name="Oval 8"/>
            <p:cNvSpPr/>
            <p:nvPr/>
          </p:nvSpPr>
          <p:spPr>
            <a:xfrm>
              <a:off x="8759952" y="2157984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8924544" y="2011680"/>
              <a:ext cx="1188720" cy="402336"/>
            </a:xfrm>
            <a:prstGeom prst="roundRect">
              <a:avLst>
                <a:gd name="adj" fmla="val 5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NEW</a:t>
              </a:r>
            </a:p>
          </p:txBody>
        </p:sp>
      </p:grpSp>
      <p:grpSp>
        <p:nvGrpSpPr>
          <p:cNvPr id="14" name="asset:HDR-112"/>
          <p:cNvGrpSpPr/>
          <p:nvPr/>
        </p:nvGrpSpPr>
        <p:grpSpPr>
          <a:xfrm>
            <a:off x="1444752" y="3291840"/>
            <a:ext cx="1353312" cy="402336"/>
            <a:chOff x="1444752" y="3291840"/>
            <a:chExt cx="1353312" cy="402336"/>
          </a:xfrm>
        </p:grpSpPr>
        <p:sp>
          <p:nvSpPr>
            <p:cNvPr id="12" name="Oval 11"/>
            <p:cNvSpPr/>
            <p:nvPr/>
          </p:nvSpPr>
          <p:spPr>
            <a:xfrm>
              <a:off x="1444752" y="3438144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609344" y="3291840"/>
              <a:ext cx="1188720" cy="402336"/>
            </a:xfrm>
            <a:prstGeom prst="roundRect">
              <a:avLst>
                <a:gd name="adj" fmla="val 50000"/>
              </a:avLst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NEW</a:t>
              </a:r>
            </a:p>
          </p:txBody>
        </p:sp>
      </p:grpSp>
      <p:grpSp>
        <p:nvGrpSpPr>
          <p:cNvPr id="17" name="asset:HDR-113"/>
          <p:cNvGrpSpPr/>
          <p:nvPr/>
        </p:nvGrpSpPr>
        <p:grpSpPr>
          <a:xfrm>
            <a:off x="5102352" y="3291840"/>
            <a:ext cx="1353312" cy="402336"/>
            <a:chOff x="5102352" y="3291840"/>
            <a:chExt cx="1353312" cy="402336"/>
          </a:xfrm>
        </p:grpSpPr>
        <p:sp>
          <p:nvSpPr>
            <p:cNvPr id="15" name="Oval 14"/>
            <p:cNvSpPr/>
            <p:nvPr/>
          </p:nvSpPr>
          <p:spPr>
            <a:xfrm>
              <a:off x="5102352" y="3438144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266944" y="3291840"/>
              <a:ext cx="1188720" cy="402336"/>
            </a:xfrm>
            <a:prstGeom prst="roundRect">
              <a:avLst>
                <a:gd name="adj" fmla="val 50000"/>
              </a:avLst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NEW</a:t>
              </a:r>
            </a:p>
          </p:txBody>
        </p:sp>
      </p:grpSp>
      <p:grpSp>
        <p:nvGrpSpPr>
          <p:cNvPr id="20" name="asset:HDR-114"/>
          <p:cNvGrpSpPr/>
          <p:nvPr/>
        </p:nvGrpSpPr>
        <p:grpSpPr>
          <a:xfrm>
            <a:off x="8759952" y="3291840"/>
            <a:ext cx="1353312" cy="402336"/>
            <a:chOff x="8759952" y="3291840"/>
            <a:chExt cx="1353312" cy="402336"/>
          </a:xfrm>
        </p:grpSpPr>
        <p:sp>
          <p:nvSpPr>
            <p:cNvPr id="18" name="Oval 17"/>
            <p:cNvSpPr/>
            <p:nvPr/>
          </p:nvSpPr>
          <p:spPr>
            <a:xfrm>
              <a:off x="8759952" y="3438144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8924544" y="3291840"/>
              <a:ext cx="1188720" cy="402336"/>
            </a:xfrm>
            <a:prstGeom prst="roundRect">
              <a:avLst>
                <a:gd name="adj" fmla="val 50000"/>
              </a:avLst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NEW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