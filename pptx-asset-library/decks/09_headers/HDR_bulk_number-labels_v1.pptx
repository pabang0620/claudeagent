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HDR-115"/>
          <p:cNvGrpSpPr/>
          <p:nvPr/>
        </p:nvGrpSpPr>
        <p:grpSpPr>
          <a:xfrm>
            <a:off x="822960" y="914400"/>
            <a:ext cx="7278624" cy="548640"/>
            <a:chOff x="822960" y="914400"/>
            <a:chExt cx="7278624" cy="548640"/>
          </a:xfrm>
        </p:grpSpPr>
        <p:sp>
          <p:nvSpPr>
            <p:cNvPr id="2" name="Oval 1"/>
            <p:cNvSpPr/>
            <p:nvPr/>
          </p:nvSpPr>
          <p:spPr>
            <a:xfrm>
              <a:off x="822960" y="91440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426464" y="9144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3261360" y="91440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64864" y="9144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699760" y="91440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3264" y="9144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HDR-115~ · 넘버링 라벨 세트</a:t>
            </a:r>
          </a:p>
        </p:txBody>
      </p:sp>
      <p:grpSp>
        <p:nvGrpSpPr>
          <p:cNvPr id="16" name="asset:HDR-116"/>
          <p:cNvGrpSpPr/>
          <p:nvPr/>
        </p:nvGrpSpPr>
        <p:grpSpPr>
          <a:xfrm>
            <a:off x="822960" y="1965960"/>
            <a:ext cx="7278624" cy="548640"/>
            <a:chOff x="822960" y="1965960"/>
            <a:chExt cx="7278624" cy="548640"/>
          </a:xfrm>
        </p:grpSpPr>
        <p:sp>
          <p:nvSpPr>
            <p:cNvPr id="10" name="Oval 9"/>
            <p:cNvSpPr/>
            <p:nvPr/>
          </p:nvSpPr>
          <p:spPr>
            <a:xfrm>
              <a:off x="822960" y="196596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26464" y="196596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261360" y="196596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64864" y="196596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699760" y="196596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303264" y="196596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grpSp>
        <p:nvGrpSpPr>
          <p:cNvPr id="23" name="asset:HDR-117"/>
          <p:cNvGrpSpPr/>
          <p:nvPr/>
        </p:nvGrpSpPr>
        <p:grpSpPr>
          <a:xfrm>
            <a:off x="822960" y="3017520"/>
            <a:ext cx="7278624" cy="548640"/>
            <a:chOff x="822960" y="3017520"/>
            <a:chExt cx="7278624" cy="548640"/>
          </a:xfrm>
        </p:grpSpPr>
        <p:sp>
          <p:nvSpPr>
            <p:cNvPr id="17" name="Oval 16"/>
            <p:cNvSpPr/>
            <p:nvPr/>
          </p:nvSpPr>
          <p:spPr>
            <a:xfrm>
              <a:off x="822960" y="3017520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426464" y="301752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3261360" y="3017520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64864" y="301752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5699760" y="3017520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03264" y="301752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grpSp>
        <p:nvGrpSpPr>
          <p:cNvPr id="30" name="asset:HDR-118"/>
          <p:cNvGrpSpPr/>
          <p:nvPr/>
        </p:nvGrpSpPr>
        <p:grpSpPr>
          <a:xfrm>
            <a:off x="822960" y="4069079"/>
            <a:ext cx="7278624" cy="548640"/>
            <a:chOff x="822960" y="4069079"/>
            <a:chExt cx="7278624" cy="548640"/>
          </a:xfrm>
        </p:grpSpPr>
        <p:sp>
          <p:nvSpPr>
            <p:cNvPr id="24" name="Oval 23"/>
            <p:cNvSpPr/>
            <p:nvPr/>
          </p:nvSpPr>
          <p:spPr>
            <a:xfrm>
              <a:off x="822960" y="4069079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426464" y="4069079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3261360" y="4069079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864864" y="4069079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699760" y="4069079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03264" y="4069079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grpSp>
        <p:nvGrpSpPr>
          <p:cNvPr id="37" name="asset:HDR-119"/>
          <p:cNvGrpSpPr/>
          <p:nvPr/>
        </p:nvGrpSpPr>
        <p:grpSpPr>
          <a:xfrm>
            <a:off x="822960" y="5120640"/>
            <a:ext cx="7278624" cy="548640"/>
            <a:chOff x="822960" y="5120640"/>
            <a:chExt cx="7278624" cy="548640"/>
          </a:xfrm>
        </p:grpSpPr>
        <p:sp>
          <p:nvSpPr>
            <p:cNvPr id="31" name="Oval 30"/>
            <p:cNvSpPr/>
            <p:nvPr/>
          </p:nvSpPr>
          <p:spPr>
            <a:xfrm>
              <a:off x="822960" y="512064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426464" y="512064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3261360" y="512064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864864" y="512064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5699760" y="512064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03264" y="512064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8" name="asset:HDR-120"/>
          <p:cNvGrpSpPr/>
          <p:nvPr/>
        </p:nvGrpSpPr>
        <p:grpSpPr>
          <a:xfrm>
            <a:off x="822960" y="914400"/>
            <a:ext cx="7278624" cy="548640"/>
            <a:chOff x="822960" y="914400"/>
            <a:chExt cx="7278624" cy="548640"/>
          </a:xfrm>
        </p:grpSpPr>
        <p:sp>
          <p:nvSpPr>
            <p:cNvPr id="2" name="Oval 1"/>
            <p:cNvSpPr/>
            <p:nvPr/>
          </p:nvSpPr>
          <p:spPr>
            <a:xfrm>
              <a:off x="822960" y="91440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426464" y="9144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3261360" y="91440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864864" y="9144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699760" y="91440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303264" y="914400"/>
              <a:ext cx="179832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HDR-120~ · 넘버링 라벨 세트</a:t>
            </a:r>
          </a:p>
        </p:txBody>
      </p:sp>
      <p:grpSp>
        <p:nvGrpSpPr>
          <p:cNvPr id="18" name="asset:HDR-121"/>
          <p:cNvGrpSpPr/>
          <p:nvPr/>
        </p:nvGrpSpPr>
        <p:grpSpPr>
          <a:xfrm>
            <a:off x="822960" y="1965960"/>
            <a:ext cx="8741664" cy="548640"/>
            <a:chOff x="822960" y="1965960"/>
            <a:chExt cx="8741664" cy="548640"/>
          </a:xfrm>
        </p:grpSpPr>
        <p:sp>
          <p:nvSpPr>
            <p:cNvPr id="10" name="Oval 9"/>
            <p:cNvSpPr/>
            <p:nvPr/>
          </p:nvSpPr>
          <p:spPr>
            <a:xfrm>
              <a:off x="822960" y="196596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42646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발굴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3017520" y="196596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2102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5212080" y="196596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81558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406640" y="1965960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1014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grpSp>
        <p:nvGrpSpPr>
          <p:cNvPr id="27" name="asset:HDR-122"/>
          <p:cNvGrpSpPr/>
          <p:nvPr/>
        </p:nvGrpSpPr>
        <p:grpSpPr>
          <a:xfrm>
            <a:off x="822960" y="3017520"/>
            <a:ext cx="8741664" cy="548640"/>
            <a:chOff x="822960" y="3017520"/>
            <a:chExt cx="8741664" cy="548640"/>
          </a:xfrm>
        </p:grpSpPr>
        <p:sp>
          <p:nvSpPr>
            <p:cNvPr id="19" name="Oval 18"/>
            <p:cNvSpPr/>
            <p:nvPr/>
          </p:nvSpPr>
          <p:spPr>
            <a:xfrm>
              <a:off x="822960" y="301752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26464" y="301752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발굴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3017520" y="301752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621024" y="301752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5212080" y="301752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15584" y="301752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7406640" y="3017520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010144" y="301752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grpSp>
        <p:nvGrpSpPr>
          <p:cNvPr id="36" name="asset:HDR-123"/>
          <p:cNvGrpSpPr/>
          <p:nvPr/>
        </p:nvGrpSpPr>
        <p:grpSpPr>
          <a:xfrm>
            <a:off x="822960" y="4069079"/>
            <a:ext cx="8741664" cy="548640"/>
            <a:chOff x="822960" y="4069079"/>
            <a:chExt cx="8741664" cy="548640"/>
          </a:xfrm>
        </p:grpSpPr>
        <p:sp>
          <p:nvSpPr>
            <p:cNvPr id="28" name="Oval 27"/>
            <p:cNvSpPr/>
            <p:nvPr/>
          </p:nvSpPr>
          <p:spPr>
            <a:xfrm>
              <a:off x="822960" y="4069079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26464" y="4069079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발굴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3017520" y="4069079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621024" y="4069079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32" name="Oval 31"/>
            <p:cNvSpPr/>
            <p:nvPr/>
          </p:nvSpPr>
          <p:spPr>
            <a:xfrm>
              <a:off x="5212080" y="4069079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815584" y="4069079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7406640" y="4069079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010144" y="4069079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grpSp>
        <p:nvGrpSpPr>
          <p:cNvPr id="45" name="asset:HDR-124"/>
          <p:cNvGrpSpPr/>
          <p:nvPr/>
        </p:nvGrpSpPr>
        <p:grpSpPr>
          <a:xfrm>
            <a:off x="822960" y="5120640"/>
            <a:ext cx="8741664" cy="548640"/>
            <a:chOff x="822960" y="5120640"/>
            <a:chExt cx="8741664" cy="548640"/>
          </a:xfrm>
        </p:grpSpPr>
        <p:sp>
          <p:nvSpPr>
            <p:cNvPr id="37" name="Oval 36"/>
            <p:cNvSpPr/>
            <p:nvPr/>
          </p:nvSpPr>
          <p:spPr>
            <a:xfrm>
              <a:off x="822960" y="5120640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426464" y="512064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발굴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3017520" y="5120640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621024" y="512064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5212080" y="5120640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815584" y="512064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7406640" y="5120640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10144" y="512064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" name="asset:HDR-125"/>
          <p:cNvGrpSpPr/>
          <p:nvPr/>
        </p:nvGrpSpPr>
        <p:grpSpPr>
          <a:xfrm>
            <a:off x="822960" y="914400"/>
            <a:ext cx="8741664" cy="548640"/>
            <a:chOff x="822960" y="914400"/>
            <a:chExt cx="8741664" cy="548640"/>
          </a:xfrm>
        </p:grpSpPr>
        <p:sp>
          <p:nvSpPr>
            <p:cNvPr id="2" name="Oval 1"/>
            <p:cNvSpPr/>
            <p:nvPr/>
          </p:nvSpPr>
          <p:spPr>
            <a:xfrm>
              <a:off x="822960" y="91440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426464" y="91440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발굴</a:t>
              </a:r>
            </a:p>
          </p:txBody>
        </p:sp>
        <p:sp>
          <p:nvSpPr>
            <p:cNvPr id="4" name="Oval 3"/>
            <p:cNvSpPr/>
            <p:nvPr/>
          </p:nvSpPr>
          <p:spPr>
            <a:xfrm>
              <a:off x="3017520" y="91440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621024" y="91440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5212080" y="91440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15584" y="91440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06640" y="914400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010144" y="91440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HDR-125~ · 넘버링 라벨 세트</a:t>
            </a:r>
          </a:p>
        </p:txBody>
      </p:sp>
      <p:grpSp>
        <p:nvGrpSpPr>
          <p:cNvPr id="20" name="asset:HDR-126"/>
          <p:cNvGrpSpPr/>
          <p:nvPr/>
        </p:nvGrpSpPr>
        <p:grpSpPr>
          <a:xfrm>
            <a:off x="822960" y="1965960"/>
            <a:ext cx="8741664" cy="548640"/>
            <a:chOff x="822960" y="1965960"/>
            <a:chExt cx="8741664" cy="548640"/>
          </a:xfrm>
        </p:grpSpPr>
        <p:sp>
          <p:nvSpPr>
            <p:cNvPr id="12" name="Oval 11"/>
            <p:cNvSpPr/>
            <p:nvPr/>
          </p:nvSpPr>
          <p:spPr>
            <a:xfrm>
              <a:off x="822960" y="196596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2646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발굴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017520" y="196596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62102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212080" y="196596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03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1558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제작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406640" y="1965960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04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10144" y="1965960"/>
              <a:ext cx="155448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2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배급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