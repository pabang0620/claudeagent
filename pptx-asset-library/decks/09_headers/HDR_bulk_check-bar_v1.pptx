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asset:HDR-055"/>
          <p:cNvGrpSpPr/>
          <p:nvPr/>
        </p:nvGrpSpPr>
        <p:grpSpPr>
          <a:xfrm>
            <a:off x="822960" y="914400"/>
            <a:ext cx="4572000" cy="502920"/>
            <a:chOff x="822960" y="914400"/>
            <a:chExt cx="4572000" cy="502920"/>
          </a:xfrm>
        </p:grpSpPr>
        <p:sp>
          <p:nvSpPr>
            <p:cNvPr id="2" name="Rounded Rectangle 1"/>
            <p:cNvSpPr/>
            <p:nvPr/>
          </p:nvSpPr>
          <p:spPr>
            <a:xfrm>
              <a:off x="822960" y="914400"/>
              <a:ext cx="4572000" cy="502920"/>
            </a:xfrm>
            <a:prstGeom prst="roundRect">
              <a:avLst>
                <a:gd name="adj" fmla="val 5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Oval 2"/>
            <p:cNvSpPr/>
            <p:nvPr/>
          </p:nvSpPr>
          <p:spPr>
            <a:xfrm>
              <a:off x="950976" y="1019556"/>
              <a:ext cx="292608" cy="2926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353312" y="914400"/>
              <a:ext cx="39319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차별화된 해외 진출 전략 수립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HDR-055~ · 체크 헤드라인 바</a:t>
            </a:r>
          </a:p>
        </p:txBody>
      </p:sp>
      <p:grpSp>
        <p:nvGrpSpPr>
          <p:cNvPr id="10" name="asset:HDR-056"/>
          <p:cNvGrpSpPr/>
          <p:nvPr/>
        </p:nvGrpSpPr>
        <p:grpSpPr>
          <a:xfrm>
            <a:off x="822960" y="1828800"/>
            <a:ext cx="4572000" cy="502920"/>
            <a:chOff x="822960" y="1828800"/>
            <a:chExt cx="4572000" cy="502920"/>
          </a:xfrm>
        </p:grpSpPr>
        <p:sp>
          <p:nvSpPr>
            <p:cNvPr id="7" name="Rounded Rectangle 6"/>
            <p:cNvSpPr/>
            <p:nvPr/>
          </p:nvSpPr>
          <p:spPr>
            <a:xfrm>
              <a:off x="822960" y="1828800"/>
              <a:ext cx="4572000" cy="502920"/>
            </a:xfrm>
            <a:prstGeom prst="roundRect">
              <a:avLst>
                <a:gd name="adj" fmla="val 5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950976" y="1933956"/>
              <a:ext cx="292608" cy="2926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53312" y="1828800"/>
              <a:ext cx="39319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차별화된 해외 진출 전략 수립</a:t>
              </a:r>
            </a:p>
          </p:txBody>
        </p:sp>
      </p:grpSp>
      <p:grpSp>
        <p:nvGrpSpPr>
          <p:cNvPr id="14" name="asset:HDR-057"/>
          <p:cNvGrpSpPr/>
          <p:nvPr/>
        </p:nvGrpSpPr>
        <p:grpSpPr>
          <a:xfrm>
            <a:off x="822960" y="2743200"/>
            <a:ext cx="4572000" cy="502920"/>
            <a:chOff x="822960" y="2743200"/>
            <a:chExt cx="4572000" cy="502920"/>
          </a:xfrm>
        </p:grpSpPr>
        <p:sp>
          <p:nvSpPr>
            <p:cNvPr id="11" name="Rounded Rectangle 10"/>
            <p:cNvSpPr/>
            <p:nvPr/>
          </p:nvSpPr>
          <p:spPr>
            <a:xfrm>
              <a:off x="822960" y="2743200"/>
              <a:ext cx="4572000" cy="502920"/>
            </a:xfrm>
            <a:prstGeom prst="roundRect">
              <a:avLst>
                <a:gd name="adj" fmla="val 5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950976" y="2848356"/>
              <a:ext cx="292608" cy="2926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53312" y="2743200"/>
              <a:ext cx="39319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차별화된 해외 진출 전략 수립</a:t>
              </a:r>
            </a:p>
          </p:txBody>
        </p:sp>
      </p:grpSp>
      <p:grpSp>
        <p:nvGrpSpPr>
          <p:cNvPr id="18" name="asset:HDR-058"/>
          <p:cNvGrpSpPr/>
          <p:nvPr/>
        </p:nvGrpSpPr>
        <p:grpSpPr>
          <a:xfrm>
            <a:off x="822960" y="3657600"/>
            <a:ext cx="4572000" cy="502920"/>
            <a:chOff x="822960" y="3657600"/>
            <a:chExt cx="4572000" cy="502920"/>
          </a:xfrm>
        </p:grpSpPr>
        <p:sp>
          <p:nvSpPr>
            <p:cNvPr id="15" name="Rounded Rectangle 14"/>
            <p:cNvSpPr/>
            <p:nvPr/>
          </p:nvSpPr>
          <p:spPr>
            <a:xfrm>
              <a:off x="822960" y="3657600"/>
              <a:ext cx="4572000" cy="502920"/>
            </a:xfrm>
            <a:prstGeom prst="roundRect">
              <a:avLst>
                <a:gd name="adj" fmla="val 5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950976" y="3762756"/>
              <a:ext cx="292608" cy="2926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53312" y="3657600"/>
              <a:ext cx="39319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차별화된 해외 진출 전략 수립</a:t>
              </a:r>
            </a:p>
          </p:txBody>
        </p:sp>
      </p:grpSp>
      <p:grpSp>
        <p:nvGrpSpPr>
          <p:cNvPr id="22" name="asset:HDR-059"/>
          <p:cNvGrpSpPr/>
          <p:nvPr/>
        </p:nvGrpSpPr>
        <p:grpSpPr>
          <a:xfrm>
            <a:off x="822960" y="4572000"/>
            <a:ext cx="4572000" cy="502920"/>
            <a:chOff x="822960" y="4572000"/>
            <a:chExt cx="4572000" cy="502920"/>
          </a:xfrm>
        </p:grpSpPr>
        <p:sp>
          <p:nvSpPr>
            <p:cNvPr id="19" name="Rounded Rectangle 18"/>
            <p:cNvSpPr/>
            <p:nvPr/>
          </p:nvSpPr>
          <p:spPr>
            <a:xfrm>
              <a:off x="822960" y="4572000"/>
              <a:ext cx="4572000" cy="502920"/>
            </a:xfrm>
            <a:prstGeom prst="roundRect">
              <a:avLst>
                <a:gd name="adj" fmla="val 5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950976" y="4677156"/>
              <a:ext cx="292608" cy="2926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353312" y="4572000"/>
              <a:ext cx="39319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차별화된 해외 진출 전략 수립</a:t>
              </a:r>
            </a:p>
          </p:txBody>
        </p:sp>
      </p:grpSp>
      <p:grpSp>
        <p:nvGrpSpPr>
          <p:cNvPr id="26" name="asset:HDR-060"/>
          <p:cNvGrpSpPr/>
          <p:nvPr/>
        </p:nvGrpSpPr>
        <p:grpSpPr>
          <a:xfrm>
            <a:off x="822960" y="5486400"/>
            <a:ext cx="4572000" cy="502920"/>
            <a:chOff x="822960" y="5486400"/>
            <a:chExt cx="4572000" cy="502920"/>
          </a:xfrm>
        </p:grpSpPr>
        <p:sp>
          <p:nvSpPr>
            <p:cNvPr id="23" name="Rounded Rectangle 22"/>
            <p:cNvSpPr/>
            <p:nvPr/>
          </p:nvSpPr>
          <p:spPr>
            <a:xfrm>
              <a:off x="822960" y="5486400"/>
              <a:ext cx="4572000" cy="50292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950976" y="5591556"/>
              <a:ext cx="292608" cy="2926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353312" y="5486400"/>
              <a:ext cx="39319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차별화된 해외 진출 전략 수립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asset:HDR-061"/>
          <p:cNvGrpSpPr/>
          <p:nvPr/>
        </p:nvGrpSpPr>
        <p:grpSpPr>
          <a:xfrm>
            <a:off x="822960" y="914400"/>
            <a:ext cx="4572000" cy="502920"/>
            <a:chOff x="822960" y="914400"/>
            <a:chExt cx="4572000" cy="502920"/>
          </a:xfrm>
        </p:grpSpPr>
        <p:sp>
          <p:nvSpPr>
            <p:cNvPr id="2" name="Rounded Rectangle 1"/>
            <p:cNvSpPr/>
            <p:nvPr/>
          </p:nvSpPr>
          <p:spPr>
            <a:xfrm>
              <a:off x="822960" y="914400"/>
              <a:ext cx="4572000" cy="502920"/>
            </a:xfrm>
            <a:prstGeom prst="roundRect">
              <a:avLst>
                <a:gd name="adj" fmla="val 5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Oval 2"/>
            <p:cNvSpPr/>
            <p:nvPr/>
          </p:nvSpPr>
          <p:spPr>
            <a:xfrm>
              <a:off x="950976" y="1019556"/>
              <a:ext cx="292608" cy="2926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353312" y="914400"/>
              <a:ext cx="39319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파트너십 기반 실행력 확보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HDR-061~ · 체크 헤드라인 바</a:t>
            </a:r>
          </a:p>
        </p:txBody>
      </p:sp>
      <p:grpSp>
        <p:nvGrpSpPr>
          <p:cNvPr id="10" name="asset:HDR-062"/>
          <p:cNvGrpSpPr/>
          <p:nvPr/>
        </p:nvGrpSpPr>
        <p:grpSpPr>
          <a:xfrm>
            <a:off x="822960" y="1828800"/>
            <a:ext cx="4572000" cy="502920"/>
            <a:chOff x="822960" y="1828800"/>
            <a:chExt cx="4572000" cy="502920"/>
          </a:xfrm>
        </p:grpSpPr>
        <p:sp>
          <p:nvSpPr>
            <p:cNvPr id="7" name="Rounded Rectangle 6"/>
            <p:cNvSpPr/>
            <p:nvPr/>
          </p:nvSpPr>
          <p:spPr>
            <a:xfrm>
              <a:off x="822960" y="1828800"/>
              <a:ext cx="4572000" cy="502920"/>
            </a:xfrm>
            <a:prstGeom prst="roundRect">
              <a:avLst>
                <a:gd name="adj" fmla="val 5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950976" y="1933956"/>
              <a:ext cx="292608" cy="2926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53312" y="1828800"/>
              <a:ext cx="39319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파트너십 기반 실행력 확보</a:t>
              </a:r>
            </a:p>
          </p:txBody>
        </p:sp>
      </p:grpSp>
      <p:grpSp>
        <p:nvGrpSpPr>
          <p:cNvPr id="14" name="asset:HDR-063"/>
          <p:cNvGrpSpPr/>
          <p:nvPr/>
        </p:nvGrpSpPr>
        <p:grpSpPr>
          <a:xfrm>
            <a:off x="822960" y="2743200"/>
            <a:ext cx="4572000" cy="502920"/>
            <a:chOff x="822960" y="2743200"/>
            <a:chExt cx="4572000" cy="502920"/>
          </a:xfrm>
        </p:grpSpPr>
        <p:sp>
          <p:nvSpPr>
            <p:cNvPr id="11" name="Rounded Rectangle 10"/>
            <p:cNvSpPr/>
            <p:nvPr/>
          </p:nvSpPr>
          <p:spPr>
            <a:xfrm>
              <a:off x="822960" y="2743200"/>
              <a:ext cx="4572000" cy="502920"/>
            </a:xfrm>
            <a:prstGeom prst="roundRect">
              <a:avLst>
                <a:gd name="adj" fmla="val 5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950976" y="2848356"/>
              <a:ext cx="292608" cy="2926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53312" y="2743200"/>
              <a:ext cx="39319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파트너십 기반 실행력 확보</a:t>
              </a:r>
            </a:p>
          </p:txBody>
        </p:sp>
      </p:grpSp>
      <p:grpSp>
        <p:nvGrpSpPr>
          <p:cNvPr id="18" name="asset:HDR-064"/>
          <p:cNvGrpSpPr/>
          <p:nvPr/>
        </p:nvGrpSpPr>
        <p:grpSpPr>
          <a:xfrm>
            <a:off x="822960" y="3657600"/>
            <a:ext cx="4572000" cy="502920"/>
            <a:chOff x="822960" y="3657600"/>
            <a:chExt cx="4572000" cy="502920"/>
          </a:xfrm>
        </p:grpSpPr>
        <p:sp>
          <p:nvSpPr>
            <p:cNvPr id="15" name="Rounded Rectangle 14"/>
            <p:cNvSpPr/>
            <p:nvPr/>
          </p:nvSpPr>
          <p:spPr>
            <a:xfrm>
              <a:off x="822960" y="3657600"/>
              <a:ext cx="4572000" cy="502920"/>
            </a:xfrm>
            <a:prstGeom prst="roundRect">
              <a:avLst>
                <a:gd name="adj" fmla="val 5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950976" y="3762756"/>
              <a:ext cx="292608" cy="2926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53312" y="3657600"/>
              <a:ext cx="39319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파트너십 기반 실행력 확보</a:t>
              </a:r>
            </a:p>
          </p:txBody>
        </p:sp>
      </p:grpSp>
      <p:grpSp>
        <p:nvGrpSpPr>
          <p:cNvPr id="22" name="asset:HDR-065"/>
          <p:cNvGrpSpPr/>
          <p:nvPr/>
        </p:nvGrpSpPr>
        <p:grpSpPr>
          <a:xfrm>
            <a:off x="822960" y="4572000"/>
            <a:ext cx="4572000" cy="502920"/>
            <a:chOff x="822960" y="4572000"/>
            <a:chExt cx="4572000" cy="502920"/>
          </a:xfrm>
        </p:grpSpPr>
        <p:sp>
          <p:nvSpPr>
            <p:cNvPr id="19" name="Rounded Rectangle 18"/>
            <p:cNvSpPr/>
            <p:nvPr/>
          </p:nvSpPr>
          <p:spPr>
            <a:xfrm>
              <a:off x="822960" y="4572000"/>
              <a:ext cx="4572000" cy="502920"/>
            </a:xfrm>
            <a:prstGeom prst="roundRect">
              <a:avLst>
                <a:gd name="adj" fmla="val 5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950976" y="4677156"/>
              <a:ext cx="292608" cy="2926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353312" y="4572000"/>
              <a:ext cx="39319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파트너십 기반 실행력 확보</a:t>
              </a:r>
            </a:p>
          </p:txBody>
        </p:sp>
      </p:grpSp>
      <p:grpSp>
        <p:nvGrpSpPr>
          <p:cNvPr id="26" name="asset:HDR-066"/>
          <p:cNvGrpSpPr/>
          <p:nvPr/>
        </p:nvGrpSpPr>
        <p:grpSpPr>
          <a:xfrm>
            <a:off x="822960" y="5486400"/>
            <a:ext cx="4572000" cy="502920"/>
            <a:chOff x="822960" y="5486400"/>
            <a:chExt cx="4572000" cy="502920"/>
          </a:xfrm>
        </p:grpSpPr>
        <p:sp>
          <p:nvSpPr>
            <p:cNvPr id="23" name="Rounded Rectangle 22"/>
            <p:cNvSpPr/>
            <p:nvPr/>
          </p:nvSpPr>
          <p:spPr>
            <a:xfrm>
              <a:off x="822960" y="5486400"/>
              <a:ext cx="4572000" cy="50292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950976" y="5591556"/>
              <a:ext cx="292608" cy="2926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353312" y="5486400"/>
              <a:ext cx="39319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파트너십 기반 실행력 확보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