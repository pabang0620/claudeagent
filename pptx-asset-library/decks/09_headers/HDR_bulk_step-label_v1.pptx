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asset:HDR-169"/>
          <p:cNvGrpSpPr/>
          <p:nvPr/>
        </p:nvGrpSpPr>
        <p:grpSpPr>
          <a:xfrm>
            <a:off x="548640" y="1097280"/>
            <a:ext cx="4937760" cy="786384"/>
            <a:chOff x="548640" y="1097280"/>
            <a:chExt cx="4937760" cy="786384"/>
          </a:xfrm>
        </p:grpSpPr>
        <p:sp>
          <p:nvSpPr>
            <p:cNvPr id="2" name="Oval 1"/>
            <p:cNvSpPr/>
            <p:nvPr/>
          </p:nvSpPr>
          <p:spPr>
            <a:xfrm>
              <a:off x="548640" y="1097280"/>
              <a:ext cx="786384" cy="786384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1517904" y="1115568"/>
              <a:ext cx="3968496" cy="292608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STEP 01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517904" y="1426464"/>
              <a:ext cx="3968496" cy="42062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시장 조사 및 현황 진단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HDR-169~ · 스텝 라벨</a:t>
            </a:r>
          </a:p>
        </p:txBody>
      </p:sp>
      <p:grpSp>
        <p:nvGrpSpPr>
          <p:cNvPr id="10" name="asset:HDR-170"/>
          <p:cNvGrpSpPr/>
          <p:nvPr/>
        </p:nvGrpSpPr>
        <p:grpSpPr>
          <a:xfrm>
            <a:off x="6400800" y="1097280"/>
            <a:ext cx="4937760" cy="786384"/>
            <a:chOff x="6400800" y="1097280"/>
            <a:chExt cx="4937760" cy="786384"/>
          </a:xfrm>
        </p:grpSpPr>
        <p:sp>
          <p:nvSpPr>
            <p:cNvPr id="7" name="Oval 6"/>
            <p:cNvSpPr/>
            <p:nvPr/>
          </p:nvSpPr>
          <p:spPr>
            <a:xfrm>
              <a:off x="6400800" y="1097280"/>
              <a:ext cx="786384" cy="786384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370064" y="1115568"/>
              <a:ext cx="3968496" cy="292608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STEP 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370064" y="1426464"/>
              <a:ext cx="3968496" cy="42062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시장 조사 및 현황 진단</a:t>
              </a:r>
            </a:p>
          </p:txBody>
        </p:sp>
      </p:grpSp>
      <p:grpSp>
        <p:nvGrpSpPr>
          <p:cNvPr id="14" name="asset:HDR-171"/>
          <p:cNvGrpSpPr/>
          <p:nvPr/>
        </p:nvGrpSpPr>
        <p:grpSpPr>
          <a:xfrm>
            <a:off x="548640" y="2194560"/>
            <a:ext cx="4937760" cy="786384"/>
            <a:chOff x="548640" y="2194560"/>
            <a:chExt cx="4937760" cy="786384"/>
          </a:xfrm>
        </p:grpSpPr>
        <p:sp>
          <p:nvSpPr>
            <p:cNvPr id="11" name="Oval 10"/>
            <p:cNvSpPr/>
            <p:nvPr/>
          </p:nvSpPr>
          <p:spPr>
            <a:xfrm>
              <a:off x="548640" y="2194560"/>
              <a:ext cx="786384" cy="786384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17904" y="2212848"/>
              <a:ext cx="3968496" cy="292608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STEP 01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517904" y="2523744"/>
              <a:ext cx="3968496" cy="42062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시장 조사 및 현황 진단</a:t>
              </a:r>
            </a:p>
          </p:txBody>
        </p:sp>
      </p:grpSp>
      <p:grpSp>
        <p:nvGrpSpPr>
          <p:cNvPr id="18" name="asset:HDR-172"/>
          <p:cNvGrpSpPr/>
          <p:nvPr/>
        </p:nvGrpSpPr>
        <p:grpSpPr>
          <a:xfrm>
            <a:off x="6400800" y="2194560"/>
            <a:ext cx="4937760" cy="786384"/>
            <a:chOff x="6400800" y="2194560"/>
            <a:chExt cx="4937760" cy="786384"/>
          </a:xfrm>
        </p:grpSpPr>
        <p:sp>
          <p:nvSpPr>
            <p:cNvPr id="15" name="Oval 14"/>
            <p:cNvSpPr/>
            <p:nvPr/>
          </p:nvSpPr>
          <p:spPr>
            <a:xfrm>
              <a:off x="6400800" y="2194560"/>
              <a:ext cx="786384" cy="786384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370064" y="2212848"/>
              <a:ext cx="3968496" cy="292608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STEP 01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370064" y="2523744"/>
              <a:ext cx="3968496" cy="42062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시장 조사 및 현황 진단</a:t>
              </a:r>
            </a:p>
          </p:txBody>
        </p:sp>
      </p:grpSp>
      <p:grpSp>
        <p:nvGrpSpPr>
          <p:cNvPr id="22" name="asset:HDR-173"/>
          <p:cNvGrpSpPr/>
          <p:nvPr/>
        </p:nvGrpSpPr>
        <p:grpSpPr>
          <a:xfrm>
            <a:off x="548640" y="3291839"/>
            <a:ext cx="4937760" cy="786384"/>
            <a:chOff x="548640" y="3291839"/>
            <a:chExt cx="4937760" cy="786384"/>
          </a:xfrm>
        </p:grpSpPr>
        <p:sp>
          <p:nvSpPr>
            <p:cNvPr id="19" name="Oval 18"/>
            <p:cNvSpPr/>
            <p:nvPr/>
          </p:nvSpPr>
          <p:spPr>
            <a:xfrm>
              <a:off x="548640" y="3291839"/>
              <a:ext cx="786384" cy="786384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517904" y="3310127"/>
              <a:ext cx="3968496" cy="292608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STEP 01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517904" y="3621023"/>
              <a:ext cx="3968496" cy="42062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시장 조사 및 현황 진단</a:t>
              </a:r>
            </a:p>
          </p:txBody>
        </p:sp>
      </p:grpSp>
      <p:grpSp>
        <p:nvGrpSpPr>
          <p:cNvPr id="26" name="asset:HDR-174"/>
          <p:cNvGrpSpPr/>
          <p:nvPr/>
        </p:nvGrpSpPr>
        <p:grpSpPr>
          <a:xfrm>
            <a:off x="6400800" y="3291839"/>
            <a:ext cx="4937760" cy="786384"/>
            <a:chOff x="6400800" y="3291839"/>
            <a:chExt cx="4937760" cy="786384"/>
          </a:xfrm>
        </p:grpSpPr>
        <p:sp>
          <p:nvSpPr>
            <p:cNvPr id="23" name="Oval 22"/>
            <p:cNvSpPr/>
            <p:nvPr/>
          </p:nvSpPr>
          <p:spPr>
            <a:xfrm>
              <a:off x="6400800" y="3291839"/>
              <a:ext cx="786384" cy="786384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370064" y="3310127"/>
              <a:ext cx="3968496" cy="292608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STEP 01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370064" y="3621023"/>
              <a:ext cx="3968496" cy="42062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시장 조사 및 현황 진단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asset:HDR-175"/>
          <p:cNvGrpSpPr/>
          <p:nvPr/>
        </p:nvGrpSpPr>
        <p:grpSpPr>
          <a:xfrm>
            <a:off x="548640" y="1097280"/>
            <a:ext cx="4937760" cy="786384"/>
            <a:chOff x="548640" y="1097280"/>
            <a:chExt cx="4937760" cy="786384"/>
          </a:xfrm>
        </p:grpSpPr>
        <p:sp>
          <p:nvSpPr>
            <p:cNvPr id="2" name="Oval 1"/>
            <p:cNvSpPr/>
            <p:nvPr/>
          </p:nvSpPr>
          <p:spPr>
            <a:xfrm>
              <a:off x="548640" y="1097280"/>
              <a:ext cx="786384" cy="786384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02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1517904" y="1115568"/>
              <a:ext cx="3968496" cy="292608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STEP 02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517904" y="1426464"/>
              <a:ext cx="3968496" cy="42062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현지화 전략 수립 및 실행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HDR-175~ · 스텝 라벨</a:t>
            </a:r>
          </a:p>
        </p:txBody>
      </p:sp>
      <p:grpSp>
        <p:nvGrpSpPr>
          <p:cNvPr id="10" name="asset:HDR-176"/>
          <p:cNvGrpSpPr/>
          <p:nvPr/>
        </p:nvGrpSpPr>
        <p:grpSpPr>
          <a:xfrm>
            <a:off x="6400800" y="1097280"/>
            <a:ext cx="4937760" cy="786384"/>
            <a:chOff x="6400800" y="1097280"/>
            <a:chExt cx="4937760" cy="786384"/>
          </a:xfrm>
        </p:grpSpPr>
        <p:sp>
          <p:nvSpPr>
            <p:cNvPr id="7" name="Oval 6"/>
            <p:cNvSpPr/>
            <p:nvPr/>
          </p:nvSpPr>
          <p:spPr>
            <a:xfrm>
              <a:off x="6400800" y="1097280"/>
              <a:ext cx="786384" cy="786384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02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370064" y="1115568"/>
              <a:ext cx="3968496" cy="292608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STEP 02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370064" y="1426464"/>
              <a:ext cx="3968496" cy="42062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현지화 전략 수립 및 실행</a:t>
              </a:r>
            </a:p>
          </p:txBody>
        </p:sp>
      </p:grpSp>
      <p:grpSp>
        <p:nvGrpSpPr>
          <p:cNvPr id="14" name="asset:HDR-177"/>
          <p:cNvGrpSpPr/>
          <p:nvPr/>
        </p:nvGrpSpPr>
        <p:grpSpPr>
          <a:xfrm>
            <a:off x="548640" y="2194560"/>
            <a:ext cx="4937760" cy="786384"/>
            <a:chOff x="548640" y="2194560"/>
            <a:chExt cx="4937760" cy="786384"/>
          </a:xfrm>
        </p:grpSpPr>
        <p:sp>
          <p:nvSpPr>
            <p:cNvPr id="11" name="Oval 10"/>
            <p:cNvSpPr/>
            <p:nvPr/>
          </p:nvSpPr>
          <p:spPr>
            <a:xfrm>
              <a:off x="548640" y="2194560"/>
              <a:ext cx="786384" cy="786384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02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17904" y="2212848"/>
              <a:ext cx="3968496" cy="292608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STEP 02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517904" y="2523744"/>
              <a:ext cx="3968496" cy="42062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현지화 전략 수립 및 실행</a:t>
              </a:r>
            </a:p>
          </p:txBody>
        </p:sp>
      </p:grpSp>
      <p:grpSp>
        <p:nvGrpSpPr>
          <p:cNvPr id="18" name="asset:HDR-178"/>
          <p:cNvGrpSpPr/>
          <p:nvPr/>
        </p:nvGrpSpPr>
        <p:grpSpPr>
          <a:xfrm>
            <a:off x="6400800" y="2194560"/>
            <a:ext cx="4937760" cy="786384"/>
            <a:chOff x="6400800" y="2194560"/>
            <a:chExt cx="4937760" cy="786384"/>
          </a:xfrm>
        </p:grpSpPr>
        <p:sp>
          <p:nvSpPr>
            <p:cNvPr id="15" name="Oval 14"/>
            <p:cNvSpPr/>
            <p:nvPr/>
          </p:nvSpPr>
          <p:spPr>
            <a:xfrm>
              <a:off x="6400800" y="2194560"/>
              <a:ext cx="786384" cy="786384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02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370064" y="2212848"/>
              <a:ext cx="3968496" cy="292608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STEP 02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370064" y="2523744"/>
              <a:ext cx="3968496" cy="42062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현지화 전략 수립 및 실행</a:t>
              </a:r>
            </a:p>
          </p:txBody>
        </p:sp>
      </p:grpSp>
      <p:grpSp>
        <p:nvGrpSpPr>
          <p:cNvPr id="22" name="asset:HDR-179"/>
          <p:cNvGrpSpPr/>
          <p:nvPr/>
        </p:nvGrpSpPr>
        <p:grpSpPr>
          <a:xfrm>
            <a:off x="548640" y="3291839"/>
            <a:ext cx="4937760" cy="786384"/>
            <a:chOff x="548640" y="3291839"/>
            <a:chExt cx="4937760" cy="786384"/>
          </a:xfrm>
        </p:grpSpPr>
        <p:sp>
          <p:nvSpPr>
            <p:cNvPr id="19" name="Oval 18"/>
            <p:cNvSpPr/>
            <p:nvPr/>
          </p:nvSpPr>
          <p:spPr>
            <a:xfrm>
              <a:off x="548640" y="3291839"/>
              <a:ext cx="786384" cy="786384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02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517904" y="3310127"/>
              <a:ext cx="3968496" cy="292608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STEP 02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517904" y="3621023"/>
              <a:ext cx="3968496" cy="42062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현지화 전략 수립 및 실행</a:t>
              </a:r>
            </a:p>
          </p:txBody>
        </p:sp>
      </p:grpSp>
      <p:grpSp>
        <p:nvGrpSpPr>
          <p:cNvPr id="26" name="asset:HDR-180"/>
          <p:cNvGrpSpPr/>
          <p:nvPr/>
        </p:nvGrpSpPr>
        <p:grpSpPr>
          <a:xfrm>
            <a:off x="6400800" y="3291839"/>
            <a:ext cx="4937760" cy="786384"/>
            <a:chOff x="6400800" y="3291839"/>
            <a:chExt cx="4937760" cy="786384"/>
          </a:xfrm>
        </p:grpSpPr>
        <p:sp>
          <p:nvSpPr>
            <p:cNvPr id="23" name="Oval 22"/>
            <p:cNvSpPr/>
            <p:nvPr/>
          </p:nvSpPr>
          <p:spPr>
            <a:xfrm>
              <a:off x="6400800" y="3291839"/>
              <a:ext cx="786384" cy="786384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02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370064" y="3310127"/>
              <a:ext cx="3968496" cy="292608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STEP 02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370064" y="3621023"/>
              <a:ext cx="3968496" cy="42062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현지화 전략 수립 및 실행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