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8" name="asset:HDR-157"/>
          <p:cNvGrpSpPr/>
          <p:nvPr/>
        </p:nvGrpSpPr>
        <p:grpSpPr>
          <a:xfrm>
            <a:off x="1065276" y="960120"/>
            <a:ext cx="8110728" cy="493776"/>
            <a:chOff x="1065276" y="960120"/>
            <a:chExt cx="8110728" cy="493776"/>
          </a:xfrm>
        </p:grpSpPr>
        <p:sp>
          <p:nvSpPr>
            <p:cNvPr id="2" name="Rectangle 1"/>
            <p:cNvSpPr/>
            <p:nvPr/>
          </p:nvSpPr>
          <p:spPr>
            <a:xfrm>
              <a:off x="1097280" y="1005840"/>
              <a:ext cx="8046720" cy="54864"/>
            </a:xfrm>
            <a:prstGeom prst="rect">
              <a:avLst/>
            </a:prstGeom>
            <a:gradFill rotWithShape="1">
              <a:gsLst>
                <a:gs pos="0">
                  <a:srgbClr val="1F3864"/>
                </a:gs>
                <a:gs pos="100000">
                  <a:srgbClr val="FFFFFF"/>
                </a:gs>
              </a:gsLst>
              <a:lin scaled="0" ang="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" name="Diamond 2"/>
            <p:cNvSpPr/>
            <p:nvPr/>
          </p:nvSpPr>
          <p:spPr>
            <a:xfrm>
              <a:off x="5047488" y="960120"/>
              <a:ext cx="146304" cy="146304"/>
            </a:xfrm>
            <a:prstGeom prst="diamond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1065276" y="138988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>
              <a:off x="1415133" y="138988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1764990" y="138988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2114848" y="138988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2464705" y="138988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>
              <a:off x="2814562" y="138988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Oval 9"/>
            <p:cNvSpPr/>
            <p:nvPr/>
          </p:nvSpPr>
          <p:spPr>
            <a:xfrm>
              <a:off x="3164420" y="138988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3514277" y="138988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>
              <a:off x="3864135" y="138988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Oval 12"/>
            <p:cNvSpPr/>
            <p:nvPr/>
          </p:nvSpPr>
          <p:spPr>
            <a:xfrm>
              <a:off x="4213992" y="138988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Oval 13"/>
            <p:cNvSpPr/>
            <p:nvPr/>
          </p:nvSpPr>
          <p:spPr>
            <a:xfrm>
              <a:off x="4563849" y="138988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Oval 14"/>
            <p:cNvSpPr/>
            <p:nvPr/>
          </p:nvSpPr>
          <p:spPr>
            <a:xfrm>
              <a:off x="4913707" y="138988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Oval 15"/>
            <p:cNvSpPr/>
            <p:nvPr/>
          </p:nvSpPr>
          <p:spPr>
            <a:xfrm>
              <a:off x="5263564" y="138988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Oval 16"/>
            <p:cNvSpPr/>
            <p:nvPr/>
          </p:nvSpPr>
          <p:spPr>
            <a:xfrm>
              <a:off x="5613422" y="138988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Oval 17"/>
            <p:cNvSpPr/>
            <p:nvPr/>
          </p:nvSpPr>
          <p:spPr>
            <a:xfrm>
              <a:off x="5963279" y="138988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Oval 18"/>
            <p:cNvSpPr/>
            <p:nvPr/>
          </p:nvSpPr>
          <p:spPr>
            <a:xfrm>
              <a:off x="6313136" y="138988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Oval 19"/>
            <p:cNvSpPr/>
            <p:nvPr/>
          </p:nvSpPr>
          <p:spPr>
            <a:xfrm>
              <a:off x="6662994" y="138988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Oval 20"/>
            <p:cNvSpPr/>
            <p:nvPr/>
          </p:nvSpPr>
          <p:spPr>
            <a:xfrm>
              <a:off x="7012851" y="138988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Oval 21"/>
            <p:cNvSpPr/>
            <p:nvPr/>
          </p:nvSpPr>
          <p:spPr>
            <a:xfrm>
              <a:off x="7362709" y="138988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Oval 22"/>
            <p:cNvSpPr/>
            <p:nvPr/>
          </p:nvSpPr>
          <p:spPr>
            <a:xfrm>
              <a:off x="7712566" y="138988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Oval 23"/>
            <p:cNvSpPr/>
            <p:nvPr/>
          </p:nvSpPr>
          <p:spPr>
            <a:xfrm>
              <a:off x="8062423" y="138988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Oval 24"/>
            <p:cNvSpPr/>
            <p:nvPr/>
          </p:nvSpPr>
          <p:spPr>
            <a:xfrm>
              <a:off x="8412281" y="138988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Oval 25"/>
            <p:cNvSpPr/>
            <p:nvPr/>
          </p:nvSpPr>
          <p:spPr>
            <a:xfrm>
              <a:off x="8762138" y="138988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Oval 26"/>
            <p:cNvSpPr/>
            <p:nvPr/>
          </p:nvSpPr>
          <p:spPr>
            <a:xfrm>
              <a:off x="9111996" y="138988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HDR-157~ · 구분선 변형</a:t>
            </a:r>
          </a:p>
        </p:txBody>
      </p:sp>
      <p:grpSp>
        <p:nvGrpSpPr>
          <p:cNvPr id="56" name="asset:HDR-158"/>
          <p:cNvGrpSpPr/>
          <p:nvPr/>
        </p:nvGrpSpPr>
        <p:grpSpPr>
          <a:xfrm>
            <a:off x="1065276" y="1920240"/>
            <a:ext cx="8110728" cy="493776"/>
            <a:chOff x="1065276" y="1920240"/>
            <a:chExt cx="8110728" cy="493776"/>
          </a:xfrm>
        </p:grpSpPr>
        <p:sp>
          <p:nvSpPr>
            <p:cNvPr id="30" name="Rectangle 29"/>
            <p:cNvSpPr/>
            <p:nvPr/>
          </p:nvSpPr>
          <p:spPr>
            <a:xfrm>
              <a:off x="1097280" y="1965960"/>
              <a:ext cx="8046720" cy="54864"/>
            </a:xfrm>
            <a:prstGeom prst="rect">
              <a:avLst/>
            </a:prstGeom>
            <a:gradFill rotWithShape="1">
              <a:gsLst>
                <a:gs pos="0">
                  <a:srgbClr val="2E75D6"/>
                </a:gs>
                <a:gs pos="100000">
                  <a:srgbClr val="FFFFFF"/>
                </a:gs>
              </a:gsLst>
              <a:lin scaled="0" ang="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Diamond 30"/>
            <p:cNvSpPr/>
            <p:nvPr/>
          </p:nvSpPr>
          <p:spPr>
            <a:xfrm>
              <a:off x="5047488" y="1920240"/>
              <a:ext cx="146304" cy="146304"/>
            </a:xfrm>
            <a:prstGeom prst="diamond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Oval 31"/>
            <p:cNvSpPr/>
            <p:nvPr/>
          </p:nvSpPr>
          <p:spPr>
            <a:xfrm>
              <a:off x="1065276" y="235000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Oval 32"/>
            <p:cNvSpPr/>
            <p:nvPr/>
          </p:nvSpPr>
          <p:spPr>
            <a:xfrm>
              <a:off x="1415133" y="235000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Oval 33"/>
            <p:cNvSpPr/>
            <p:nvPr/>
          </p:nvSpPr>
          <p:spPr>
            <a:xfrm>
              <a:off x="1764990" y="235000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Oval 34"/>
            <p:cNvSpPr/>
            <p:nvPr/>
          </p:nvSpPr>
          <p:spPr>
            <a:xfrm>
              <a:off x="2114848" y="235000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Oval 35"/>
            <p:cNvSpPr/>
            <p:nvPr/>
          </p:nvSpPr>
          <p:spPr>
            <a:xfrm>
              <a:off x="2464705" y="235000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Oval 36"/>
            <p:cNvSpPr/>
            <p:nvPr/>
          </p:nvSpPr>
          <p:spPr>
            <a:xfrm>
              <a:off x="2814562" y="235000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Oval 37"/>
            <p:cNvSpPr/>
            <p:nvPr/>
          </p:nvSpPr>
          <p:spPr>
            <a:xfrm>
              <a:off x="3164420" y="235000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Oval 38"/>
            <p:cNvSpPr/>
            <p:nvPr/>
          </p:nvSpPr>
          <p:spPr>
            <a:xfrm>
              <a:off x="3514277" y="235000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Oval 39"/>
            <p:cNvSpPr/>
            <p:nvPr/>
          </p:nvSpPr>
          <p:spPr>
            <a:xfrm>
              <a:off x="3864135" y="235000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Oval 40"/>
            <p:cNvSpPr/>
            <p:nvPr/>
          </p:nvSpPr>
          <p:spPr>
            <a:xfrm>
              <a:off x="4213992" y="235000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Oval 41"/>
            <p:cNvSpPr/>
            <p:nvPr/>
          </p:nvSpPr>
          <p:spPr>
            <a:xfrm>
              <a:off x="4563849" y="235000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Oval 42"/>
            <p:cNvSpPr/>
            <p:nvPr/>
          </p:nvSpPr>
          <p:spPr>
            <a:xfrm>
              <a:off x="4913707" y="235000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Oval 43"/>
            <p:cNvSpPr/>
            <p:nvPr/>
          </p:nvSpPr>
          <p:spPr>
            <a:xfrm>
              <a:off x="5263564" y="235000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Oval 44"/>
            <p:cNvSpPr/>
            <p:nvPr/>
          </p:nvSpPr>
          <p:spPr>
            <a:xfrm>
              <a:off x="5613422" y="235000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Oval 45"/>
            <p:cNvSpPr/>
            <p:nvPr/>
          </p:nvSpPr>
          <p:spPr>
            <a:xfrm>
              <a:off x="5963279" y="235000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Oval 46"/>
            <p:cNvSpPr/>
            <p:nvPr/>
          </p:nvSpPr>
          <p:spPr>
            <a:xfrm>
              <a:off x="6313136" y="235000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Oval 47"/>
            <p:cNvSpPr/>
            <p:nvPr/>
          </p:nvSpPr>
          <p:spPr>
            <a:xfrm>
              <a:off x="6662994" y="235000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Oval 48"/>
            <p:cNvSpPr/>
            <p:nvPr/>
          </p:nvSpPr>
          <p:spPr>
            <a:xfrm>
              <a:off x="7012851" y="235000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Oval 49"/>
            <p:cNvSpPr/>
            <p:nvPr/>
          </p:nvSpPr>
          <p:spPr>
            <a:xfrm>
              <a:off x="7362709" y="235000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Oval 50"/>
            <p:cNvSpPr/>
            <p:nvPr/>
          </p:nvSpPr>
          <p:spPr>
            <a:xfrm>
              <a:off x="7712566" y="235000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Oval 51"/>
            <p:cNvSpPr/>
            <p:nvPr/>
          </p:nvSpPr>
          <p:spPr>
            <a:xfrm>
              <a:off x="8062423" y="235000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Oval 52"/>
            <p:cNvSpPr/>
            <p:nvPr/>
          </p:nvSpPr>
          <p:spPr>
            <a:xfrm>
              <a:off x="8412281" y="235000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Oval 53"/>
            <p:cNvSpPr/>
            <p:nvPr/>
          </p:nvSpPr>
          <p:spPr>
            <a:xfrm>
              <a:off x="8762138" y="235000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Oval 54"/>
            <p:cNvSpPr/>
            <p:nvPr/>
          </p:nvSpPr>
          <p:spPr>
            <a:xfrm>
              <a:off x="9111996" y="235000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3" name="asset:HDR-159"/>
          <p:cNvGrpSpPr/>
          <p:nvPr/>
        </p:nvGrpSpPr>
        <p:grpSpPr>
          <a:xfrm>
            <a:off x="1065276" y="2880360"/>
            <a:ext cx="8110728" cy="493776"/>
            <a:chOff x="1065276" y="2880360"/>
            <a:chExt cx="8110728" cy="493776"/>
          </a:xfrm>
        </p:grpSpPr>
        <p:sp>
          <p:nvSpPr>
            <p:cNvPr id="57" name="Rectangle 56"/>
            <p:cNvSpPr/>
            <p:nvPr/>
          </p:nvSpPr>
          <p:spPr>
            <a:xfrm>
              <a:off x="1097280" y="2926080"/>
              <a:ext cx="8046720" cy="54864"/>
            </a:xfrm>
            <a:prstGeom prst="rect">
              <a:avLst/>
            </a:prstGeom>
            <a:gradFill rotWithShape="1">
              <a:gsLst>
                <a:gs pos="0">
                  <a:srgbClr val="1F9E8F"/>
                </a:gs>
                <a:gs pos="100000">
                  <a:srgbClr val="FFFFFF"/>
                </a:gs>
              </a:gsLst>
              <a:lin scaled="0" ang="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Diamond 57"/>
            <p:cNvSpPr/>
            <p:nvPr/>
          </p:nvSpPr>
          <p:spPr>
            <a:xfrm>
              <a:off x="5047488" y="2880360"/>
              <a:ext cx="146304" cy="146304"/>
            </a:xfrm>
            <a:prstGeom prst="diamond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Oval 58"/>
            <p:cNvSpPr/>
            <p:nvPr/>
          </p:nvSpPr>
          <p:spPr>
            <a:xfrm>
              <a:off x="1065276" y="331012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Oval 59"/>
            <p:cNvSpPr/>
            <p:nvPr/>
          </p:nvSpPr>
          <p:spPr>
            <a:xfrm>
              <a:off x="1415133" y="331012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Oval 60"/>
            <p:cNvSpPr/>
            <p:nvPr/>
          </p:nvSpPr>
          <p:spPr>
            <a:xfrm>
              <a:off x="1764990" y="331012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Oval 61"/>
            <p:cNvSpPr/>
            <p:nvPr/>
          </p:nvSpPr>
          <p:spPr>
            <a:xfrm>
              <a:off x="2114848" y="331012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Oval 62"/>
            <p:cNvSpPr/>
            <p:nvPr/>
          </p:nvSpPr>
          <p:spPr>
            <a:xfrm>
              <a:off x="2464705" y="331012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Oval 63"/>
            <p:cNvSpPr/>
            <p:nvPr/>
          </p:nvSpPr>
          <p:spPr>
            <a:xfrm>
              <a:off x="2814562" y="331012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Oval 64"/>
            <p:cNvSpPr/>
            <p:nvPr/>
          </p:nvSpPr>
          <p:spPr>
            <a:xfrm>
              <a:off x="3164420" y="331012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Oval 65"/>
            <p:cNvSpPr/>
            <p:nvPr/>
          </p:nvSpPr>
          <p:spPr>
            <a:xfrm>
              <a:off x="3514277" y="331012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Oval 66"/>
            <p:cNvSpPr/>
            <p:nvPr/>
          </p:nvSpPr>
          <p:spPr>
            <a:xfrm>
              <a:off x="3864135" y="331012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Oval 67"/>
            <p:cNvSpPr/>
            <p:nvPr/>
          </p:nvSpPr>
          <p:spPr>
            <a:xfrm>
              <a:off x="4213992" y="331012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Oval 68"/>
            <p:cNvSpPr/>
            <p:nvPr/>
          </p:nvSpPr>
          <p:spPr>
            <a:xfrm>
              <a:off x="4563849" y="331012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Oval 69"/>
            <p:cNvSpPr/>
            <p:nvPr/>
          </p:nvSpPr>
          <p:spPr>
            <a:xfrm>
              <a:off x="4913707" y="331012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Oval 70"/>
            <p:cNvSpPr/>
            <p:nvPr/>
          </p:nvSpPr>
          <p:spPr>
            <a:xfrm>
              <a:off x="5263564" y="331012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Oval 71"/>
            <p:cNvSpPr/>
            <p:nvPr/>
          </p:nvSpPr>
          <p:spPr>
            <a:xfrm>
              <a:off x="5613422" y="331012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Oval 72"/>
            <p:cNvSpPr/>
            <p:nvPr/>
          </p:nvSpPr>
          <p:spPr>
            <a:xfrm>
              <a:off x="5963279" y="331012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Oval 73"/>
            <p:cNvSpPr/>
            <p:nvPr/>
          </p:nvSpPr>
          <p:spPr>
            <a:xfrm>
              <a:off x="6313136" y="331012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Oval 74"/>
            <p:cNvSpPr/>
            <p:nvPr/>
          </p:nvSpPr>
          <p:spPr>
            <a:xfrm>
              <a:off x="6662994" y="331012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Oval 75"/>
            <p:cNvSpPr/>
            <p:nvPr/>
          </p:nvSpPr>
          <p:spPr>
            <a:xfrm>
              <a:off x="7012851" y="331012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Oval 76"/>
            <p:cNvSpPr/>
            <p:nvPr/>
          </p:nvSpPr>
          <p:spPr>
            <a:xfrm>
              <a:off x="7362709" y="331012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Oval 77"/>
            <p:cNvSpPr/>
            <p:nvPr/>
          </p:nvSpPr>
          <p:spPr>
            <a:xfrm>
              <a:off x="7712566" y="331012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Oval 78"/>
            <p:cNvSpPr/>
            <p:nvPr/>
          </p:nvSpPr>
          <p:spPr>
            <a:xfrm>
              <a:off x="8062423" y="331012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Oval 79"/>
            <p:cNvSpPr/>
            <p:nvPr/>
          </p:nvSpPr>
          <p:spPr>
            <a:xfrm>
              <a:off x="8412281" y="331012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Oval 80"/>
            <p:cNvSpPr/>
            <p:nvPr/>
          </p:nvSpPr>
          <p:spPr>
            <a:xfrm>
              <a:off x="8762138" y="331012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" name="Oval 81"/>
            <p:cNvSpPr/>
            <p:nvPr/>
          </p:nvSpPr>
          <p:spPr>
            <a:xfrm>
              <a:off x="9111996" y="331012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0" name="asset:HDR-160"/>
          <p:cNvGrpSpPr/>
          <p:nvPr/>
        </p:nvGrpSpPr>
        <p:grpSpPr>
          <a:xfrm>
            <a:off x="1065276" y="3840480"/>
            <a:ext cx="8110728" cy="493776"/>
            <a:chOff x="1065276" y="3840480"/>
            <a:chExt cx="8110728" cy="493776"/>
          </a:xfrm>
        </p:grpSpPr>
        <p:sp>
          <p:nvSpPr>
            <p:cNvPr id="84" name="Rectangle 83"/>
            <p:cNvSpPr/>
            <p:nvPr/>
          </p:nvSpPr>
          <p:spPr>
            <a:xfrm>
              <a:off x="1097280" y="3886200"/>
              <a:ext cx="8046720" cy="54864"/>
            </a:xfrm>
            <a:prstGeom prst="rect">
              <a:avLst/>
            </a:prstGeom>
            <a:gradFill rotWithShape="1">
              <a:gsLst>
                <a:gs pos="0">
                  <a:srgbClr val="7B2D8E"/>
                </a:gs>
                <a:gs pos="100000">
                  <a:srgbClr val="FFFFFF"/>
                </a:gs>
              </a:gsLst>
              <a:lin scaled="0" ang="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" name="Diamond 84"/>
            <p:cNvSpPr/>
            <p:nvPr/>
          </p:nvSpPr>
          <p:spPr>
            <a:xfrm>
              <a:off x="5047488" y="3840480"/>
              <a:ext cx="146304" cy="146304"/>
            </a:xfrm>
            <a:prstGeom prst="diamond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" name="Oval 85"/>
            <p:cNvSpPr/>
            <p:nvPr/>
          </p:nvSpPr>
          <p:spPr>
            <a:xfrm>
              <a:off x="1065276" y="427024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" name="Oval 86"/>
            <p:cNvSpPr/>
            <p:nvPr/>
          </p:nvSpPr>
          <p:spPr>
            <a:xfrm>
              <a:off x="1415133" y="427024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" name="Oval 87"/>
            <p:cNvSpPr/>
            <p:nvPr/>
          </p:nvSpPr>
          <p:spPr>
            <a:xfrm>
              <a:off x="1764990" y="427024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" name="Oval 88"/>
            <p:cNvSpPr/>
            <p:nvPr/>
          </p:nvSpPr>
          <p:spPr>
            <a:xfrm>
              <a:off x="2114848" y="427024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" name="Oval 89"/>
            <p:cNvSpPr/>
            <p:nvPr/>
          </p:nvSpPr>
          <p:spPr>
            <a:xfrm>
              <a:off x="2464705" y="427024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Oval 90"/>
            <p:cNvSpPr/>
            <p:nvPr/>
          </p:nvSpPr>
          <p:spPr>
            <a:xfrm>
              <a:off x="2814562" y="427024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" name="Oval 91"/>
            <p:cNvSpPr/>
            <p:nvPr/>
          </p:nvSpPr>
          <p:spPr>
            <a:xfrm>
              <a:off x="3164420" y="427024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" name="Oval 92"/>
            <p:cNvSpPr/>
            <p:nvPr/>
          </p:nvSpPr>
          <p:spPr>
            <a:xfrm>
              <a:off x="3514277" y="427024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" name="Oval 93"/>
            <p:cNvSpPr/>
            <p:nvPr/>
          </p:nvSpPr>
          <p:spPr>
            <a:xfrm>
              <a:off x="3864135" y="427024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" name="Oval 94"/>
            <p:cNvSpPr/>
            <p:nvPr/>
          </p:nvSpPr>
          <p:spPr>
            <a:xfrm>
              <a:off x="4213992" y="427024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" name="Oval 95"/>
            <p:cNvSpPr/>
            <p:nvPr/>
          </p:nvSpPr>
          <p:spPr>
            <a:xfrm>
              <a:off x="4563849" y="427024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" name="Oval 96"/>
            <p:cNvSpPr/>
            <p:nvPr/>
          </p:nvSpPr>
          <p:spPr>
            <a:xfrm>
              <a:off x="4913707" y="427024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" name="Oval 97"/>
            <p:cNvSpPr/>
            <p:nvPr/>
          </p:nvSpPr>
          <p:spPr>
            <a:xfrm>
              <a:off x="5263564" y="427024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" name="Oval 98"/>
            <p:cNvSpPr/>
            <p:nvPr/>
          </p:nvSpPr>
          <p:spPr>
            <a:xfrm>
              <a:off x="5613422" y="427024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" name="Oval 99"/>
            <p:cNvSpPr/>
            <p:nvPr/>
          </p:nvSpPr>
          <p:spPr>
            <a:xfrm>
              <a:off x="5963279" y="427024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" name="Oval 100"/>
            <p:cNvSpPr/>
            <p:nvPr/>
          </p:nvSpPr>
          <p:spPr>
            <a:xfrm>
              <a:off x="6313136" y="427024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" name="Oval 101"/>
            <p:cNvSpPr/>
            <p:nvPr/>
          </p:nvSpPr>
          <p:spPr>
            <a:xfrm>
              <a:off x="6662994" y="427024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" name="Oval 102"/>
            <p:cNvSpPr/>
            <p:nvPr/>
          </p:nvSpPr>
          <p:spPr>
            <a:xfrm>
              <a:off x="7012851" y="427024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" name="Oval 103"/>
            <p:cNvSpPr/>
            <p:nvPr/>
          </p:nvSpPr>
          <p:spPr>
            <a:xfrm>
              <a:off x="7362709" y="427024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" name="Oval 104"/>
            <p:cNvSpPr/>
            <p:nvPr/>
          </p:nvSpPr>
          <p:spPr>
            <a:xfrm>
              <a:off x="7712566" y="427024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" name="Oval 105"/>
            <p:cNvSpPr/>
            <p:nvPr/>
          </p:nvSpPr>
          <p:spPr>
            <a:xfrm>
              <a:off x="8062423" y="427024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" name="Oval 106"/>
            <p:cNvSpPr/>
            <p:nvPr/>
          </p:nvSpPr>
          <p:spPr>
            <a:xfrm>
              <a:off x="8412281" y="427024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" name="Oval 107"/>
            <p:cNvSpPr/>
            <p:nvPr/>
          </p:nvSpPr>
          <p:spPr>
            <a:xfrm>
              <a:off x="8762138" y="427024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" name="Oval 108"/>
            <p:cNvSpPr/>
            <p:nvPr/>
          </p:nvSpPr>
          <p:spPr>
            <a:xfrm>
              <a:off x="9111996" y="427024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7" name="asset:HDR-161"/>
          <p:cNvGrpSpPr/>
          <p:nvPr/>
        </p:nvGrpSpPr>
        <p:grpSpPr>
          <a:xfrm>
            <a:off x="1065276" y="4800600"/>
            <a:ext cx="8110728" cy="493776"/>
            <a:chOff x="1065276" y="4800600"/>
            <a:chExt cx="8110728" cy="493776"/>
          </a:xfrm>
        </p:grpSpPr>
        <p:sp>
          <p:nvSpPr>
            <p:cNvPr id="111" name="Rectangle 110"/>
            <p:cNvSpPr/>
            <p:nvPr/>
          </p:nvSpPr>
          <p:spPr>
            <a:xfrm>
              <a:off x="1097280" y="4846320"/>
              <a:ext cx="8046720" cy="54864"/>
            </a:xfrm>
            <a:prstGeom prst="rect">
              <a:avLst/>
            </a:prstGeom>
            <a:gradFill rotWithShape="1">
              <a:gsLst>
                <a:gs pos="0">
                  <a:srgbClr val="29ABE2"/>
                </a:gs>
                <a:gs pos="100000">
                  <a:srgbClr val="FFFFFF"/>
                </a:gs>
              </a:gsLst>
              <a:lin scaled="0" ang="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" name="Diamond 111"/>
            <p:cNvSpPr/>
            <p:nvPr/>
          </p:nvSpPr>
          <p:spPr>
            <a:xfrm>
              <a:off x="5047488" y="4800600"/>
              <a:ext cx="146304" cy="146304"/>
            </a:xfrm>
            <a:prstGeom prst="diamond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3" name="Oval 112"/>
            <p:cNvSpPr/>
            <p:nvPr/>
          </p:nvSpPr>
          <p:spPr>
            <a:xfrm>
              <a:off x="1065276" y="523036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" name="Oval 113"/>
            <p:cNvSpPr/>
            <p:nvPr/>
          </p:nvSpPr>
          <p:spPr>
            <a:xfrm>
              <a:off x="1415133" y="523036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" name="Oval 114"/>
            <p:cNvSpPr/>
            <p:nvPr/>
          </p:nvSpPr>
          <p:spPr>
            <a:xfrm>
              <a:off x="1764990" y="523036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" name="Oval 115"/>
            <p:cNvSpPr/>
            <p:nvPr/>
          </p:nvSpPr>
          <p:spPr>
            <a:xfrm>
              <a:off x="2114848" y="523036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" name="Oval 116"/>
            <p:cNvSpPr/>
            <p:nvPr/>
          </p:nvSpPr>
          <p:spPr>
            <a:xfrm>
              <a:off x="2464705" y="523036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" name="Oval 117"/>
            <p:cNvSpPr/>
            <p:nvPr/>
          </p:nvSpPr>
          <p:spPr>
            <a:xfrm>
              <a:off x="2814562" y="523036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" name="Oval 118"/>
            <p:cNvSpPr/>
            <p:nvPr/>
          </p:nvSpPr>
          <p:spPr>
            <a:xfrm>
              <a:off x="3164420" y="523036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0" name="Oval 119"/>
            <p:cNvSpPr/>
            <p:nvPr/>
          </p:nvSpPr>
          <p:spPr>
            <a:xfrm>
              <a:off x="3514277" y="523036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" name="Oval 120"/>
            <p:cNvSpPr/>
            <p:nvPr/>
          </p:nvSpPr>
          <p:spPr>
            <a:xfrm>
              <a:off x="3864135" y="523036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" name="Oval 121"/>
            <p:cNvSpPr/>
            <p:nvPr/>
          </p:nvSpPr>
          <p:spPr>
            <a:xfrm>
              <a:off x="4213992" y="523036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" name="Oval 122"/>
            <p:cNvSpPr/>
            <p:nvPr/>
          </p:nvSpPr>
          <p:spPr>
            <a:xfrm>
              <a:off x="4563849" y="523036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" name="Oval 123"/>
            <p:cNvSpPr/>
            <p:nvPr/>
          </p:nvSpPr>
          <p:spPr>
            <a:xfrm>
              <a:off x="4913707" y="523036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" name="Oval 124"/>
            <p:cNvSpPr/>
            <p:nvPr/>
          </p:nvSpPr>
          <p:spPr>
            <a:xfrm>
              <a:off x="5263564" y="523036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6" name="Oval 125"/>
            <p:cNvSpPr/>
            <p:nvPr/>
          </p:nvSpPr>
          <p:spPr>
            <a:xfrm>
              <a:off x="5613422" y="523036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7" name="Oval 126"/>
            <p:cNvSpPr/>
            <p:nvPr/>
          </p:nvSpPr>
          <p:spPr>
            <a:xfrm>
              <a:off x="5963279" y="523036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8" name="Oval 127"/>
            <p:cNvSpPr/>
            <p:nvPr/>
          </p:nvSpPr>
          <p:spPr>
            <a:xfrm>
              <a:off x="6313136" y="523036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9" name="Oval 128"/>
            <p:cNvSpPr/>
            <p:nvPr/>
          </p:nvSpPr>
          <p:spPr>
            <a:xfrm>
              <a:off x="6662994" y="523036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0" name="Oval 129"/>
            <p:cNvSpPr/>
            <p:nvPr/>
          </p:nvSpPr>
          <p:spPr>
            <a:xfrm>
              <a:off x="7012851" y="523036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1" name="Oval 130"/>
            <p:cNvSpPr/>
            <p:nvPr/>
          </p:nvSpPr>
          <p:spPr>
            <a:xfrm>
              <a:off x="7362709" y="523036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2" name="Oval 131"/>
            <p:cNvSpPr/>
            <p:nvPr/>
          </p:nvSpPr>
          <p:spPr>
            <a:xfrm>
              <a:off x="7712566" y="523036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3" name="Oval 132"/>
            <p:cNvSpPr/>
            <p:nvPr/>
          </p:nvSpPr>
          <p:spPr>
            <a:xfrm>
              <a:off x="8062423" y="523036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4" name="Oval 133"/>
            <p:cNvSpPr/>
            <p:nvPr/>
          </p:nvSpPr>
          <p:spPr>
            <a:xfrm>
              <a:off x="8412281" y="523036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5" name="Oval 134"/>
            <p:cNvSpPr/>
            <p:nvPr/>
          </p:nvSpPr>
          <p:spPr>
            <a:xfrm>
              <a:off x="8762138" y="523036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6" name="Oval 135"/>
            <p:cNvSpPr/>
            <p:nvPr/>
          </p:nvSpPr>
          <p:spPr>
            <a:xfrm>
              <a:off x="9111996" y="523036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4" name="asset:HDR-162"/>
          <p:cNvGrpSpPr/>
          <p:nvPr/>
        </p:nvGrpSpPr>
        <p:grpSpPr>
          <a:xfrm>
            <a:off x="1065276" y="5760720"/>
            <a:ext cx="8110728" cy="493776"/>
            <a:chOff x="1065276" y="5760720"/>
            <a:chExt cx="8110728" cy="493776"/>
          </a:xfrm>
        </p:grpSpPr>
        <p:sp>
          <p:nvSpPr>
            <p:cNvPr id="138" name="Rectangle 137"/>
            <p:cNvSpPr/>
            <p:nvPr/>
          </p:nvSpPr>
          <p:spPr>
            <a:xfrm>
              <a:off x="1097280" y="5806440"/>
              <a:ext cx="8046720" cy="54864"/>
            </a:xfrm>
            <a:prstGeom prst="rect">
              <a:avLst/>
            </a:prstGeom>
            <a:gradFill rotWithShape="1">
              <a:gsLst>
                <a:gs pos="0">
                  <a:srgbClr val="C0392B"/>
                </a:gs>
                <a:gs pos="100000">
                  <a:srgbClr val="FFFFFF"/>
                </a:gs>
              </a:gsLst>
              <a:lin scaled="0" ang="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9" name="Diamond 138"/>
            <p:cNvSpPr/>
            <p:nvPr/>
          </p:nvSpPr>
          <p:spPr>
            <a:xfrm>
              <a:off x="5047488" y="5760720"/>
              <a:ext cx="146304" cy="146304"/>
            </a:xfrm>
            <a:prstGeom prst="diamond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0" name="Oval 139"/>
            <p:cNvSpPr/>
            <p:nvPr/>
          </p:nvSpPr>
          <p:spPr>
            <a:xfrm>
              <a:off x="1065276" y="619048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1" name="Oval 140"/>
            <p:cNvSpPr/>
            <p:nvPr/>
          </p:nvSpPr>
          <p:spPr>
            <a:xfrm>
              <a:off x="1415133" y="619048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2" name="Oval 141"/>
            <p:cNvSpPr/>
            <p:nvPr/>
          </p:nvSpPr>
          <p:spPr>
            <a:xfrm>
              <a:off x="1764990" y="619048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3" name="Oval 142"/>
            <p:cNvSpPr/>
            <p:nvPr/>
          </p:nvSpPr>
          <p:spPr>
            <a:xfrm>
              <a:off x="2114848" y="619048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4" name="Oval 143"/>
            <p:cNvSpPr/>
            <p:nvPr/>
          </p:nvSpPr>
          <p:spPr>
            <a:xfrm>
              <a:off x="2464705" y="619048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5" name="Oval 144"/>
            <p:cNvSpPr/>
            <p:nvPr/>
          </p:nvSpPr>
          <p:spPr>
            <a:xfrm>
              <a:off x="2814562" y="619048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6" name="Oval 145"/>
            <p:cNvSpPr/>
            <p:nvPr/>
          </p:nvSpPr>
          <p:spPr>
            <a:xfrm>
              <a:off x="3164420" y="619048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7" name="Oval 146"/>
            <p:cNvSpPr/>
            <p:nvPr/>
          </p:nvSpPr>
          <p:spPr>
            <a:xfrm>
              <a:off x="3514277" y="619048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8" name="Oval 147"/>
            <p:cNvSpPr/>
            <p:nvPr/>
          </p:nvSpPr>
          <p:spPr>
            <a:xfrm>
              <a:off x="3864135" y="619048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9" name="Oval 148"/>
            <p:cNvSpPr/>
            <p:nvPr/>
          </p:nvSpPr>
          <p:spPr>
            <a:xfrm>
              <a:off x="4213992" y="619048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0" name="Oval 149"/>
            <p:cNvSpPr/>
            <p:nvPr/>
          </p:nvSpPr>
          <p:spPr>
            <a:xfrm>
              <a:off x="4563849" y="619048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1" name="Oval 150"/>
            <p:cNvSpPr/>
            <p:nvPr/>
          </p:nvSpPr>
          <p:spPr>
            <a:xfrm>
              <a:off x="4913707" y="619048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2" name="Oval 151"/>
            <p:cNvSpPr/>
            <p:nvPr/>
          </p:nvSpPr>
          <p:spPr>
            <a:xfrm>
              <a:off x="5263564" y="619048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3" name="Oval 152"/>
            <p:cNvSpPr/>
            <p:nvPr/>
          </p:nvSpPr>
          <p:spPr>
            <a:xfrm>
              <a:off x="5613422" y="619048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4" name="Oval 153"/>
            <p:cNvSpPr/>
            <p:nvPr/>
          </p:nvSpPr>
          <p:spPr>
            <a:xfrm>
              <a:off x="5963279" y="619048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5" name="Oval 154"/>
            <p:cNvSpPr/>
            <p:nvPr/>
          </p:nvSpPr>
          <p:spPr>
            <a:xfrm>
              <a:off x="6313136" y="619048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6" name="Oval 155"/>
            <p:cNvSpPr/>
            <p:nvPr/>
          </p:nvSpPr>
          <p:spPr>
            <a:xfrm>
              <a:off x="6662994" y="619048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7" name="Oval 156"/>
            <p:cNvSpPr/>
            <p:nvPr/>
          </p:nvSpPr>
          <p:spPr>
            <a:xfrm>
              <a:off x="7012851" y="619048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8" name="Oval 157"/>
            <p:cNvSpPr/>
            <p:nvPr/>
          </p:nvSpPr>
          <p:spPr>
            <a:xfrm>
              <a:off x="7362709" y="619048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9" name="Oval 158"/>
            <p:cNvSpPr/>
            <p:nvPr/>
          </p:nvSpPr>
          <p:spPr>
            <a:xfrm>
              <a:off x="7712566" y="619048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0" name="Oval 159"/>
            <p:cNvSpPr/>
            <p:nvPr/>
          </p:nvSpPr>
          <p:spPr>
            <a:xfrm>
              <a:off x="8062423" y="619048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1" name="Oval 160"/>
            <p:cNvSpPr/>
            <p:nvPr/>
          </p:nvSpPr>
          <p:spPr>
            <a:xfrm>
              <a:off x="8412281" y="619048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2" name="Oval 161"/>
            <p:cNvSpPr/>
            <p:nvPr/>
          </p:nvSpPr>
          <p:spPr>
            <a:xfrm>
              <a:off x="8762138" y="619048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3" name="Oval 162"/>
            <p:cNvSpPr/>
            <p:nvPr/>
          </p:nvSpPr>
          <p:spPr>
            <a:xfrm>
              <a:off x="9111996" y="619048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8" name="asset:HDR-163"/>
          <p:cNvGrpSpPr/>
          <p:nvPr/>
        </p:nvGrpSpPr>
        <p:grpSpPr>
          <a:xfrm>
            <a:off x="1065276" y="960120"/>
            <a:ext cx="5550408" cy="493776"/>
            <a:chOff x="1065276" y="960120"/>
            <a:chExt cx="5550408" cy="493776"/>
          </a:xfrm>
        </p:grpSpPr>
        <p:sp>
          <p:nvSpPr>
            <p:cNvPr id="2" name="Rectangle 1"/>
            <p:cNvSpPr/>
            <p:nvPr/>
          </p:nvSpPr>
          <p:spPr>
            <a:xfrm>
              <a:off x="1097280" y="1005840"/>
              <a:ext cx="5486400" cy="54864"/>
            </a:xfrm>
            <a:prstGeom prst="rect">
              <a:avLst/>
            </a:prstGeom>
            <a:gradFill rotWithShape="1">
              <a:gsLst>
                <a:gs pos="0">
                  <a:srgbClr val="1F3864"/>
                </a:gs>
                <a:gs pos="100000">
                  <a:srgbClr val="FFFFFF"/>
                </a:gs>
              </a:gsLst>
              <a:lin scaled="0" ang="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" name="Diamond 2"/>
            <p:cNvSpPr/>
            <p:nvPr/>
          </p:nvSpPr>
          <p:spPr>
            <a:xfrm>
              <a:off x="3767328" y="960120"/>
              <a:ext cx="146304" cy="146304"/>
            </a:xfrm>
            <a:prstGeom prst="diamond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1065276" y="138988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>
              <a:off x="1303815" y="138988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1542354" y="138988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1780893" y="138988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2019432" y="138988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>
              <a:off x="2257971" y="138988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Oval 9"/>
            <p:cNvSpPr/>
            <p:nvPr/>
          </p:nvSpPr>
          <p:spPr>
            <a:xfrm>
              <a:off x="2496510" y="138988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2735049" y="138988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>
              <a:off x="2973589" y="138988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Oval 12"/>
            <p:cNvSpPr/>
            <p:nvPr/>
          </p:nvSpPr>
          <p:spPr>
            <a:xfrm>
              <a:off x="3212128" y="138988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Oval 13"/>
            <p:cNvSpPr/>
            <p:nvPr/>
          </p:nvSpPr>
          <p:spPr>
            <a:xfrm>
              <a:off x="3450667" y="138988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Oval 14"/>
            <p:cNvSpPr/>
            <p:nvPr/>
          </p:nvSpPr>
          <p:spPr>
            <a:xfrm>
              <a:off x="3689206" y="138988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Oval 15"/>
            <p:cNvSpPr/>
            <p:nvPr/>
          </p:nvSpPr>
          <p:spPr>
            <a:xfrm>
              <a:off x="3927745" y="138988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Oval 16"/>
            <p:cNvSpPr/>
            <p:nvPr/>
          </p:nvSpPr>
          <p:spPr>
            <a:xfrm>
              <a:off x="4166284" y="138988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Oval 17"/>
            <p:cNvSpPr/>
            <p:nvPr/>
          </p:nvSpPr>
          <p:spPr>
            <a:xfrm>
              <a:off x="4404823" y="138988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Oval 18"/>
            <p:cNvSpPr/>
            <p:nvPr/>
          </p:nvSpPr>
          <p:spPr>
            <a:xfrm>
              <a:off x="4643362" y="138988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Oval 19"/>
            <p:cNvSpPr/>
            <p:nvPr/>
          </p:nvSpPr>
          <p:spPr>
            <a:xfrm>
              <a:off x="4881902" y="138988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Oval 20"/>
            <p:cNvSpPr/>
            <p:nvPr/>
          </p:nvSpPr>
          <p:spPr>
            <a:xfrm>
              <a:off x="5120441" y="138988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Oval 21"/>
            <p:cNvSpPr/>
            <p:nvPr/>
          </p:nvSpPr>
          <p:spPr>
            <a:xfrm>
              <a:off x="5358980" y="138988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Oval 22"/>
            <p:cNvSpPr/>
            <p:nvPr/>
          </p:nvSpPr>
          <p:spPr>
            <a:xfrm>
              <a:off x="5597519" y="138988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Oval 23"/>
            <p:cNvSpPr/>
            <p:nvPr/>
          </p:nvSpPr>
          <p:spPr>
            <a:xfrm>
              <a:off x="5836058" y="138988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Oval 24"/>
            <p:cNvSpPr/>
            <p:nvPr/>
          </p:nvSpPr>
          <p:spPr>
            <a:xfrm>
              <a:off x="6074597" y="138988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Oval 25"/>
            <p:cNvSpPr/>
            <p:nvPr/>
          </p:nvSpPr>
          <p:spPr>
            <a:xfrm>
              <a:off x="6313136" y="138988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Oval 26"/>
            <p:cNvSpPr/>
            <p:nvPr/>
          </p:nvSpPr>
          <p:spPr>
            <a:xfrm>
              <a:off x="6551676" y="138988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HDR-163~ · 구분선 변형</a:t>
            </a:r>
          </a:p>
        </p:txBody>
      </p:sp>
      <p:grpSp>
        <p:nvGrpSpPr>
          <p:cNvPr id="56" name="asset:HDR-164"/>
          <p:cNvGrpSpPr/>
          <p:nvPr/>
        </p:nvGrpSpPr>
        <p:grpSpPr>
          <a:xfrm>
            <a:off x="1065276" y="1920240"/>
            <a:ext cx="5550408" cy="493776"/>
            <a:chOff x="1065276" y="1920240"/>
            <a:chExt cx="5550408" cy="493776"/>
          </a:xfrm>
        </p:grpSpPr>
        <p:sp>
          <p:nvSpPr>
            <p:cNvPr id="30" name="Rectangle 29"/>
            <p:cNvSpPr/>
            <p:nvPr/>
          </p:nvSpPr>
          <p:spPr>
            <a:xfrm>
              <a:off x="1097280" y="1965960"/>
              <a:ext cx="5486400" cy="54864"/>
            </a:xfrm>
            <a:prstGeom prst="rect">
              <a:avLst/>
            </a:prstGeom>
            <a:gradFill rotWithShape="1">
              <a:gsLst>
                <a:gs pos="0">
                  <a:srgbClr val="2E75D6"/>
                </a:gs>
                <a:gs pos="100000">
                  <a:srgbClr val="FFFFFF"/>
                </a:gs>
              </a:gsLst>
              <a:lin scaled="0" ang="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Diamond 30"/>
            <p:cNvSpPr/>
            <p:nvPr/>
          </p:nvSpPr>
          <p:spPr>
            <a:xfrm>
              <a:off x="3767328" y="1920240"/>
              <a:ext cx="146304" cy="146304"/>
            </a:xfrm>
            <a:prstGeom prst="diamond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Oval 31"/>
            <p:cNvSpPr/>
            <p:nvPr/>
          </p:nvSpPr>
          <p:spPr>
            <a:xfrm>
              <a:off x="1065276" y="235000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Oval 32"/>
            <p:cNvSpPr/>
            <p:nvPr/>
          </p:nvSpPr>
          <p:spPr>
            <a:xfrm>
              <a:off x="1303815" y="235000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Oval 33"/>
            <p:cNvSpPr/>
            <p:nvPr/>
          </p:nvSpPr>
          <p:spPr>
            <a:xfrm>
              <a:off x="1542354" y="235000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Oval 34"/>
            <p:cNvSpPr/>
            <p:nvPr/>
          </p:nvSpPr>
          <p:spPr>
            <a:xfrm>
              <a:off x="1780893" y="235000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Oval 35"/>
            <p:cNvSpPr/>
            <p:nvPr/>
          </p:nvSpPr>
          <p:spPr>
            <a:xfrm>
              <a:off x="2019432" y="235000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Oval 36"/>
            <p:cNvSpPr/>
            <p:nvPr/>
          </p:nvSpPr>
          <p:spPr>
            <a:xfrm>
              <a:off x="2257971" y="235000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Oval 37"/>
            <p:cNvSpPr/>
            <p:nvPr/>
          </p:nvSpPr>
          <p:spPr>
            <a:xfrm>
              <a:off x="2496510" y="235000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Oval 38"/>
            <p:cNvSpPr/>
            <p:nvPr/>
          </p:nvSpPr>
          <p:spPr>
            <a:xfrm>
              <a:off x="2735049" y="235000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Oval 39"/>
            <p:cNvSpPr/>
            <p:nvPr/>
          </p:nvSpPr>
          <p:spPr>
            <a:xfrm>
              <a:off x="2973589" y="235000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Oval 40"/>
            <p:cNvSpPr/>
            <p:nvPr/>
          </p:nvSpPr>
          <p:spPr>
            <a:xfrm>
              <a:off x="3212128" y="235000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Oval 41"/>
            <p:cNvSpPr/>
            <p:nvPr/>
          </p:nvSpPr>
          <p:spPr>
            <a:xfrm>
              <a:off x="3450667" y="235000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Oval 42"/>
            <p:cNvSpPr/>
            <p:nvPr/>
          </p:nvSpPr>
          <p:spPr>
            <a:xfrm>
              <a:off x="3689206" y="235000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Oval 43"/>
            <p:cNvSpPr/>
            <p:nvPr/>
          </p:nvSpPr>
          <p:spPr>
            <a:xfrm>
              <a:off x="3927745" y="235000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Oval 44"/>
            <p:cNvSpPr/>
            <p:nvPr/>
          </p:nvSpPr>
          <p:spPr>
            <a:xfrm>
              <a:off x="4166284" y="235000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Oval 45"/>
            <p:cNvSpPr/>
            <p:nvPr/>
          </p:nvSpPr>
          <p:spPr>
            <a:xfrm>
              <a:off x="4404823" y="235000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Oval 46"/>
            <p:cNvSpPr/>
            <p:nvPr/>
          </p:nvSpPr>
          <p:spPr>
            <a:xfrm>
              <a:off x="4643362" y="235000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Oval 47"/>
            <p:cNvSpPr/>
            <p:nvPr/>
          </p:nvSpPr>
          <p:spPr>
            <a:xfrm>
              <a:off x="4881902" y="235000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Oval 48"/>
            <p:cNvSpPr/>
            <p:nvPr/>
          </p:nvSpPr>
          <p:spPr>
            <a:xfrm>
              <a:off x="5120441" y="235000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Oval 49"/>
            <p:cNvSpPr/>
            <p:nvPr/>
          </p:nvSpPr>
          <p:spPr>
            <a:xfrm>
              <a:off x="5358980" y="235000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Oval 50"/>
            <p:cNvSpPr/>
            <p:nvPr/>
          </p:nvSpPr>
          <p:spPr>
            <a:xfrm>
              <a:off x="5597519" y="235000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Oval 51"/>
            <p:cNvSpPr/>
            <p:nvPr/>
          </p:nvSpPr>
          <p:spPr>
            <a:xfrm>
              <a:off x="5836058" y="235000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Oval 52"/>
            <p:cNvSpPr/>
            <p:nvPr/>
          </p:nvSpPr>
          <p:spPr>
            <a:xfrm>
              <a:off x="6074597" y="235000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Oval 53"/>
            <p:cNvSpPr/>
            <p:nvPr/>
          </p:nvSpPr>
          <p:spPr>
            <a:xfrm>
              <a:off x="6313136" y="235000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Oval 54"/>
            <p:cNvSpPr/>
            <p:nvPr/>
          </p:nvSpPr>
          <p:spPr>
            <a:xfrm>
              <a:off x="6551676" y="235000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3" name="asset:HDR-165"/>
          <p:cNvGrpSpPr/>
          <p:nvPr/>
        </p:nvGrpSpPr>
        <p:grpSpPr>
          <a:xfrm>
            <a:off x="1065276" y="2880360"/>
            <a:ext cx="5550408" cy="493776"/>
            <a:chOff x="1065276" y="2880360"/>
            <a:chExt cx="5550408" cy="493776"/>
          </a:xfrm>
        </p:grpSpPr>
        <p:sp>
          <p:nvSpPr>
            <p:cNvPr id="57" name="Rectangle 56"/>
            <p:cNvSpPr/>
            <p:nvPr/>
          </p:nvSpPr>
          <p:spPr>
            <a:xfrm>
              <a:off x="1097280" y="2926080"/>
              <a:ext cx="5486400" cy="54864"/>
            </a:xfrm>
            <a:prstGeom prst="rect">
              <a:avLst/>
            </a:prstGeom>
            <a:gradFill rotWithShape="1">
              <a:gsLst>
                <a:gs pos="0">
                  <a:srgbClr val="1F9E8F"/>
                </a:gs>
                <a:gs pos="100000">
                  <a:srgbClr val="FFFFFF"/>
                </a:gs>
              </a:gsLst>
              <a:lin scaled="0" ang="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Diamond 57"/>
            <p:cNvSpPr/>
            <p:nvPr/>
          </p:nvSpPr>
          <p:spPr>
            <a:xfrm>
              <a:off x="3767328" y="2880360"/>
              <a:ext cx="146304" cy="146304"/>
            </a:xfrm>
            <a:prstGeom prst="diamond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Oval 58"/>
            <p:cNvSpPr/>
            <p:nvPr/>
          </p:nvSpPr>
          <p:spPr>
            <a:xfrm>
              <a:off x="1065276" y="331012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Oval 59"/>
            <p:cNvSpPr/>
            <p:nvPr/>
          </p:nvSpPr>
          <p:spPr>
            <a:xfrm>
              <a:off x="1303815" y="331012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Oval 60"/>
            <p:cNvSpPr/>
            <p:nvPr/>
          </p:nvSpPr>
          <p:spPr>
            <a:xfrm>
              <a:off x="1542354" y="331012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Oval 61"/>
            <p:cNvSpPr/>
            <p:nvPr/>
          </p:nvSpPr>
          <p:spPr>
            <a:xfrm>
              <a:off x="1780893" y="331012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Oval 62"/>
            <p:cNvSpPr/>
            <p:nvPr/>
          </p:nvSpPr>
          <p:spPr>
            <a:xfrm>
              <a:off x="2019432" y="331012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Oval 63"/>
            <p:cNvSpPr/>
            <p:nvPr/>
          </p:nvSpPr>
          <p:spPr>
            <a:xfrm>
              <a:off x="2257971" y="331012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Oval 64"/>
            <p:cNvSpPr/>
            <p:nvPr/>
          </p:nvSpPr>
          <p:spPr>
            <a:xfrm>
              <a:off x="2496510" y="331012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Oval 65"/>
            <p:cNvSpPr/>
            <p:nvPr/>
          </p:nvSpPr>
          <p:spPr>
            <a:xfrm>
              <a:off x="2735049" y="331012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Oval 66"/>
            <p:cNvSpPr/>
            <p:nvPr/>
          </p:nvSpPr>
          <p:spPr>
            <a:xfrm>
              <a:off x="2973589" y="331012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Oval 67"/>
            <p:cNvSpPr/>
            <p:nvPr/>
          </p:nvSpPr>
          <p:spPr>
            <a:xfrm>
              <a:off x="3212128" y="331012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Oval 68"/>
            <p:cNvSpPr/>
            <p:nvPr/>
          </p:nvSpPr>
          <p:spPr>
            <a:xfrm>
              <a:off x="3450667" y="331012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Oval 69"/>
            <p:cNvSpPr/>
            <p:nvPr/>
          </p:nvSpPr>
          <p:spPr>
            <a:xfrm>
              <a:off x="3689206" y="331012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Oval 70"/>
            <p:cNvSpPr/>
            <p:nvPr/>
          </p:nvSpPr>
          <p:spPr>
            <a:xfrm>
              <a:off x="3927745" y="331012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Oval 71"/>
            <p:cNvSpPr/>
            <p:nvPr/>
          </p:nvSpPr>
          <p:spPr>
            <a:xfrm>
              <a:off x="4166284" y="331012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Oval 72"/>
            <p:cNvSpPr/>
            <p:nvPr/>
          </p:nvSpPr>
          <p:spPr>
            <a:xfrm>
              <a:off x="4404823" y="331012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Oval 73"/>
            <p:cNvSpPr/>
            <p:nvPr/>
          </p:nvSpPr>
          <p:spPr>
            <a:xfrm>
              <a:off x="4643362" y="331012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Oval 74"/>
            <p:cNvSpPr/>
            <p:nvPr/>
          </p:nvSpPr>
          <p:spPr>
            <a:xfrm>
              <a:off x="4881902" y="331012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Oval 75"/>
            <p:cNvSpPr/>
            <p:nvPr/>
          </p:nvSpPr>
          <p:spPr>
            <a:xfrm>
              <a:off x="5120441" y="331012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Oval 76"/>
            <p:cNvSpPr/>
            <p:nvPr/>
          </p:nvSpPr>
          <p:spPr>
            <a:xfrm>
              <a:off x="5358980" y="331012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Oval 77"/>
            <p:cNvSpPr/>
            <p:nvPr/>
          </p:nvSpPr>
          <p:spPr>
            <a:xfrm>
              <a:off x="5597519" y="331012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Oval 78"/>
            <p:cNvSpPr/>
            <p:nvPr/>
          </p:nvSpPr>
          <p:spPr>
            <a:xfrm>
              <a:off x="5836058" y="331012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Oval 79"/>
            <p:cNvSpPr/>
            <p:nvPr/>
          </p:nvSpPr>
          <p:spPr>
            <a:xfrm>
              <a:off x="6074597" y="331012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Oval 80"/>
            <p:cNvSpPr/>
            <p:nvPr/>
          </p:nvSpPr>
          <p:spPr>
            <a:xfrm>
              <a:off x="6313136" y="331012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" name="Oval 81"/>
            <p:cNvSpPr/>
            <p:nvPr/>
          </p:nvSpPr>
          <p:spPr>
            <a:xfrm>
              <a:off x="6551676" y="331012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0" name="asset:HDR-166"/>
          <p:cNvGrpSpPr/>
          <p:nvPr/>
        </p:nvGrpSpPr>
        <p:grpSpPr>
          <a:xfrm>
            <a:off x="1065276" y="3840480"/>
            <a:ext cx="5550408" cy="493776"/>
            <a:chOff x="1065276" y="3840480"/>
            <a:chExt cx="5550408" cy="493776"/>
          </a:xfrm>
        </p:grpSpPr>
        <p:sp>
          <p:nvSpPr>
            <p:cNvPr id="84" name="Rectangle 83"/>
            <p:cNvSpPr/>
            <p:nvPr/>
          </p:nvSpPr>
          <p:spPr>
            <a:xfrm>
              <a:off x="1097280" y="3886200"/>
              <a:ext cx="5486400" cy="54864"/>
            </a:xfrm>
            <a:prstGeom prst="rect">
              <a:avLst/>
            </a:prstGeom>
            <a:gradFill rotWithShape="1">
              <a:gsLst>
                <a:gs pos="0">
                  <a:srgbClr val="7B2D8E"/>
                </a:gs>
                <a:gs pos="100000">
                  <a:srgbClr val="FFFFFF"/>
                </a:gs>
              </a:gsLst>
              <a:lin scaled="0" ang="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" name="Diamond 84"/>
            <p:cNvSpPr/>
            <p:nvPr/>
          </p:nvSpPr>
          <p:spPr>
            <a:xfrm>
              <a:off x="3767328" y="3840480"/>
              <a:ext cx="146304" cy="146304"/>
            </a:xfrm>
            <a:prstGeom prst="diamond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" name="Oval 85"/>
            <p:cNvSpPr/>
            <p:nvPr/>
          </p:nvSpPr>
          <p:spPr>
            <a:xfrm>
              <a:off x="1065276" y="427024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" name="Oval 86"/>
            <p:cNvSpPr/>
            <p:nvPr/>
          </p:nvSpPr>
          <p:spPr>
            <a:xfrm>
              <a:off x="1303815" y="427024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" name="Oval 87"/>
            <p:cNvSpPr/>
            <p:nvPr/>
          </p:nvSpPr>
          <p:spPr>
            <a:xfrm>
              <a:off x="1542354" y="427024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" name="Oval 88"/>
            <p:cNvSpPr/>
            <p:nvPr/>
          </p:nvSpPr>
          <p:spPr>
            <a:xfrm>
              <a:off x="1780893" y="427024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" name="Oval 89"/>
            <p:cNvSpPr/>
            <p:nvPr/>
          </p:nvSpPr>
          <p:spPr>
            <a:xfrm>
              <a:off x="2019432" y="427024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Oval 90"/>
            <p:cNvSpPr/>
            <p:nvPr/>
          </p:nvSpPr>
          <p:spPr>
            <a:xfrm>
              <a:off x="2257971" y="427024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" name="Oval 91"/>
            <p:cNvSpPr/>
            <p:nvPr/>
          </p:nvSpPr>
          <p:spPr>
            <a:xfrm>
              <a:off x="2496510" y="427024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" name="Oval 92"/>
            <p:cNvSpPr/>
            <p:nvPr/>
          </p:nvSpPr>
          <p:spPr>
            <a:xfrm>
              <a:off x="2735049" y="427024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" name="Oval 93"/>
            <p:cNvSpPr/>
            <p:nvPr/>
          </p:nvSpPr>
          <p:spPr>
            <a:xfrm>
              <a:off x="2973589" y="427024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" name="Oval 94"/>
            <p:cNvSpPr/>
            <p:nvPr/>
          </p:nvSpPr>
          <p:spPr>
            <a:xfrm>
              <a:off x="3212128" y="427024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" name="Oval 95"/>
            <p:cNvSpPr/>
            <p:nvPr/>
          </p:nvSpPr>
          <p:spPr>
            <a:xfrm>
              <a:off x="3450667" y="427024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" name="Oval 96"/>
            <p:cNvSpPr/>
            <p:nvPr/>
          </p:nvSpPr>
          <p:spPr>
            <a:xfrm>
              <a:off x="3689206" y="427024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" name="Oval 97"/>
            <p:cNvSpPr/>
            <p:nvPr/>
          </p:nvSpPr>
          <p:spPr>
            <a:xfrm>
              <a:off x="3927745" y="427024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" name="Oval 98"/>
            <p:cNvSpPr/>
            <p:nvPr/>
          </p:nvSpPr>
          <p:spPr>
            <a:xfrm>
              <a:off x="4166284" y="427024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" name="Oval 99"/>
            <p:cNvSpPr/>
            <p:nvPr/>
          </p:nvSpPr>
          <p:spPr>
            <a:xfrm>
              <a:off x="4404823" y="427024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" name="Oval 100"/>
            <p:cNvSpPr/>
            <p:nvPr/>
          </p:nvSpPr>
          <p:spPr>
            <a:xfrm>
              <a:off x="4643362" y="427024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" name="Oval 101"/>
            <p:cNvSpPr/>
            <p:nvPr/>
          </p:nvSpPr>
          <p:spPr>
            <a:xfrm>
              <a:off x="4881902" y="427024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" name="Oval 102"/>
            <p:cNvSpPr/>
            <p:nvPr/>
          </p:nvSpPr>
          <p:spPr>
            <a:xfrm>
              <a:off x="5120441" y="427024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" name="Oval 103"/>
            <p:cNvSpPr/>
            <p:nvPr/>
          </p:nvSpPr>
          <p:spPr>
            <a:xfrm>
              <a:off x="5358980" y="427024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" name="Oval 104"/>
            <p:cNvSpPr/>
            <p:nvPr/>
          </p:nvSpPr>
          <p:spPr>
            <a:xfrm>
              <a:off x="5597519" y="427024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" name="Oval 105"/>
            <p:cNvSpPr/>
            <p:nvPr/>
          </p:nvSpPr>
          <p:spPr>
            <a:xfrm>
              <a:off x="5836058" y="427024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" name="Oval 106"/>
            <p:cNvSpPr/>
            <p:nvPr/>
          </p:nvSpPr>
          <p:spPr>
            <a:xfrm>
              <a:off x="6074597" y="427024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" name="Oval 107"/>
            <p:cNvSpPr/>
            <p:nvPr/>
          </p:nvSpPr>
          <p:spPr>
            <a:xfrm>
              <a:off x="6313136" y="427024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" name="Oval 108"/>
            <p:cNvSpPr/>
            <p:nvPr/>
          </p:nvSpPr>
          <p:spPr>
            <a:xfrm>
              <a:off x="6551676" y="427024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7" name="asset:HDR-167"/>
          <p:cNvGrpSpPr/>
          <p:nvPr/>
        </p:nvGrpSpPr>
        <p:grpSpPr>
          <a:xfrm>
            <a:off x="1065276" y="4800600"/>
            <a:ext cx="5550408" cy="493776"/>
            <a:chOff x="1065276" y="4800600"/>
            <a:chExt cx="5550408" cy="493776"/>
          </a:xfrm>
        </p:grpSpPr>
        <p:sp>
          <p:nvSpPr>
            <p:cNvPr id="111" name="Rectangle 110"/>
            <p:cNvSpPr/>
            <p:nvPr/>
          </p:nvSpPr>
          <p:spPr>
            <a:xfrm>
              <a:off x="1097280" y="4846320"/>
              <a:ext cx="5486400" cy="54864"/>
            </a:xfrm>
            <a:prstGeom prst="rect">
              <a:avLst/>
            </a:prstGeom>
            <a:gradFill rotWithShape="1">
              <a:gsLst>
                <a:gs pos="0">
                  <a:srgbClr val="29ABE2"/>
                </a:gs>
                <a:gs pos="100000">
                  <a:srgbClr val="FFFFFF"/>
                </a:gs>
              </a:gsLst>
              <a:lin scaled="0" ang="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" name="Diamond 111"/>
            <p:cNvSpPr/>
            <p:nvPr/>
          </p:nvSpPr>
          <p:spPr>
            <a:xfrm>
              <a:off x="3767328" y="4800600"/>
              <a:ext cx="146304" cy="146304"/>
            </a:xfrm>
            <a:prstGeom prst="diamond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3" name="Oval 112"/>
            <p:cNvSpPr/>
            <p:nvPr/>
          </p:nvSpPr>
          <p:spPr>
            <a:xfrm>
              <a:off x="1065276" y="523036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" name="Oval 113"/>
            <p:cNvSpPr/>
            <p:nvPr/>
          </p:nvSpPr>
          <p:spPr>
            <a:xfrm>
              <a:off x="1303815" y="523036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" name="Oval 114"/>
            <p:cNvSpPr/>
            <p:nvPr/>
          </p:nvSpPr>
          <p:spPr>
            <a:xfrm>
              <a:off x="1542354" y="523036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" name="Oval 115"/>
            <p:cNvSpPr/>
            <p:nvPr/>
          </p:nvSpPr>
          <p:spPr>
            <a:xfrm>
              <a:off x="1780893" y="523036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" name="Oval 116"/>
            <p:cNvSpPr/>
            <p:nvPr/>
          </p:nvSpPr>
          <p:spPr>
            <a:xfrm>
              <a:off x="2019432" y="523036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" name="Oval 117"/>
            <p:cNvSpPr/>
            <p:nvPr/>
          </p:nvSpPr>
          <p:spPr>
            <a:xfrm>
              <a:off x="2257971" y="523036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" name="Oval 118"/>
            <p:cNvSpPr/>
            <p:nvPr/>
          </p:nvSpPr>
          <p:spPr>
            <a:xfrm>
              <a:off x="2496510" y="523036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0" name="Oval 119"/>
            <p:cNvSpPr/>
            <p:nvPr/>
          </p:nvSpPr>
          <p:spPr>
            <a:xfrm>
              <a:off x="2735049" y="523036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" name="Oval 120"/>
            <p:cNvSpPr/>
            <p:nvPr/>
          </p:nvSpPr>
          <p:spPr>
            <a:xfrm>
              <a:off x="2973589" y="523036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" name="Oval 121"/>
            <p:cNvSpPr/>
            <p:nvPr/>
          </p:nvSpPr>
          <p:spPr>
            <a:xfrm>
              <a:off x="3212128" y="523036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" name="Oval 122"/>
            <p:cNvSpPr/>
            <p:nvPr/>
          </p:nvSpPr>
          <p:spPr>
            <a:xfrm>
              <a:off x="3450667" y="523036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" name="Oval 123"/>
            <p:cNvSpPr/>
            <p:nvPr/>
          </p:nvSpPr>
          <p:spPr>
            <a:xfrm>
              <a:off x="3689206" y="523036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" name="Oval 124"/>
            <p:cNvSpPr/>
            <p:nvPr/>
          </p:nvSpPr>
          <p:spPr>
            <a:xfrm>
              <a:off x="3927745" y="523036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6" name="Oval 125"/>
            <p:cNvSpPr/>
            <p:nvPr/>
          </p:nvSpPr>
          <p:spPr>
            <a:xfrm>
              <a:off x="4166284" y="523036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7" name="Oval 126"/>
            <p:cNvSpPr/>
            <p:nvPr/>
          </p:nvSpPr>
          <p:spPr>
            <a:xfrm>
              <a:off x="4404823" y="523036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8" name="Oval 127"/>
            <p:cNvSpPr/>
            <p:nvPr/>
          </p:nvSpPr>
          <p:spPr>
            <a:xfrm>
              <a:off x="4643362" y="523036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9" name="Oval 128"/>
            <p:cNvSpPr/>
            <p:nvPr/>
          </p:nvSpPr>
          <p:spPr>
            <a:xfrm>
              <a:off x="4881902" y="523036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0" name="Oval 129"/>
            <p:cNvSpPr/>
            <p:nvPr/>
          </p:nvSpPr>
          <p:spPr>
            <a:xfrm>
              <a:off x="5120441" y="523036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1" name="Oval 130"/>
            <p:cNvSpPr/>
            <p:nvPr/>
          </p:nvSpPr>
          <p:spPr>
            <a:xfrm>
              <a:off x="5358980" y="523036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2" name="Oval 131"/>
            <p:cNvSpPr/>
            <p:nvPr/>
          </p:nvSpPr>
          <p:spPr>
            <a:xfrm>
              <a:off x="5597519" y="523036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3" name="Oval 132"/>
            <p:cNvSpPr/>
            <p:nvPr/>
          </p:nvSpPr>
          <p:spPr>
            <a:xfrm>
              <a:off x="5836058" y="523036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4" name="Oval 133"/>
            <p:cNvSpPr/>
            <p:nvPr/>
          </p:nvSpPr>
          <p:spPr>
            <a:xfrm>
              <a:off x="6074597" y="523036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5" name="Oval 134"/>
            <p:cNvSpPr/>
            <p:nvPr/>
          </p:nvSpPr>
          <p:spPr>
            <a:xfrm>
              <a:off x="6313136" y="523036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6" name="Oval 135"/>
            <p:cNvSpPr/>
            <p:nvPr/>
          </p:nvSpPr>
          <p:spPr>
            <a:xfrm>
              <a:off x="6551676" y="523036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4" name="asset:HDR-168"/>
          <p:cNvGrpSpPr/>
          <p:nvPr/>
        </p:nvGrpSpPr>
        <p:grpSpPr>
          <a:xfrm>
            <a:off x="1065276" y="5760720"/>
            <a:ext cx="5550408" cy="493776"/>
            <a:chOff x="1065276" y="5760720"/>
            <a:chExt cx="5550408" cy="493776"/>
          </a:xfrm>
        </p:grpSpPr>
        <p:sp>
          <p:nvSpPr>
            <p:cNvPr id="138" name="Rectangle 137"/>
            <p:cNvSpPr/>
            <p:nvPr/>
          </p:nvSpPr>
          <p:spPr>
            <a:xfrm>
              <a:off x="1097280" y="5806440"/>
              <a:ext cx="5486400" cy="54864"/>
            </a:xfrm>
            <a:prstGeom prst="rect">
              <a:avLst/>
            </a:prstGeom>
            <a:gradFill rotWithShape="1">
              <a:gsLst>
                <a:gs pos="0">
                  <a:srgbClr val="C0392B"/>
                </a:gs>
                <a:gs pos="100000">
                  <a:srgbClr val="FFFFFF"/>
                </a:gs>
              </a:gsLst>
              <a:lin scaled="0" ang="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9" name="Diamond 138"/>
            <p:cNvSpPr/>
            <p:nvPr/>
          </p:nvSpPr>
          <p:spPr>
            <a:xfrm>
              <a:off x="3767328" y="5760720"/>
              <a:ext cx="146304" cy="146304"/>
            </a:xfrm>
            <a:prstGeom prst="diamond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0" name="Oval 139"/>
            <p:cNvSpPr/>
            <p:nvPr/>
          </p:nvSpPr>
          <p:spPr>
            <a:xfrm>
              <a:off x="1065276" y="619048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1" name="Oval 140"/>
            <p:cNvSpPr/>
            <p:nvPr/>
          </p:nvSpPr>
          <p:spPr>
            <a:xfrm>
              <a:off x="1303815" y="619048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2" name="Oval 141"/>
            <p:cNvSpPr/>
            <p:nvPr/>
          </p:nvSpPr>
          <p:spPr>
            <a:xfrm>
              <a:off x="1542354" y="619048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3" name="Oval 142"/>
            <p:cNvSpPr/>
            <p:nvPr/>
          </p:nvSpPr>
          <p:spPr>
            <a:xfrm>
              <a:off x="1780893" y="619048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4" name="Oval 143"/>
            <p:cNvSpPr/>
            <p:nvPr/>
          </p:nvSpPr>
          <p:spPr>
            <a:xfrm>
              <a:off x="2019432" y="619048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5" name="Oval 144"/>
            <p:cNvSpPr/>
            <p:nvPr/>
          </p:nvSpPr>
          <p:spPr>
            <a:xfrm>
              <a:off x="2257971" y="619048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6" name="Oval 145"/>
            <p:cNvSpPr/>
            <p:nvPr/>
          </p:nvSpPr>
          <p:spPr>
            <a:xfrm>
              <a:off x="2496510" y="619048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7" name="Oval 146"/>
            <p:cNvSpPr/>
            <p:nvPr/>
          </p:nvSpPr>
          <p:spPr>
            <a:xfrm>
              <a:off x="2735049" y="619048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8" name="Oval 147"/>
            <p:cNvSpPr/>
            <p:nvPr/>
          </p:nvSpPr>
          <p:spPr>
            <a:xfrm>
              <a:off x="2973589" y="619048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9" name="Oval 148"/>
            <p:cNvSpPr/>
            <p:nvPr/>
          </p:nvSpPr>
          <p:spPr>
            <a:xfrm>
              <a:off x="3212128" y="619048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0" name="Oval 149"/>
            <p:cNvSpPr/>
            <p:nvPr/>
          </p:nvSpPr>
          <p:spPr>
            <a:xfrm>
              <a:off x="3450667" y="619048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1" name="Oval 150"/>
            <p:cNvSpPr/>
            <p:nvPr/>
          </p:nvSpPr>
          <p:spPr>
            <a:xfrm>
              <a:off x="3689206" y="619048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2" name="Oval 151"/>
            <p:cNvSpPr/>
            <p:nvPr/>
          </p:nvSpPr>
          <p:spPr>
            <a:xfrm>
              <a:off x="3927745" y="619048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3" name="Oval 152"/>
            <p:cNvSpPr/>
            <p:nvPr/>
          </p:nvSpPr>
          <p:spPr>
            <a:xfrm>
              <a:off x="4166284" y="619048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4" name="Oval 153"/>
            <p:cNvSpPr/>
            <p:nvPr/>
          </p:nvSpPr>
          <p:spPr>
            <a:xfrm>
              <a:off x="4404823" y="619048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5" name="Oval 154"/>
            <p:cNvSpPr/>
            <p:nvPr/>
          </p:nvSpPr>
          <p:spPr>
            <a:xfrm>
              <a:off x="4643362" y="619048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6" name="Oval 155"/>
            <p:cNvSpPr/>
            <p:nvPr/>
          </p:nvSpPr>
          <p:spPr>
            <a:xfrm>
              <a:off x="4881902" y="619048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7" name="Oval 156"/>
            <p:cNvSpPr/>
            <p:nvPr/>
          </p:nvSpPr>
          <p:spPr>
            <a:xfrm>
              <a:off x="5120441" y="619048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8" name="Oval 157"/>
            <p:cNvSpPr/>
            <p:nvPr/>
          </p:nvSpPr>
          <p:spPr>
            <a:xfrm>
              <a:off x="5358980" y="619048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9" name="Oval 158"/>
            <p:cNvSpPr/>
            <p:nvPr/>
          </p:nvSpPr>
          <p:spPr>
            <a:xfrm>
              <a:off x="5597519" y="619048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0" name="Oval 159"/>
            <p:cNvSpPr/>
            <p:nvPr/>
          </p:nvSpPr>
          <p:spPr>
            <a:xfrm>
              <a:off x="5836058" y="619048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1" name="Oval 160"/>
            <p:cNvSpPr/>
            <p:nvPr/>
          </p:nvSpPr>
          <p:spPr>
            <a:xfrm>
              <a:off x="6074597" y="619048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2" name="Oval 161"/>
            <p:cNvSpPr/>
            <p:nvPr/>
          </p:nvSpPr>
          <p:spPr>
            <a:xfrm>
              <a:off x="6313136" y="619048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3" name="Oval 162"/>
            <p:cNvSpPr/>
            <p:nvPr/>
          </p:nvSpPr>
          <p:spPr>
            <a:xfrm>
              <a:off x="6551676" y="6190488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