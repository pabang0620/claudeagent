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asset:HDR-193"/>
          <p:cNvGrpSpPr/>
          <p:nvPr/>
        </p:nvGrpSpPr>
        <p:grpSpPr>
          <a:xfrm>
            <a:off x="548640" y="1280160"/>
            <a:ext cx="4764024" cy="512064"/>
            <a:chOff x="548640" y="1280160"/>
            <a:chExt cx="4764024" cy="512064"/>
          </a:xfrm>
        </p:grpSpPr>
        <p:sp>
          <p:nvSpPr>
            <p:cNvPr id="2" name="Pentagon 1"/>
            <p:cNvSpPr/>
            <p:nvPr/>
          </p:nvSpPr>
          <p:spPr>
            <a:xfrm>
              <a:off x="548640" y="1280160"/>
              <a:ext cx="1417320" cy="512064"/>
            </a:xfrm>
            <a:prstGeom prst="homePlat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</a:t>
              </a:r>
            </a:p>
          </p:txBody>
        </p:sp>
        <p:sp>
          <p:nvSpPr>
            <p:cNvPr id="3" name="Pentagon 2"/>
            <p:cNvSpPr/>
            <p:nvPr/>
          </p:nvSpPr>
          <p:spPr>
            <a:xfrm>
              <a:off x="2221992" y="1280160"/>
              <a:ext cx="1417320" cy="512064"/>
            </a:xfrm>
            <a:prstGeom prst="homePlat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</a:t>
              </a:r>
            </a:p>
          </p:txBody>
        </p:sp>
        <p:sp>
          <p:nvSpPr>
            <p:cNvPr id="4" name="Pentagon 3"/>
            <p:cNvSpPr/>
            <p:nvPr/>
          </p:nvSpPr>
          <p:spPr>
            <a:xfrm>
              <a:off x="3895344" y="1280160"/>
              <a:ext cx="1417320" cy="512064"/>
            </a:xfrm>
            <a:prstGeom prst="homePlat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성과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HDR-193~ · 리본 배지 세트</a:t>
            </a:r>
          </a:p>
        </p:txBody>
      </p:sp>
      <p:grpSp>
        <p:nvGrpSpPr>
          <p:cNvPr id="10" name="asset:HDR-194"/>
          <p:cNvGrpSpPr/>
          <p:nvPr/>
        </p:nvGrpSpPr>
        <p:grpSpPr>
          <a:xfrm>
            <a:off x="6400800" y="1280160"/>
            <a:ext cx="4764024" cy="512064"/>
            <a:chOff x="6400800" y="1280160"/>
            <a:chExt cx="4764024" cy="512064"/>
          </a:xfrm>
        </p:grpSpPr>
        <p:sp>
          <p:nvSpPr>
            <p:cNvPr id="7" name="Pentagon 6"/>
            <p:cNvSpPr/>
            <p:nvPr/>
          </p:nvSpPr>
          <p:spPr>
            <a:xfrm>
              <a:off x="6400800" y="1280160"/>
              <a:ext cx="1417320" cy="512064"/>
            </a:xfrm>
            <a:prstGeom prst="homePlat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</a:t>
              </a:r>
            </a:p>
          </p:txBody>
        </p:sp>
        <p:sp>
          <p:nvSpPr>
            <p:cNvPr id="8" name="Pentagon 7"/>
            <p:cNvSpPr/>
            <p:nvPr/>
          </p:nvSpPr>
          <p:spPr>
            <a:xfrm>
              <a:off x="8074152" y="1280160"/>
              <a:ext cx="1417320" cy="512064"/>
            </a:xfrm>
            <a:prstGeom prst="homePlat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</a:t>
              </a:r>
            </a:p>
          </p:txBody>
        </p:sp>
        <p:sp>
          <p:nvSpPr>
            <p:cNvPr id="9" name="Pentagon 8"/>
            <p:cNvSpPr/>
            <p:nvPr/>
          </p:nvSpPr>
          <p:spPr>
            <a:xfrm>
              <a:off x="9747504" y="1280160"/>
              <a:ext cx="1417320" cy="512064"/>
            </a:xfrm>
            <a:prstGeom prst="homePlat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성과</a:t>
              </a:r>
            </a:p>
          </p:txBody>
        </p:sp>
      </p:grpSp>
      <p:grpSp>
        <p:nvGrpSpPr>
          <p:cNvPr id="14" name="asset:HDR-195"/>
          <p:cNvGrpSpPr/>
          <p:nvPr/>
        </p:nvGrpSpPr>
        <p:grpSpPr>
          <a:xfrm>
            <a:off x="548640" y="2148839"/>
            <a:ext cx="4764024" cy="512064"/>
            <a:chOff x="548640" y="2148839"/>
            <a:chExt cx="4764024" cy="512064"/>
          </a:xfrm>
        </p:grpSpPr>
        <p:sp>
          <p:nvSpPr>
            <p:cNvPr id="11" name="Pentagon 10"/>
            <p:cNvSpPr/>
            <p:nvPr/>
          </p:nvSpPr>
          <p:spPr>
            <a:xfrm>
              <a:off x="548640" y="2148839"/>
              <a:ext cx="1417320" cy="512064"/>
            </a:xfrm>
            <a:prstGeom prst="homePlat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</a:t>
              </a:r>
            </a:p>
          </p:txBody>
        </p:sp>
        <p:sp>
          <p:nvSpPr>
            <p:cNvPr id="12" name="Pentagon 11"/>
            <p:cNvSpPr/>
            <p:nvPr/>
          </p:nvSpPr>
          <p:spPr>
            <a:xfrm>
              <a:off x="2221992" y="2148839"/>
              <a:ext cx="1417320" cy="512064"/>
            </a:xfrm>
            <a:prstGeom prst="homePlat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</a:t>
              </a:r>
            </a:p>
          </p:txBody>
        </p:sp>
        <p:sp>
          <p:nvSpPr>
            <p:cNvPr id="13" name="Pentagon 12"/>
            <p:cNvSpPr/>
            <p:nvPr/>
          </p:nvSpPr>
          <p:spPr>
            <a:xfrm>
              <a:off x="3895344" y="2148839"/>
              <a:ext cx="1417320" cy="512064"/>
            </a:xfrm>
            <a:prstGeom prst="homePlat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성과</a:t>
              </a:r>
            </a:p>
          </p:txBody>
        </p:sp>
      </p:grpSp>
      <p:grpSp>
        <p:nvGrpSpPr>
          <p:cNvPr id="18" name="asset:HDR-196"/>
          <p:cNvGrpSpPr/>
          <p:nvPr/>
        </p:nvGrpSpPr>
        <p:grpSpPr>
          <a:xfrm>
            <a:off x="6400800" y="2148839"/>
            <a:ext cx="4764024" cy="512064"/>
            <a:chOff x="6400800" y="2148839"/>
            <a:chExt cx="4764024" cy="512064"/>
          </a:xfrm>
        </p:grpSpPr>
        <p:sp>
          <p:nvSpPr>
            <p:cNvPr id="15" name="Pentagon 14"/>
            <p:cNvSpPr/>
            <p:nvPr/>
          </p:nvSpPr>
          <p:spPr>
            <a:xfrm>
              <a:off x="6400800" y="2148839"/>
              <a:ext cx="1417320" cy="512064"/>
            </a:xfrm>
            <a:prstGeom prst="homePlat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</a:t>
              </a:r>
            </a:p>
          </p:txBody>
        </p:sp>
        <p:sp>
          <p:nvSpPr>
            <p:cNvPr id="16" name="Pentagon 15"/>
            <p:cNvSpPr/>
            <p:nvPr/>
          </p:nvSpPr>
          <p:spPr>
            <a:xfrm>
              <a:off x="8074152" y="2148839"/>
              <a:ext cx="1417320" cy="512064"/>
            </a:xfrm>
            <a:prstGeom prst="homePlat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</a:t>
              </a:r>
            </a:p>
          </p:txBody>
        </p:sp>
        <p:sp>
          <p:nvSpPr>
            <p:cNvPr id="17" name="Pentagon 16"/>
            <p:cNvSpPr/>
            <p:nvPr/>
          </p:nvSpPr>
          <p:spPr>
            <a:xfrm>
              <a:off x="9747504" y="2148839"/>
              <a:ext cx="1417320" cy="512064"/>
            </a:xfrm>
            <a:prstGeom prst="homePlat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성과</a:t>
              </a:r>
            </a:p>
          </p:txBody>
        </p:sp>
      </p:grpSp>
      <p:grpSp>
        <p:nvGrpSpPr>
          <p:cNvPr id="22" name="asset:HDR-197"/>
          <p:cNvGrpSpPr/>
          <p:nvPr/>
        </p:nvGrpSpPr>
        <p:grpSpPr>
          <a:xfrm>
            <a:off x="548640" y="3017520"/>
            <a:ext cx="4764024" cy="512064"/>
            <a:chOff x="548640" y="3017520"/>
            <a:chExt cx="4764024" cy="512064"/>
          </a:xfrm>
        </p:grpSpPr>
        <p:sp>
          <p:nvSpPr>
            <p:cNvPr id="19" name="Pentagon 18"/>
            <p:cNvSpPr/>
            <p:nvPr/>
          </p:nvSpPr>
          <p:spPr>
            <a:xfrm>
              <a:off x="548640" y="3017520"/>
              <a:ext cx="1417320" cy="512064"/>
            </a:xfrm>
            <a:prstGeom prst="homePlat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</a:t>
              </a:r>
            </a:p>
          </p:txBody>
        </p:sp>
        <p:sp>
          <p:nvSpPr>
            <p:cNvPr id="20" name="Pentagon 19"/>
            <p:cNvSpPr/>
            <p:nvPr/>
          </p:nvSpPr>
          <p:spPr>
            <a:xfrm>
              <a:off x="2221992" y="3017520"/>
              <a:ext cx="1417320" cy="512064"/>
            </a:xfrm>
            <a:prstGeom prst="homePlat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</a:t>
              </a:r>
            </a:p>
          </p:txBody>
        </p:sp>
        <p:sp>
          <p:nvSpPr>
            <p:cNvPr id="21" name="Pentagon 20"/>
            <p:cNvSpPr/>
            <p:nvPr/>
          </p:nvSpPr>
          <p:spPr>
            <a:xfrm>
              <a:off x="3895344" y="3017520"/>
              <a:ext cx="1417320" cy="512064"/>
            </a:xfrm>
            <a:prstGeom prst="homePlat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성과</a:t>
              </a:r>
            </a:p>
          </p:txBody>
        </p:sp>
      </p:grpSp>
      <p:grpSp>
        <p:nvGrpSpPr>
          <p:cNvPr id="26" name="asset:HDR-198"/>
          <p:cNvGrpSpPr/>
          <p:nvPr/>
        </p:nvGrpSpPr>
        <p:grpSpPr>
          <a:xfrm>
            <a:off x="6400800" y="3017520"/>
            <a:ext cx="4764024" cy="512064"/>
            <a:chOff x="6400800" y="3017520"/>
            <a:chExt cx="4764024" cy="512064"/>
          </a:xfrm>
        </p:grpSpPr>
        <p:sp>
          <p:nvSpPr>
            <p:cNvPr id="23" name="Pentagon 22"/>
            <p:cNvSpPr/>
            <p:nvPr/>
          </p:nvSpPr>
          <p:spPr>
            <a:xfrm>
              <a:off x="6400800" y="3017520"/>
              <a:ext cx="1417320" cy="512064"/>
            </a:xfrm>
            <a:prstGeom prst="homePlat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</a:t>
              </a:r>
            </a:p>
          </p:txBody>
        </p:sp>
        <p:sp>
          <p:nvSpPr>
            <p:cNvPr id="24" name="Pentagon 23"/>
            <p:cNvSpPr/>
            <p:nvPr/>
          </p:nvSpPr>
          <p:spPr>
            <a:xfrm>
              <a:off x="8074152" y="3017520"/>
              <a:ext cx="1417320" cy="512064"/>
            </a:xfrm>
            <a:prstGeom prst="homePlat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</a:t>
              </a:r>
            </a:p>
          </p:txBody>
        </p:sp>
        <p:sp>
          <p:nvSpPr>
            <p:cNvPr id="25" name="Pentagon 24"/>
            <p:cNvSpPr/>
            <p:nvPr/>
          </p:nvSpPr>
          <p:spPr>
            <a:xfrm>
              <a:off x="9747504" y="3017520"/>
              <a:ext cx="1417320" cy="512064"/>
            </a:xfrm>
            <a:prstGeom prst="homePlat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성과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