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ICN-081 ~ ICN-088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(1/8)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ICN-081</a:t>
            </a:r>
          </a:p>
        </p:txBody>
      </p:sp>
      <p:grpSp>
        <p:nvGrpSpPr>
          <p:cNvPr id="9" name="asset:ICN-081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Rounded Rectangle 5"/>
            <p:cNvSpPr/>
            <p:nvPr/>
          </p:nvSpPr>
          <p:spPr>
            <a:xfrm>
              <a:off x="1704936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1954968" y="1905952"/>
              <a:ext cx="166687" cy="428625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다운로드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ICN-082</a:t>
            </a:r>
          </a:p>
        </p:txBody>
      </p:sp>
      <p:grpSp>
        <p:nvGrpSpPr>
          <p:cNvPr id="14" name="asset:ICN-082"/>
          <p:cNvGrpSpPr/>
          <p:nvPr/>
        </p:nvGrpSpPr>
        <p:grpSpPr>
          <a:xfrm>
            <a:off x="3390823" y="1905952"/>
            <a:ext cx="2705023" cy="1276160"/>
            <a:chOff x="3390823" y="1905952"/>
            <a:chExt cx="2705023" cy="1276160"/>
          </a:xfrm>
        </p:grpSpPr>
        <p:sp>
          <p:nvSpPr>
            <p:cNvPr id="11" name="Rounded Rectangle 10"/>
            <p:cNvSpPr/>
            <p:nvPr/>
          </p:nvSpPr>
          <p:spPr>
            <a:xfrm>
              <a:off x="4409960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4659991" y="1905952"/>
              <a:ext cx="166687" cy="428625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다운로드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ICN-083</a:t>
            </a:r>
          </a:p>
        </p:txBody>
      </p:sp>
      <p:grpSp>
        <p:nvGrpSpPr>
          <p:cNvPr id="19" name="asset:ICN-083"/>
          <p:cNvGrpSpPr/>
          <p:nvPr/>
        </p:nvGrpSpPr>
        <p:grpSpPr>
          <a:xfrm>
            <a:off x="6095847" y="1905952"/>
            <a:ext cx="2705023" cy="1276160"/>
            <a:chOff x="6095847" y="1905952"/>
            <a:chExt cx="2705023" cy="1276160"/>
          </a:xfrm>
        </p:grpSpPr>
        <p:sp>
          <p:nvSpPr>
            <p:cNvPr id="16" name="Rounded Rectangle 15"/>
            <p:cNvSpPr/>
            <p:nvPr/>
          </p:nvSpPr>
          <p:spPr>
            <a:xfrm>
              <a:off x="7114984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7365015" y="1905952"/>
              <a:ext cx="166687" cy="428625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다운로드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ICN-084</a:t>
            </a:r>
          </a:p>
        </p:txBody>
      </p:sp>
      <p:grpSp>
        <p:nvGrpSpPr>
          <p:cNvPr id="24" name="asset:ICN-084"/>
          <p:cNvGrpSpPr/>
          <p:nvPr/>
        </p:nvGrpSpPr>
        <p:grpSpPr>
          <a:xfrm>
            <a:off x="8800871" y="1905952"/>
            <a:ext cx="2705023" cy="1276160"/>
            <a:chOff x="8800871" y="1905952"/>
            <a:chExt cx="2705023" cy="1276160"/>
          </a:xfrm>
        </p:grpSpPr>
        <p:sp>
          <p:nvSpPr>
            <p:cNvPr id="21" name="Rounded Rectangle 20"/>
            <p:cNvSpPr/>
            <p:nvPr/>
          </p:nvSpPr>
          <p:spPr>
            <a:xfrm>
              <a:off x="9820008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070039" y="1905952"/>
              <a:ext cx="166687" cy="428625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다운로드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ICN-085</a:t>
            </a:r>
          </a:p>
        </p:txBody>
      </p:sp>
      <p:grpSp>
        <p:nvGrpSpPr>
          <p:cNvPr id="29" name="asset:ICN-085"/>
          <p:cNvGrpSpPr/>
          <p:nvPr/>
        </p:nvGrpSpPr>
        <p:grpSpPr>
          <a:xfrm>
            <a:off x="685800" y="4420552"/>
            <a:ext cx="2705023" cy="1276159"/>
            <a:chOff x="685800" y="4420552"/>
            <a:chExt cx="2705023" cy="1276159"/>
          </a:xfrm>
        </p:grpSpPr>
        <p:sp>
          <p:nvSpPr>
            <p:cNvPr id="26" name="Rounded Rectangle 25"/>
            <p:cNvSpPr/>
            <p:nvPr/>
          </p:nvSpPr>
          <p:spPr>
            <a:xfrm>
              <a:off x="1704936" y="48968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1954968" y="4420552"/>
              <a:ext cx="166687" cy="428625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다운로드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ICN-086</a:t>
            </a:r>
          </a:p>
        </p:txBody>
      </p:sp>
      <p:grpSp>
        <p:nvGrpSpPr>
          <p:cNvPr id="37" name="asset:ICN-086"/>
          <p:cNvGrpSpPr/>
          <p:nvPr/>
        </p:nvGrpSpPr>
        <p:grpSpPr>
          <a:xfrm>
            <a:off x="3390823" y="4396739"/>
            <a:ext cx="2705023" cy="1299972"/>
            <a:chOff x="3390823" y="4396739"/>
            <a:chExt cx="2705023" cy="1299972"/>
          </a:xfrm>
        </p:grpSpPr>
        <p:cxnSp>
          <p:nvCxnSpPr>
            <p:cNvPr id="31" name="Connector 30"/>
            <p:cNvCxnSpPr/>
            <p:nvPr/>
          </p:nvCxnSpPr>
          <p:spPr>
            <a:xfrm flipH="1">
              <a:off x="4457585" y="4491990"/>
              <a:ext cx="428625" cy="261937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H="1">
              <a:off x="4457585" y="4491990"/>
              <a:ext cx="428625" cy="57150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838585" y="4396739"/>
              <a:ext cx="214312" cy="21431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362335" y="4658677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362335" y="4968239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공유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ICN-087</a:t>
            </a:r>
          </a:p>
        </p:txBody>
      </p:sp>
      <p:grpSp>
        <p:nvGrpSpPr>
          <p:cNvPr id="45" name="asset:ICN-087"/>
          <p:cNvGrpSpPr/>
          <p:nvPr/>
        </p:nvGrpSpPr>
        <p:grpSpPr>
          <a:xfrm>
            <a:off x="6095847" y="4396739"/>
            <a:ext cx="2705023" cy="1299972"/>
            <a:chOff x="6095847" y="4396739"/>
            <a:chExt cx="2705023" cy="1299972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162609" y="4491990"/>
              <a:ext cx="428625" cy="261937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162609" y="4491990"/>
              <a:ext cx="428625" cy="57150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7543609" y="4396739"/>
              <a:ext cx="214312" cy="21431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7067359" y="4658677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7067359" y="4968239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공유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ICN-088</a:t>
            </a:r>
          </a:p>
        </p:txBody>
      </p:sp>
      <p:grpSp>
        <p:nvGrpSpPr>
          <p:cNvPr id="53" name="asset:ICN-088"/>
          <p:cNvGrpSpPr/>
          <p:nvPr/>
        </p:nvGrpSpPr>
        <p:grpSpPr>
          <a:xfrm>
            <a:off x="8800871" y="4396739"/>
            <a:ext cx="2705023" cy="1299972"/>
            <a:chOff x="8800871" y="4396739"/>
            <a:chExt cx="2705023" cy="1299972"/>
          </a:xfrm>
        </p:grpSpPr>
        <p:cxnSp>
          <p:nvCxnSpPr>
            <p:cNvPr id="47" name="Connector 46"/>
            <p:cNvCxnSpPr/>
            <p:nvPr/>
          </p:nvCxnSpPr>
          <p:spPr>
            <a:xfrm flipH="1">
              <a:off x="9867633" y="4491990"/>
              <a:ext cx="428625" cy="261937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 flipH="1">
              <a:off x="9867633" y="4491990"/>
              <a:ext cx="428625" cy="57150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10248633" y="4396739"/>
              <a:ext cx="214312" cy="214312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9772383" y="4658677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9772383" y="4968239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ICN-089 ~ ICN-096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(2/8)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ICN-089</a:t>
            </a:r>
          </a:p>
        </p:txBody>
      </p:sp>
      <p:grpSp>
        <p:nvGrpSpPr>
          <p:cNvPr id="12" name="asset:ICN-089"/>
          <p:cNvGrpSpPr/>
          <p:nvPr/>
        </p:nvGrpSpPr>
        <p:grpSpPr>
          <a:xfrm>
            <a:off x="685800" y="1882140"/>
            <a:ext cx="2705023" cy="1299972"/>
            <a:chOff x="685800" y="1882140"/>
            <a:chExt cx="2705023" cy="1299972"/>
          </a:xfrm>
        </p:grpSpPr>
        <p:cxnSp>
          <p:nvCxnSpPr>
            <p:cNvPr id="6" name="Connector 5"/>
            <p:cNvCxnSpPr/>
            <p:nvPr/>
          </p:nvCxnSpPr>
          <p:spPr>
            <a:xfrm flipH="1">
              <a:off x="1752561" y="1977390"/>
              <a:ext cx="428625" cy="261937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1752561" y="1977390"/>
              <a:ext cx="428625" cy="57150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2133561" y="1882140"/>
              <a:ext cx="214312" cy="214312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657311" y="2144077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657311" y="2453640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공유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ICN-090</a:t>
            </a:r>
          </a:p>
        </p:txBody>
      </p:sp>
      <p:grpSp>
        <p:nvGrpSpPr>
          <p:cNvPr id="20" name="asset:ICN-090"/>
          <p:cNvGrpSpPr/>
          <p:nvPr/>
        </p:nvGrpSpPr>
        <p:grpSpPr>
          <a:xfrm>
            <a:off x="3390823" y="1882140"/>
            <a:ext cx="2705023" cy="1299972"/>
            <a:chOff x="3390823" y="1882140"/>
            <a:chExt cx="2705023" cy="1299972"/>
          </a:xfrm>
        </p:grpSpPr>
        <p:cxnSp>
          <p:nvCxnSpPr>
            <p:cNvPr id="14" name="Connector 13"/>
            <p:cNvCxnSpPr/>
            <p:nvPr/>
          </p:nvCxnSpPr>
          <p:spPr>
            <a:xfrm flipH="1">
              <a:off x="4457585" y="1977390"/>
              <a:ext cx="428625" cy="261937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4457585" y="1977390"/>
              <a:ext cx="428625" cy="57150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4838585" y="1882140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4362335" y="2144077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362335" y="2453640"/>
              <a:ext cx="214312" cy="21431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공유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ICN-091</a:t>
            </a:r>
          </a:p>
        </p:txBody>
      </p:sp>
      <p:grpSp>
        <p:nvGrpSpPr>
          <p:cNvPr id="27" name="asset:ICN-091"/>
          <p:cNvGrpSpPr/>
          <p:nvPr/>
        </p:nvGrpSpPr>
        <p:grpSpPr>
          <a:xfrm>
            <a:off x="6095847" y="1858327"/>
            <a:ext cx="2705023" cy="1323785"/>
            <a:chOff x="6095847" y="1858327"/>
            <a:chExt cx="2705023" cy="1323785"/>
          </a:xfrm>
        </p:grpSpPr>
        <p:sp>
          <p:nvSpPr>
            <p:cNvPr id="22" name="Block Arc 21"/>
            <p:cNvSpPr/>
            <p:nvPr/>
          </p:nvSpPr>
          <p:spPr>
            <a:xfrm rot="10800000">
              <a:off x="7234047" y="1858327"/>
              <a:ext cx="428625" cy="357187"/>
            </a:xfrm>
            <a:prstGeom prst="blockArc">
              <a:avLst/>
            </a:prstGeom>
            <a:noFill/>
            <a:ln w="508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162609" y="2167890"/>
              <a:ext cx="571500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376921" y="2286952"/>
              <a:ext cx="142875" cy="142875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24547" y="2382202"/>
              <a:ext cx="47624" cy="14287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잠금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ICN-092</a:t>
            </a:r>
          </a:p>
        </p:txBody>
      </p:sp>
      <p:grpSp>
        <p:nvGrpSpPr>
          <p:cNvPr id="34" name="asset:ICN-092"/>
          <p:cNvGrpSpPr/>
          <p:nvPr/>
        </p:nvGrpSpPr>
        <p:grpSpPr>
          <a:xfrm>
            <a:off x="8800871" y="1858327"/>
            <a:ext cx="2705023" cy="1323785"/>
            <a:chOff x="8800871" y="1858327"/>
            <a:chExt cx="2705023" cy="1323785"/>
          </a:xfrm>
        </p:grpSpPr>
        <p:sp>
          <p:nvSpPr>
            <p:cNvPr id="29" name="Block Arc 28"/>
            <p:cNvSpPr/>
            <p:nvPr/>
          </p:nvSpPr>
          <p:spPr>
            <a:xfrm rot="10800000">
              <a:off x="9939070" y="1858327"/>
              <a:ext cx="428625" cy="357187"/>
            </a:xfrm>
            <a:prstGeom prst="blockArc">
              <a:avLst/>
            </a:prstGeom>
            <a:noFill/>
            <a:ln w="508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67633" y="2167890"/>
              <a:ext cx="571500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0081945" y="2286952"/>
              <a:ext cx="142875" cy="14287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129570" y="2382202"/>
              <a:ext cx="47624" cy="142875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잠금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ICN-093</a:t>
            </a:r>
          </a:p>
        </p:txBody>
      </p:sp>
      <p:grpSp>
        <p:nvGrpSpPr>
          <p:cNvPr id="41" name="asset:ICN-093"/>
          <p:cNvGrpSpPr/>
          <p:nvPr/>
        </p:nvGrpSpPr>
        <p:grpSpPr>
          <a:xfrm>
            <a:off x="685800" y="4372927"/>
            <a:ext cx="2705023" cy="1323784"/>
            <a:chOff x="685800" y="4372927"/>
            <a:chExt cx="2705023" cy="1323784"/>
          </a:xfrm>
        </p:grpSpPr>
        <p:sp>
          <p:nvSpPr>
            <p:cNvPr id="36" name="Block Arc 35"/>
            <p:cNvSpPr/>
            <p:nvPr/>
          </p:nvSpPr>
          <p:spPr>
            <a:xfrm rot="10800000">
              <a:off x="1823999" y="4372927"/>
              <a:ext cx="428625" cy="357187"/>
            </a:xfrm>
            <a:prstGeom prst="blockArc">
              <a:avLst/>
            </a:prstGeom>
            <a:noFill/>
            <a:ln w="508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752561" y="4682489"/>
              <a:ext cx="571500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966874" y="4801552"/>
              <a:ext cx="142875" cy="142875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014499" y="4896802"/>
              <a:ext cx="47624" cy="14287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잠금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ICN-094</a:t>
            </a:r>
          </a:p>
        </p:txBody>
      </p:sp>
      <p:grpSp>
        <p:nvGrpSpPr>
          <p:cNvPr id="48" name="asset:ICN-094"/>
          <p:cNvGrpSpPr/>
          <p:nvPr/>
        </p:nvGrpSpPr>
        <p:grpSpPr>
          <a:xfrm>
            <a:off x="3390823" y="4372927"/>
            <a:ext cx="2705023" cy="1323784"/>
            <a:chOff x="3390823" y="4372927"/>
            <a:chExt cx="2705023" cy="1323784"/>
          </a:xfrm>
        </p:grpSpPr>
        <p:sp>
          <p:nvSpPr>
            <p:cNvPr id="43" name="Block Arc 42"/>
            <p:cNvSpPr/>
            <p:nvPr/>
          </p:nvSpPr>
          <p:spPr>
            <a:xfrm rot="10800000">
              <a:off x="4529023" y="4372927"/>
              <a:ext cx="428625" cy="357187"/>
            </a:xfrm>
            <a:prstGeom prst="blockArc">
              <a:avLst/>
            </a:prstGeom>
            <a:noFill/>
            <a:ln w="508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457585" y="4682489"/>
              <a:ext cx="571500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671898" y="4801552"/>
              <a:ext cx="142875" cy="14287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719523" y="4896802"/>
              <a:ext cx="47624" cy="142875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잠금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ICN-095</a:t>
            </a:r>
          </a:p>
        </p:txBody>
      </p:sp>
      <p:grpSp>
        <p:nvGrpSpPr>
          <p:cNvPr id="55" name="asset:ICN-095"/>
          <p:cNvGrpSpPr/>
          <p:nvPr/>
        </p:nvGrpSpPr>
        <p:grpSpPr>
          <a:xfrm>
            <a:off x="6095847" y="4372927"/>
            <a:ext cx="2705023" cy="1323784"/>
            <a:chOff x="6095847" y="4372927"/>
            <a:chExt cx="2705023" cy="1323784"/>
          </a:xfrm>
        </p:grpSpPr>
        <p:sp>
          <p:nvSpPr>
            <p:cNvPr id="50" name="Block Arc 49"/>
            <p:cNvSpPr/>
            <p:nvPr/>
          </p:nvSpPr>
          <p:spPr>
            <a:xfrm rot="10800000">
              <a:off x="7234047" y="4372927"/>
              <a:ext cx="428625" cy="357187"/>
            </a:xfrm>
            <a:prstGeom prst="blockArc">
              <a:avLst/>
            </a:prstGeom>
            <a:noFill/>
            <a:ln w="508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162609" y="4682489"/>
              <a:ext cx="571500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376921" y="4801552"/>
              <a:ext cx="142875" cy="142875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424547" y="4896802"/>
              <a:ext cx="47624" cy="14287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잠금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ICN-096</a:t>
            </a:r>
          </a:p>
        </p:txBody>
      </p:sp>
      <p:grpSp>
        <p:nvGrpSpPr>
          <p:cNvPr id="62" name="asset:ICN-096"/>
          <p:cNvGrpSpPr/>
          <p:nvPr/>
        </p:nvGrpSpPr>
        <p:grpSpPr>
          <a:xfrm>
            <a:off x="8800871" y="4587240"/>
            <a:ext cx="2705023" cy="1109471"/>
            <a:chOff x="8800871" y="4587240"/>
            <a:chExt cx="2705023" cy="1109471"/>
          </a:xfrm>
        </p:grpSpPr>
        <p:sp>
          <p:nvSpPr>
            <p:cNvPr id="57" name="Donut 56"/>
            <p:cNvSpPr/>
            <p:nvPr/>
          </p:nvSpPr>
          <p:spPr>
            <a:xfrm>
              <a:off x="9772383" y="4587240"/>
              <a:ext cx="357187" cy="357187"/>
            </a:xfrm>
            <a:prstGeom prst="donut">
              <a:avLst/>
            </a:prstGeom>
            <a:noFill/>
            <a:ln w="571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10105758" y="4765833"/>
              <a:ext cx="428625" cy="0"/>
            </a:xfrm>
            <a:prstGeom prst="line">
              <a:avLst/>
            </a:prstGeom>
            <a:ln w="571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/>
            <p:cNvSpPr/>
            <p:nvPr/>
          </p:nvSpPr>
          <p:spPr>
            <a:xfrm>
              <a:off x="10367695" y="4765833"/>
              <a:ext cx="47624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462945" y="4765833"/>
              <a:ext cx="47624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ICN-097 ~ ICN-104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(3/8)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ICN-097</a:t>
            </a:r>
          </a:p>
        </p:txBody>
      </p:sp>
      <p:grpSp>
        <p:nvGrpSpPr>
          <p:cNvPr id="11" name="asset:ICN-097"/>
          <p:cNvGrpSpPr/>
          <p:nvPr/>
        </p:nvGrpSpPr>
        <p:grpSpPr>
          <a:xfrm>
            <a:off x="685800" y="2072640"/>
            <a:ext cx="2705023" cy="1109472"/>
            <a:chOff x="685800" y="2072640"/>
            <a:chExt cx="2705023" cy="1109472"/>
          </a:xfrm>
        </p:grpSpPr>
        <p:sp>
          <p:nvSpPr>
            <p:cNvPr id="6" name="Donut 5"/>
            <p:cNvSpPr/>
            <p:nvPr/>
          </p:nvSpPr>
          <p:spPr>
            <a:xfrm>
              <a:off x="1657311" y="2072640"/>
              <a:ext cx="357187" cy="357187"/>
            </a:xfrm>
            <a:prstGeom prst="donut">
              <a:avLst/>
            </a:prstGeom>
            <a:noFill/>
            <a:ln w="571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990686" y="2251233"/>
              <a:ext cx="428625" cy="0"/>
            </a:xfrm>
            <a:prstGeom prst="line">
              <a:avLst/>
            </a:prstGeom>
            <a:ln w="571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2252624" y="2251233"/>
              <a:ext cx="47624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347874" y="2251233"/>
              <a:ext cx="47624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ICN-098</a:t>
            </a:r>
          </a:p>
        </p:txBody>
      </p:sp>
      <p:grpSp>
        <p:nvGrpSpPr>
          <p:cNvPr id="18" name="asset:ICN-098"/>
          <p:cNvGrpSpPr/>
          <p:nvPr/>
        </p:nvGrpSpPr>
        <p:grpSpPr>
          <a:xfrm>
            <a:off x="3390823" y="2072640"/>
            <a:ext cx="2705023" cy="1109472"/>
            <a:chOff x="3390823" y="2072640"/>
            <a:chExt cx="2705023" cy="1109472"/>
          </a:xfrm>
        </p:grpSpPr>
        <p:sp>
          <p:nvSpPr>
            <p:cNvPr id="13" name="Donut 12"/>
            <p:cNvSpPr/>
            <p:nvPr/>
          </p:nvSpPr>
          <p:spPr>
            <a:xfrm>
              <a:off x="4362335" y="2072640"/>
              <a:ext cx="357187" cy="357187"/>
            </a:xfrm>
            <a:prstGeom prst="donut">
              <a:avLst/>
            </a:prstGeom>
            <a:noFill/>
            <a:ln w="571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695710" y="2251233"/>
              <a:ext cx="428625" cy="0"/>
            </a:xfrm>
            <a:prstGeom prst="line">
              <a:avLst/>
            </a:prstGeom>
            <a:ln w="571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4957648" y="2251233"/>
              <a:ext cx="47624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052898" y="2251233"/>
              <a:ext cx="47624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ICN-099</a:t>
            </a:r>
          </a:p>
        </p:txBody>
      </p:sp>
      <p:grpSp>
        <p:nvGrpSpPr>
          <p:cNvPr id="25" name="asset:ICN-099"/>
          <p:cNvGrpSpPr/>
          <p:nvPr/>
        </p:nvGrpSpPr>
        <p:grpSpPr>
          <a:xfrm>
            <a:off x="6095847" y="2072640"/>
            <a:ext cx="2705023" cy="1109472"/>
            <a:chOff x="6095847" y="2072640"/>
            <a:chExt cx="2705023" cy="1109472"/>
          </a:xfrm>
        </p:grpSpPr>
        <p:sp>
          <p:nvSpPr>
            <p:cNvPr id="20" name="Donut 19"/>
            <p:cNvSpPr/>
            <p:nvPr/>
          </p:nvSpPr>
          <p:spPr>
            <a:xfrm>
              <a:off x="7067359" y="2072640"/>
              <a:ext cx="357187" cy="357187"/>
            </a:xfrm>
            <a:prstGeom prst="donut">
              <a:avLst/>
            </a:prstGeom>
            <a:noFill/>
            <a:ln w="571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7400734" y="2251233"/>
              <a:ext cx="428625" cy="0"/>
            </a:xfrm>
            <a:prstGeom prst="line">
              <a:avLst/>
            </a:prstGeom>
            <a:ln w="571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7662671" y="2251233"/>
              <a:ext cx="47624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57922" y="2251233"/>
              <a:ext cx="47624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ICN-100</a:t>
            </a:r>
          </a:p>
        </p:txBody>
      </p:sp>
      <p:grpSp>
        <p:nvGrpSpPr>
          <p:cNvPr id="32" name="asset:ICN-100"/>
          <p:cNvGrpSpPr/>
          <p:nvPr/>
        </p:nvGrpSpPr>
        <p:grpSpPr>
          <a:xfrm>
            <a:off x="8800871" y="2072640"/>
            <a:ext cx="2705023" cy="1109472"/>
            <a:chOff x="8800871" y="2072640"/>
            <a:chExt cx="2705023" cy="1109472"/>
          </a:xfrm>
        </p:grpSpPr>
        <p:sp>
          <p:nvSpPr>
            <p:cNvPr id="27" name="Donut 26"/>
            <p:cNvSpPr/>
            <p:nvPr/>
          </p:nvSpPr>
          <p:spPr>
            <a:xfrm>
              <a:off x="9772383" y="2072640"/>
              <a:ext cx="357187" cy="357187"/>
            </a:xfrm>
            <a:prstGeom prst="donut">
              <a:avLst/>
            </a:prstGeom>
            <a:noFill/>
            <a:ln w="571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10105758" y="2251233"/>
              <a:ext cx="428625" cy="0"/>
            </a:xfrm>
            <a:prstGeom prst="line">
              <a:avLst/>
            </a:prstGeom>
            <a:ln w="571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10367695" y="2251233"/>
              <a:ext cx="47624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462945" y="2251233"/>
              <a:ext cx="47624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ICN-101</a:t>
            </a:r>
          </a:p>
        </p:txBody>
      </p:sp>
      <p:grpSp>
        <p:nvGrpSpPr>
          <p:cNvPr id="36" name="asset:ICN-101"/>
          <p:cNvGrpSpPr/>
          <p:nvPr/>
        </p:nvGrpSpPr>
        <p:grpSpPr>
          <a:xfrm>
            <a:off x="685800" y="4420552"/>
            <a:ext cx="2705023" cy="1276159"/>
            <a:chOff x="685800" y="4420552"/>
            <a:chExt cx="2705023" cy="1276159"/>
          </a:xfrm>
        </p:grpSpPr>
        <p:sp>
          <p:nvSpPr>
            <p:cNvPr id="34" name="5-Point Star 33"/>
            <p:cNvSpPr/>
            <p:nvPr/>
          </p:nvSpPr>
          <p:spPr>
            <a:xfrm>
              <a:off x="1681124" y="4420552"/>
              <a:ext cx="714375" cy="714375"/>
            </a:xfrm>
            <a:prstGeom prst="star5">
              <a:avLst/>
            </a:prstGeom>
            <a:solidFill>
              <a:srgbClr val="29ABE2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즐겨찾기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ICN-102</a:t>
            </a:r>
          </a:p>
        </p:txBody>
      </p:sp>
      <p:grpSp>
        <p:nvGrpSpPr>
          <p:cNvPr id="40" name="asset:ICN-102"/>
          <p:cNvGrpSpPr/>
          <p:nvPr/>
        </p:nvGrpSpPr>
        <p:grpSpPr>
          <a:xfrm>
            <a:off x="3390823" y="4420552"/>
            <a:ext cx="2705023" cy="1276159"/>
            <a:chOff x="3390823" y="4420552"/>
            <a:chExt cx="2705023" cy="1276159"/>
          </a:xfrm>
        </p:grpSpPr>
        <p:sp>
          <p:nvSpPr>
            <p:cNvPr id="38" name="5-Point Star 37"/>
            <p:cNvSpPr/>
            <p:nvPr/>
          </p:nvSpPr>
          <p:spPr>
            <a:xfrm>
              <a:off x="4386148" y="4420552"/>
              <a:ext cx="714375" cy="714375"/>
            </a:xfrm>
            <a:prstGeom prst="star5">
              <a:avLst/>
            </a:prstGeom>
            <a:solidFill>
              <a:srgbClr val="1F9E8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즐겨찾기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ICN-103</a:t>
            </a:r>
          </a:p>
        </p:txBody>
      </p:sp>
      <p:grpSp>
        <p:nvGrpSpPr>
          <p:cNvPr id="44" name="asset:ICN-103"/>
          <p:cNvGrpSpPr/>
          <p:nvPr/>
        </p:nvGrpSpPr>
        <p:grpSpPr>
          <a:xfrm>
            <a:off x="6095847" y="4420552"/>
            <a:ext cx="2705023" cy="1276159"/>
            <a:chOff x="6095847" y="4420552"/>
            <a:chExt cx="2705023" cy="1276159"/>
          </a:xfrm>
        </p:grpSpPr>
        <p:sp>
          <p:nvSpPr>
            <p:cNvPr id="42" name="5-Point Star 41"/>
            <p:cNvSpPr/>
            <p:nvPr/>
          </p:nvSpPr>
          <p:spPr>
            <a:xfrm>
              <a:off x="7091172" y="4420552"/>
              <a:ext cx="714375" cy="714375"/>
            </a:xfrm>
            <a:prstGeom prst="star5">
              <a:avLst/>
            </a:prstGeom>
            <a:solidFill>
              <a:srgbClr val="2E75D6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즐겨찾기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ICN-104</a:t>
            </a:r>
          </a:p>
        </p:txBody>
      </p:sp>
      <p:grpSp>
        <p:nvGrpSpPr>
          <p:cNvPr id="48" name="asset:ICN-104"/>
          <p:cNvGrpSpPr/>
          <p:nvPr/>
        </p:nvGrpSpPr>
        <p:grpSpPr>
          <a:xfrm>
            <a:off x="8800871" y="4420552"/>
            <a:ext cx="2705023" cy="1276159"/>
            <a:chOff x="8800871" y="4420552"/>
            <a:chExt cx="2705023" cy="1276159"/>
          </a:xfrm>
        </p:grpSpPr>
        <p:sp>
          <p:nvSpPr>
            <p:cNvPr id="46" name="5-Point Star 45"/>
            <p:cNvSpPr/>
            <p:nvPr/>
          </p:nvSpPr>
          <p:spPr>
            <a:xfrm>
              <a:off x="9796195" y="4420552"/>
              <a:ext cx="714375" cy="714375"/>
            </a:xfrm>
            <a:prstGeom prst="star5">
              <a:avLst/>
            </a:prstGeom>
            <a:solidFill>
              <a:srgbClr val="7B2D8E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즐겨찾기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ICN-105 ~ ICN-112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(4/8)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ICN-105</a:t>
            </a:r>
          </a:p>
        </p:txBody>
      </p:sp>
      <p:grpSp>
        <p:nvGrpSpPr>
          <p:cNvPr id="8" name="asset:ICN-105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5-Point Star 5"/>
            <p:cNvSpPr/>
            <p:nvPr/>
          </p:nvSpPr>
          <p:spPr>
            <a:xfrm>
              <a:off x="1681124" y="1905952"/>
              <a:ext cx="714375" cy="714375"/>
            </a:xfrm>
            <a:prstGeom prst="star5">
              <a:avLst/>
            </a:prstGeom>
            <a:solidFill>
              <a:srgbClr val="2A4A7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즐겨찾기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ICN-106</a:t>
            </a:r>
          </a:p>
        </p:txBody>
      </p:sp>
      <p:grpSp>
        <p:nvGrpSpPr>
          <p:cNvPr id="12" name="asset:ICN-106"/>
          <p:cNvGrpSpPr/>
          <p:nvPr/>
        </p:nvGrpSpPr>
        <p:grpSpPr>
          <a:xfrm>
            <a:off x="3390823" y="1953577"/>
            <a:ext cx="2705023" cy="1228535"/>
            <a:chOff x="3390823" y="1953577"/>
            <a:chExt cx="2705023" cy="1228535"/>
          </a:xfrm>
        </p:grpSpPr>
        <p:sp>
          <p:nvSpPr>
            <p:cNvPr id="10" name="Heart 9"/>
            <p:cNvSpPr/>
            <p:nvPr/>
          </p:nvSpPr>
          <p:spPr>
            <a:xfrm>
              <a:off x="4386148" y="1953577"/>
              <a:ext cx="714375" cy="666750"/>
            </a:xfrm>
            <a:prstGeom prst="hear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ICN-107</a:t>
            </a:r>
          </a:p>
        </p:txBody>
      </p:sp>
      <p:grpSp>
        <p:nvGrpSpPr>
          <p:cNvPr id="16" name="asset:ICN-107"/>
          <p:cNvGrpSpPr/>
          <p:nvPr/>
        </p:nvGrpSpPr>
        <p:grpSpPr>
          <a:xfrm>
            <a:off x="6095847" y="1953577"/>
            <a:ext cx="2705023" cy="1228535"/>
            <a:chOff x="6095847" y="1953577"/>
            <a:chExt cx="2705023" cy="1228535"/>
          </a:xfrm>
        </p:grpSpPr>
        <p:sp>
          <p:nvSpPr>
            <p:cNvPr id="14" name="Heart 13"/>
            <p:cNvSpPr/>
            <p:nvPr/>
          </p:nvSpPr>
          <p:spPr>
            <a:xfrm>
              <a:off x="7091172" y="1953577"/>
              <a:ext cx="714375" cy="666750"/>
            </a:xfrm>
            <a:prstGeom prst="hear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ICN-108</a:t>
            </a:r>
          </a:p>
        </p:txBody>
      </p:sp>
      <p:grpSp>
        <p:nvGrpSpPr>
          <p:cNvPr id="20" name="asset:ICN-108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18" name="Heart 17"/>
            <p:cNvSpPr/>
            <p:nvPr/>
          </p:nvSpPr>
          <p:spPr>
            <a:xfrm>
              <a:off x="9796195" y="1953577"/>
              <a:ext cx="714375" cy="666750"/>
            </a:xfrm>
            <a:prstGeom prst="hear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ICN-109</a:t>
            </a:r>
          </a:p>
        </p:txBody>
      </p:sp>
      <p:grpSp>
        <p:nvGrpSpPr>
          <p:cNvPr id="24" name="asset:ICN-109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22" name="Heart 21"/>
            <p:cNvSpPr/>
            <p:nvPr/>
          </p:nvSpPr>
          <p:spPr>
            <a:xfrm>
              <a:off x="1681124" y="4468177"/>
              <a:ext cx="714375" cy="666750"/>
            </a:xfrm>
            <a:prstGeom prst="hear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ICN-110</a:t>
            </a:r>
          </a:p>
        </p:txBody>
      </p:sp>
      <p:grpSp>
        <p:nvGrpSpPr>
          <p:cNvPr id="28" name="asset:ICN-110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26" name="Heart 25"/>
            <p:cNvSpPr/>
            <p:nvPr/>
          </p:nvSpPr>
          <p:spPr>
            <a:xfrm>
              <a:off x="4386148" y="4468177"/>
              <a:ext cx="714375" cy="666750"/>
            </a:xfrm>
            <a:prstGeom prst="hear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ICN-111</a:t>
            </a:r>
          </a:p>
        </p:txBody>
      </p:sp>
      <p:grpSp>
        <p:nvGrpSpPr>
          <p:cNvPr id="33" name="asset:ICN-111"/>
          <p:cNvGrpSpPr/>
          <p:nvPr/>
        </p:nvGrpSpPr>
        <p:grpSpPr>
          <a:xfrm>
            <a:off x="6095847" y="4349115"/>
            <a:ext cx="2705023" cy="1347596"/>
            <a:chOff x="6095847" y="4349115"/>
            <a:chExt cx="2705023" cy="1347596"/>
          </a:xfrm>
        </p:grpSpPr>
        <p:sp>
          <p:nvSpPr>
            <p:cNvPr id="30" name="Rectangle 29"/>
            <p:cNvSpPr/>
            <p:nvPr/>
          </p:nvSpPr>
          <p:spPr>
            <a:xfrm>
              <a:off x="7234047" y="4349115"/>
              <a:ext cx="428625" cy="738187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7234047" y="4920615"/>
              <a:ext cx="428625" cy="261937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북마크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ICN-112</a:t>
            </a:r>
          </a:p>
        </p:txBody>
      </p:sp>
      <p:grpSp>
        <p:nvGrpSpPr>
          <p:cNvPr id="38" name="asset:ICN-112"/>
          <p:cNvGrpSpPr/>
          <p:nvPr/>
        </p:nvGrpSpPr>
        <p:grpSpPr>
          <a:xfrm>
            <a:off x="8800871" y="4349115"/>
            <a:ext cx="2705023" cy="1347596"/>
            <a:chOff x="8800871" y="4349115"/>
            <a:chExt cx="2705023" cy="1347596"/>
          </a:xfrm>
        </p:grpSpPr>
        <p:sp>
          <p:nvSpPr>
            <p:cNvPr id="35" name="Rectangle 34"/>
            <p:cNvSpPr/>
            <p:nvPr/>
          </p:nvSpPr>
          <p:spPr>
            <a:xfrm>
              <a:off x="9939070" y="4349115"/>
              <a:ext cx="428625" cy="73818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9939070" y="4920615"/>
              <a:ext cx="428625" cy="261937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북마크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ICN-113 ~ ICN-120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(5/8)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ICN-113</a:t>
            </a:r>
          </a:p>
        </p:txBody>
      </p:sp>
      <p:grpSp>
        <p:nvGrpSpPr>
          <p:cNvPr id="9" name="asset:ICN-113"/>
          <p:cNvGrpSpPr/>
          <p:nvPr/>
        </p:nvGrpSpPr>
        <p:grpSpPr>
          <a:xfrm>
            <a:off x="685800" y="1834515"/>
            <a:ext cx="2705023" cy="1347597"/>
            <a:chOff x="685800" y="1834515"/>
            <a:chExt cx="2705023" cy="1347597"/>
          </a:xfrm>
        </p:grpSpPr>
        <p:sp>
          <p:nvSpPr>
            <p:cNvPr id="6" name="Rectangle 5"/>
            <p:cNvSpPr/>
            <p:nvPr/>
          </p:nvSpPr>
          <p:spPr>
            <a:xfrm>
              <a:off x="1823999" y="1834515"/>
              <a:ext cx="428625" cy="738187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1823999" y="2406015"/>
              <a:ext cx="428625" cy="261937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북마크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ICN-114</a:t>
            </a:r>
          </a:p>
        </p:txBody>
      </p:sp>
      <p:grpSp>
        <p:nvGrpSpPr>
          <p:cNvPr id="14" name="asset:ICN-114"/>
          <p:cNvGrpSpPr/>
          <p:nvPr/>
        </p:nvGrpSpPr>
        <p:grpSpPr>
          <a:xfrm>
            <a:off x="3390823" y="1834515"/>
            <a:ext cx="2705023" cy="1347597"/>
            <a:chOff x="3390823" y="1834515"/>
            <a:chExt cx="2705023" cy="1347597"/>
          </a:xfrm>
        </p:grpSpPr>
        <p:sp>
          <p:nvSpPr>
            <p:cNvPr id="11" name="Rectangle 10"/>
            <p:cNvSpPr/>
            <p:nvPr/>
          </p:nvSpPr>
          <p:spPr>
            <a:xfrm>
              <a:off x="4529023" y="1834515"/>
              <a:ext cx="428625" cy="73818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4529023" y="2406015"/>
              <a:ext cx="428625" cy="261937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북마크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ICN-115</a:t>
            </a:r>
          </a:p>
        </p:txBody>
      </p:sp>
      <p:grpSp>
        <p:nvGrpSpPr>
          <p:cNvPr id="19" name="asset:ICN-115"/>
          <p:cNvGrpSpPr/>
          <p:nvPr/>
        </p:nvGrpSpPr>
        <p:grpSpPr>
          <a:xfrm>
            <a:off x="6095847" y="1834515"/>
            <a:ext cx="2705023" cy="1347597"/>
            <a:chOff x="6095847" y="1834515"/>
            <a:chExt cx="2705023" cy="1347597"/>
          </a:xfrm>
        </p:grpSpPr>
        <p:sp>
          <p:nvSpPr>
            <p:cNvPr id="16" name="Rectangle 15"/>
            <p:cNvSpPr/>
            <p:nvPr/>
          </p:nvSpPr>
          <p:spPr>
            <a:xfrm>
              <a:off x="7234047" y="1834515"/>
              <a:ext cx="428625" cy="738187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7234047" y="2406015"/>
              <a:ext cx="428625" cy="261937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북마크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ICN-116</a:t>
            </a:r>
          </a:p>
        </p:txBody>
      </p:sp>
      <p:grpSp>
        <p:nvGrpSpPr>
          <p:cNvPr id="27" name="asset:ICN-116"/>
          <p:cNvGrpSpPr/>
          <p:nvPr/>
        </p:nvGrpSpPr>
        <p:grpSpPr>
          <a:xfrm>
            <a:off x="8800871" y="1786890"/>
            <a:ext cx="2705023" cy="1395222"/>
            <a:chOff x="8800871" y="1786890"/>
            <a:chExt cx="2705023" cy="1395222"/>
          </a:xfrm>
        </p:grpSpPr>
        <p:sp>
          <p:nvSpPr>
            <p:cNvPr id="21" name="Oval 20"/>
            <p:cNvSpPr/>
            <p:nvPr/>
          </p:nvSpPr>
          <p:spPr>
            <a:xfrm>
              <a:off x="10105758" y="1786890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9915258" y="1882140"/>
              <a:ext cx="476250" cy="47625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915258" y="2120265"/>
              <a:ext cx="476250" cy="30956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843820" y="2382202"/>
              <a:ext cx="619124" cy="107156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093852" y="2477452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ICN-117</a:t>
            </a:r>
          </a:p>
        </p:txBody>
      </p:sp>
      <p:grpSp>
        <p:nvGrpSpPr>
          <p:cNvPr id="35" name="asset:ICN-117"/>
          <p:cNvGrpSpPr/>
          <p:nvPr/>
        </p:nvGrpSpPr>
        <p:grpSpPr>
          <a:xfrm>
            <a:off x="685800" y="4301490"/>
            <a:ext cx="2705023" cy="1395221"/>
            <a:chOff x="685800" y="4301490"/>
            <a:chExt cx="2705023" cy="1395221"/>
          </a:xfrm>
        </p:grpSpPr>
        <p:sp>
          <p:nvSpPr>
            <p:cNvPr id="29" name="Oval 28"/>
            <p:cNvSpPr/>
            <p:nvPr/>
          </p:nvSpPr>
          <p:spPr>
            <a:xfrm>
              <a:off x="1990686" y="4301490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800186" y="4396739"/>
              <a:ext cx="476250" cy="47625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186" y="4634865"/>
              <a:ext cx="476250" cy="309562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28749" y="4896802"/>
              <a:ext cx="619124" cy="107156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978780" y="4992052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ICN-118</a:t>
            </a:r>
          </a:p>
        </p:txBody>
      </p:sp>
      <p:grpSp>
        <p:nvGrpSpPr>
          <p:cNvPr id="43" name="asset:ICN-118"/>
          <p:cNvGrpSpPr/>
          <p:nvPr/>
        </p:nvGrpSpPr>
        <p:grpSpPr>
          <a:xfrm>
            <a:off x="3390823" y="4301490"/>
            <a:ext cx="2705023" cy="1395221"/>
            <a:chOff x="3390823" y="4301490"/>
            <a:chExt cx="2705023" cy="1395221"/>
          </a:xfrm>
        </p:grpSpPr>
        <p:sp>
          <p:nvSpPr>
            <p:cNvPr id="37" name="Oval 36"/>
            <p:cNvSpPr/>
            <p:nvPr/>
          </p:nvSpPr>
          <p:spPr>
            <a:xfrm>
              <a:off x="4695710" y="4301490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505210" y="4396739"/>
              <a:ext cx="476250" cy="47625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05210" y="4634865"/>
              <a:ext cx="476250" cy="30956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433773" y="4896802"/>
              <a:ext cx="619124" cy="107156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683804" y="4992052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ICN-119</a:t>
            </a:r>
          </a:p>
        </p:txBody>
      </p:sp>
      <p:grpSp>
        <p:nvGrpSpPr>
          <p:cNvPr id="51" name="asset:ICN-119"/>
          <p:cNvGrpSpPr/>
          <p:nvPr/>
        </p:nvGrpSpPr>
        <p:grpSpPr>
          <a:xfrm>
            <a:off x="6095847" y="4301490"/>
            <a:ext cx="2705023" cy="1395221"/>
            <a:chOff x="6095847" y="4301490"/>
            <a:chExt cx="2705023" cy="1395221"/>
          </a:xfrm>
        </p:grpSpPr>
        <p:sp>
          <p:nvSpPr>
            <p:cNvPr id="45" name="Oval 44"/>
            <p:cNvSpPr/>
            <p:nvPr/>
          </p:nvSpPr>
          <p:spPr>
            <a:xfrm>
              <a:off x="7400734" y="4301490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7210234" y="4396739"/>
              <a:ext cx="476250" cy="47625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210234" y="4634865"/>
              <a:ext cx="476250" cy="309562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138797" y="4896802"/>
              <a:ext cx="619124" cy="107156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388828" y="4992052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ICN-120</a:t>
            </a:r>
          </a:p>
        </p:txBody>
      </p:sp>
      <p:grpSp>
        <p:nvGrpSpPr>
          <p:cNvPr id="59" name="asset:ICN-120"/>
          <p:cNvGrpSpPr/>
          <p:nvPr/>
        </p:nvGrpSpPr>
        <p:grpSpPr>
          <a:xfrm>
            <a:off x="8800871" y="4301490"/>
            <a:ext cx="2705023" cy="1395221"/>
            <a:chOff x="8800871" y="4301490"/>
            <a:chExt cx="2705023" cy="1395221"/>
          </a:xfrm>
        </p:grpSpPr>
        <p:sp>
          <p:nvSpPr>
            <p:cNvPr id="53" name="Oval 52"/>
            <p:cNvSpPr/>
            <p:nvPr/>
          </p:nvSpPr>
          <p:spPr>
            <a:xfrm>
              <a:off x="10105758" y="4301490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915258" y="4396739"/>
              <a:ext cx="476250" cy="47625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15258" y="4634865"/>
              <a:ext cx="476250" cy="30956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843820" y="4896802"/>
              <a:ext cx="619124" cy="107156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0093852" y="4992052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ICN-121 ~ ICN-128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(6/8)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ICN-121</a:t>
            </a:r>
          </a:p>
        </p:txBody>
      </p:sp>
      <p:grpSp>
        <p:nvGrpSpPr>
          <p:cNvPr id="9" name="asset:ICN-121"/>
          <p:cNvGrpSpPr/>
          <p:nvPr/>
        </p:nvGrpSpPr>
        <p:grpSpPr>
          <a:xfrm>
            <a:off x="685800" y="1882140"/>
            <a:ext cx="2705023" cy="1299972"/>
            <a:chOff x="685800" y="1882140"/>
            <a:chExt cx="2705023" cy="1299972"/>
          </a:xfrm>
        </p:grpSpPr>
        <p:sp>
          <p:nvSpPr>
            <p:cNvPr id="6" name="Oval 5"/>
            <p:cNvSpPr/>
            <p:nvPr/>
          </p:nvSpPr>
          <p:spPr>
            <a:xfrm>
              <a:off x="1907343" y="1882140"/>
              <a:ext cx="261937" cy="2619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1800186" y="2215515"/>
              <a:ext cx="476250" cy="428625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ICN-122</a:t>
            </a:r>
          </a:p>
        </p:txBody>
      </p:sp>
      <p:grpSp>
        <p:nvGrpSpPr>
          <p:cNvPr id="14" name="asset:ICN-122"/>
          <p:cNvGrpSpPr/>
          <p:nvPr/>
        </p:nvGrpSpPr>
        <p:grpSpPr>
          <a:xfrm>
            <a:off x="3390823" y="1882140"/>
            <a:ext cx="2705023" cy="1299972"/>
            <a:chOff x="3390823" y="1882140"/>
            <a:chExt cx="2705023" cy="1299972"/>
          </a:xfrm>
        </p:grpSpPr>
        <p:sp>
          <p:nvSpPr>
            <p:cNvPr id="11" name="Oval 10"/>
            <p:cNvSpPr/>
            <p:nvPr/>
          </p:nvSpPr>
          <p:spPr>
            <a:xfrm>
              <a:off x="4612366" y="1882140"/>
              <a:ext cx="261937" cy="2619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505210" y="2215515"/>
              <a:ext cx="476250" cy="428625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ICN-123</a:t>
            </a:r>
          </a:p>
        </p:txBody>
      </p:sp>
      <p:grpSp>
        <p:nvGrpSpPr>
          <p:cNvPr id="19" name="asset:ICN-123"/>
          <p:cNvGrpSpPr/>
          <p:nvPr/>
        </p:nvGrpSpPr>
        <p:grpSpPr>
          <a:xfrm>
            <a:off x="6095847" y="1882140"/>
            <a:ext cx="2705023" cy="1299972"/>
            <a:chOff x="6095847" y="1882140"/>
            <a:chExt cx="2705023" cy="1299972"/>
          </a:xfrm>
        </p:grpSpPr>
        <p:sp>
          <p:nvSpPr>
            <p:cNvPr id="16" name="Oval 15"/>
            <p:cNvSpPr/>
            <p:nvPr/>
          </p:nvSpPr>
          <p:spPr>
            <a:xfrm>
              <a:off x="7317390" y="1882140"/>
              <a:ext cx="261937" cy="2619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7210234" y="2215515"/>
              <a:ext cx="476250" cy="428625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ICN-124</a:t>
            </a:r>
          </a:p>
        </p:txBody>
      </p:sp>
      <p:grpSp>
        <p:nvGrpSpPr>
          <p:cNvPr id="24" name="asset:ICN-124"/>
          <p:cNvGrpSpPr/>
          <p:nvPr/>
        </p:nvGrpSpPr>
        <p:grpSpPr>
          <a:xfrm>
            <a:off x="8800871" y="1882140"/>
            <a:ext cx="2705023" cy="1299972"/>
            <a:chOff x="8800871" y="1882140"/>
            <a:chExt cx="2705023" cy="1299972"/>
          </a:xfrm>
        </p:grpSpPr>
        <p:sp>
          <p:nvSpPr>
            <p:cNvPr id="21" name="Oval 20"/>
            <p:cNvSpPr/>
            <p:nvPr/>
          </p:nvSpPr>
          <p:spPr>
            <a:xfrm>
              <a:off x="10022414" y="1882140"/>
              <a:ext cx="261937" cy="2619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 Same Side Corner Rectangle 21"/>
            <p:cNvSpPr/>
            <p:nvPr/>
          </p:nvSpPr>
          <p:spPr>
            <a:xfrm>
              <a:off x="9915258" y="2215515"/>
              <a:ext cx="476250" cy="428625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ICN-125</a:t>
            </a:r>
          </a:p>
        </p:txBody>
      </p:sp>
      <p:grpSp>
        <p:nvGrpSpPr>
          <p:cNvPr id="29" name="asset:ICN-125"/>
          <p:cNvGrpSpPr/>
          <p:nvPr/>
        </p:nvGrpSpPr>
        <p:grpSpPr>
          <a:xfrm>
            <a:off x="685800" y="4396739"/>
            <a:ext cx="2705023" cy="1299972"/>
            <a:chOff x="685800" y="4396739"/>
            <a:chExt cx="2705023" cy="1299972"/>
          </a:xfrm>
        </p:grpSpPr>
        <p:sp>
          <p:nvSpPr>
            <p:cNvPr id="26" name="Oval 25"/>
            <p:cNvSpPr/>
            <p:nvPr/>
          </p:nvSpPr>
          <p:spPr>
            <a:xfrm>
              <a:off x="1907343" y="4396739"/>
              <a:ext cx="261937" cy="2619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 Same Side Corner Rectangle 26"/>
            <p:cNvSpPr/>
            <p:nvPr/>
          </p:nvSpPr>
          <p:spPr>
            <a:xfrm>
              <a:off x="1800186" y="4730115"/>
              <a:ext cx="476250" cy="42862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ICN-126</a:t>
            </a:r>
          </a:p>
        </p:txBody>
      </p:sp>
      <p:grpSp>
        <p:nvGrpSpPr>
          <p:cNvPr id="36" name="asset:ICN-126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31" name="Oval 30"/>
            <p:cNvSpPr/>
            <p:nvPr/>
          </p:nvSpPr>
          <p:spPr>
            <a:xfrm>
              <a:off x="4386148" y="44681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 Same Side Corner Rectangle 31"/>
            <p:cNvSpPr/>
            <p:nvPr/>
          </p:nvSpPr>
          <p:spPr>
            <a:xfrm>
              <a:off x="4314710" y="47301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767148" y="4468177"/>
              <a:ext cx="214312" cy="21431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 Same Side Corner Rectangle 33"/>
            <p:cNvSpPr/>
            <p:nvPr/>
          </p:nvSpPr>
          <p:spPr>
            <a:xfrm>
              <a:off x="4719523" y="4730115"/>
              <a:ext cx="357187" cy="333375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ICN-127</a:t>
            </a:r>
          </a:p>
        </p:txBody>
      </p:sp>
      <p:grpSp>
        <p:nvGrpSpPr>
          <p:cNvPr id="43" name="asset:ICN-127"/>
          <p:cNvGrpSpPr/>
          <p:nvPr/>
        </p:nvGrpSpPr>
        <p:grpSpPr>
          <a:xfrm>
            <a:off x="6095847" y="4468177"/>
            <a:ext cx="2705023" cy="1228534"/>
            <a:chOff x="6095847" y="4468177"/>
            <a:chExt cx="2705023" cy="1228534"/>
          </a:xfrm>
        </p:grpSpPr>
        <p:sp>
          <p:nvSpPr>
            <p:cNvPr id="38" name="Oval 37"/>
            <p:cNvSpPr/>
            <p:nvPr/>
          </p:nvSpPr>
          <p:spPr>
            <a:xfrm>
              <a:off x="7091172" y="44681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 Same Side Corner Rectangle 38"/>
            <p:cNvSpPr/>
            <p:nvPr/>
          </p:nvSpPr>
          <p:spPr>
            <a:xfrm>
              <a:off x="7019734" y="47301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7472172" y="4468177"/>
              <a:ext cx="214312" cy="21431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 Same Side Corner Rectangle 40"/>
            <p:cNvSpPr/>
            <p:nvPr/>
          </p:nvSpPr>
          <p:spPr>
            <a:xfrm>
              <a:off x="7424547" y="4730115"/>
              <a:ext cx="357187" cy="333375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ICN-128</a:t>
            </a:r>
          </a:p>
        </p:txBody>
      </p:sp>
      <p:grpSp>
        <p:nvGrpSpPr>
          <p:cNvPr id="50" name="asset:ICN-128"/>
          <p:cNvGrpSpPr/>
          <p:nvPr/>
        </p:nvGrpSpPr>
        <p:grpSpPr>
          <a:xfrm>
            <a:off x="8800871" y="4468177"/>
            <a:ext cx="2705023" cy="1228534"/>
            <a:chOff x="8800871" y="4468177"/>
            <a:chExt cx="2705023" cy="1228534"/>
          </a:xfrm>
        </p:grpSpPr>
        <p:sp>
          <p:nvSpPr>
            <p:cNvPr id="45" name="Oval 44"/>
            <p:cNvSpPr/>
            <p:nvPr/>
          </p:nvSpPr>
          <p:spPr>
            <a:xfrm>
              <a:off x="9796195" y="44681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 Same Side Corner Rectangle 45"/>
            <p:cNvSpPr/>
            <p:nvPr/>
          </p:nvSpPr>
          <p:spPr>
            <a:xfrm>
              <a:off x="9724758" y="47301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0177195" y="4468177"/>
              <a:ext cx="214312" cy="214312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 Same Side Corner Rectangle 47"/>
            <p:cNvSpPr/>
            <p:nvPr/>
          </p:nvSpPr>
          <p:spPr>
            <a:xfrm>
              <a:off x="10129570" y="4730115"/>
              <a:ext cx="357187" cy="333375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ICN-129 ~ ICN-136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(7/8)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ICN-129</a:t>
            </a:r>
          </a:p>
        </p:txBody>
      </p:sp>
      <p:grpSp>
        <p:nvGrpSpPr>
          <p:cNvPr id="11" name="asset:ICN-129"/>
          <p:cNvGrpSpPr/>
          <p:nvPr/>
        </p:nvGrpSpPr>
        <p:grpSpPr>
          <a:xfrm>
            <a:off x="685800" y="1953577"/>
            <a:ext cx="2705023" cy="1228535"/>
            <a:chOff x="685800" y="1953577"/>
            <a:chExt cx="2705023" cy="1228535"/>
          </a:xfrm>
        </p:grpSpPr>
        <p:sp>
          <p:nvSpPr>
            <p:cNvPr id="6" name="Oval 5"/>
            <p:cNvSpPr/>
            <p:nvPr/>
          </p:nvSpPr>
          <p:spPr>
            <a:xfrm>
              <a:off x="1681124" y="19535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1609686" y="22155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062124" y="1953577"/>
              <a:ext cx="214312" cy="214312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2014499" y="2215515"/>
              <a:ext cx="357187" cy="333375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ICN-130</a:t>
            </a:r>
          </a:p>
        </p:txBody>
      </p:sp>
      <p:grpSp>
        <p:nvGrpSpPr>
          <p:cNvPr id="18" name="asset:ICN-130"/>
          <p:cNvGrpSpPr/>
          <p:nvPr/>
        </p:nvGrpSpPr>
        <p:grpSpPr>
          <a:xfrm>
            <a:off x="3390823" y="1953577"/>
            <a:ext cx="2705023" cy="1228535"/>
            <a:chOff x="3390823" y="1953577"/>
            <a:chExt cx="2705023" cy="1228535"/>
          </a:xfrm>
        </p:grpSpPr>
        <p:sp>
          <p:nvSpPr>
            <p:cNvPr id="13" name="Oval 12"/>
            <p:cNvSpPr/>
            <p:nvPr/>
          </p:nvSpPr>
          <p:spPr>
            <a:xfrm>
              <a:off x="4386148" y="19535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4314710" y="22155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767148" y="1953577"/>
              <a:ext cx="214312" cy="214312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4719523" y="2215515"/>
              <a:ext cx="357187" cy="333375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ICN-131</a:t>
            </a:r>
          </a:p>
        </p:txBody>
      </p:sp>
      <p:grpSp>
        <p:nvGrpSpPr>
          <p:cNvPr id="32" name="asset:ICN-131"/>
          <p:cNvGrpSpPr/>
          <p:nvPr/>
        </p:nvGrpSpPr>
        <p:grpSpPr>
          <a:xfrm>
            <a:off x="6095847" y="1882140"/>
            <a:ext cx="2705023" cy="1299972"/>
            <a:chOff x="6095847" y="1882140"/>
            <a:chExt cx="2705023" cy="1299972"/>
          </a:xfrm>
        </p:grpSpPr>
        <p:sp>
          <p:nvSpPr>
            <p:cNvPr id="20" name="Rectangle 19"/>
            <p:cNvSpPr/>
            <p:nvPr/>
          </p:nvSpPr>
          <p:spPr>
            <a:xfrm>
              <a:off x="7186422" y="1882140"/>
              <a:ext cx="523874" cy="761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257859" y="1977390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400734" y="1977390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543609" y="1977390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257859" y="2144077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00734" y="2144077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543609" y="2144077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57859" y="2310765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400734" y="2310765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543609" y="2310765"/>
              <a:ext cx="95249" cy="9524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76921" y="2477452"/>
              <a:ext cx="142875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기관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ICN-132</a:t>
            </a:r>
          </a:p>
        </p:txBody>
      </p:sp>
      <p:grpSp>
        <p:nvGrpSpPr>
          <p:cNvPr id="46" name="asset:ICN-132"/>
          <p:cNvGrpSpPr/>
          <p:nvPr/>
        </p:nvGrpSpPr>
        <p:grpSpPr>
          <a:xfrm>
            <a:off x="8800871" y="1882140"/>
            <a:ext cx="2705023" cy="1299972"/>
            <a:chOff x="8800871" y="1882140"/>
            <a:chExt cx="2705023" cy="1299972"/>
          </a:xfrm>
        </p:grpSpPr>
        <p:sp>
          <p:nvSpPr>
            <p:cNvPr id="34" name="Rectangle 33"/>
            <p:cNvSpPr/>
            <p:nvPr/>
          </p:nvSpPr>
          <p:spPr>
            <a:xfrm>
              <a:off x="9891445" y="1882140"/>
              <a:ext cx="523874" cy="761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62883" y="1977390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105758" y="1977390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248633" y="1977390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962883" y="2144077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105758" y="2144077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248633" y="2144077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62883" y="2310765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105758" y="2310765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48633" y="2310765"/>
              <a:ext cx="95249" cy="9524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081945" y="2477452"/>
              <a:ext cx="142875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기관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ICN-133</a:t>
            </a:r>
          </a:p>
        </p:txBody>
      </p:sp>
      <p:grpSp>
        <p:nvGrpSpPr>
          <p:cNvPr id="60" name="asset:ICN-133"/>
          <p:cNvGrpSpPr/>
          <p:nvPr/>
        </p:nvGrpSpPr>
        <p:grpSpPr>
          <a:xfrm>
            <a:off x="685800" y="4396739"/>
            <a:ext cx="2705023" cy="1299972"/>
            <a:chOff x="685800" y="4396739"/>
            <a:chExt cx="2705023" cy="1299972"/>
          </a:xfrm>
        </p:grpSpPr>
        <p:sp>
          <p:nvSpPr>
            <p:cNvPr id="48" name="Rectangle 47"/>
            <p:cNvSpPr/>
            <p:nvPr/>
          </p:nvSpPr>
          <p:spPr>
            <a:xfrm>
              <a:off x="1776374" y="4396739"/>
              <a:ext cx="523874" cy="761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47811" y="4491990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990686" y="4491990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133561" y="4491990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47811" y="4658677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90686" y="4658677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133561" y="4658677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847811" y="4825364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990686" y="4825364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133561" y="4825364"/>
              <a:ext cx="95249" cy="9524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966874" y="4992052"/>
              <a:ext cx="142875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기관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ICN-134</a:t>
            </a:r>
          </a:p>
        </p:txBody>
      </p:sp>
      <p:grpSp>
        <p:nvGrpSpPr>
          <p:cNvPr id="74" name="asset:ICN-134"/>
          <p:cNvGrpSpPr/>
          <p:nvPr/>
        </p:nvGrpSpPr>
        <p:grpSpPr>
          <a:xfrm>
            <a:off x="3390823" y="4396739"/>
            <a:ext cx="2705023" cy="1299972"/>
            <a:chOff x="3390823" y="4396739"/>
            <a:chExt cx="2705023" cy="1299972"/>
          </a:xfrm>
        </p:grpSpPr>
        <p:sp>
          <p:nvSpPr>
            <p:cNvPr id="62" name="Rectangle 61"/>
            <p:cNvSpPr/>
            <p:nvPr/>
          </p:nvSpPr>
          <p:spPr>
            <a:xfrm>
              <a:off x="4481398" y="4396739"/>
              <a:ext cx="523874" cy="761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552835" y="4491990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695710" y="4491990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838585" y="4491990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52835" y="4658677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695710" y="4658677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838585" y="4658677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552835" y="4825364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695710" y="4825364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838585" y="4825364"/>
              <a:ext cx="95249" cy="95249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671898" y="4992052"/>
              <a:ext cx="142875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기관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ICN-135</a:t>
            </a:r>
          </a:p>
        </p:txBody>
      </p:sp>
      <p:grpSp>
        <p:nvGrpSpPr>
          <p:cNvPr id="88" name="asset:ICN-135"/>
          <p:cNvGrpSpPr/>
          <p:nvPr/>
        </p:nvGrpSpPr>
        <p:grpSpPr>
          <a:xfrm>
            <a:off x="6095847" y="4396739"/>
            <a:ext cx="2705023" cy="1299972"/>
            <a:chOff x="6095847" y="4396739"/>
            <a:chExt cx="2705023" cy="1299972"/>
          </a:xfrm>
        </p:grpSpPr>
        <p:sp>
          <p:nvSpPr>
            <p:cNvPr id="76" name="Rectangle 75"/>
            <p:cNvSpPr/>
            <p:nvPr/>
          </p:nvSpPr>
          <p:spPr>
            <a:xfrm>
              <a:off x="7186422" y="4396739"/>
              <a:ext cx="523874" cy="761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257859" y="4491990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400734" y="4491990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543609" y="4491990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257859" y="4658677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400734" y="4658677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543609" y="4658677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257859" y="4825364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400734" y="4825364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543609" y="4825364"/>
              <a:ext cx="95249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376921" y="4992052"/>
              <a:ext cx="142875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기관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ICN-136</a:t>
            </a:r>
          </a:p>
        </p:txBody>
      </p:sp>
      <p:grpSp>
        <p:nvGrpSpPr>
          <p:cNvPr id="96" name="asset:ICN-136"/>
          <p:cNvGrpSpPr/>
          <p:nvPr/>
        </p:nvGrpSpPr>
        <p:grpSpPr>
          <a:xfrm>
            <a:off x="8800871" y="4444365"/>
            <a:ext cx="2705023" cy="1252346"/>
            <a:chOff x="8800871" y="4444365"/>
            <a:chExt cx="2705023" cy="1252346"/>
          </a:xfrm>
        </p:grpSpPr>
        <p:sp>
          <p:nvSpPr>
            <p:cNvPr id="90" name="Isosceles Triangle 89"/>
            <p:cNvSpPr/>
            <p:nvPr/>
          </p:nvSpPr>
          <p:spPr>
            <a:xfrm>
              <a:off x="9796195" y="4682489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sosceles Triangle 90"/>
            <p:cNvSpPr/>
            <p:nvPr/>
          </p:nvSpPr>
          <p:spPr>
            <a:xfrm>
              <a:off x="10034320" y="4682489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796195" y="4730115"/>
              <a:ext cx="714375" cy="4286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320070" y="4444365"/>
              <a:ext cx="119062" cy="3571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939070" y="4920615"/>
              <a:ext cx="142875" cy="23812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생산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ICN-137 ~ ICN-140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[g2] (8/8)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ICN-137</a:t>
            </a:r>
          </a:p>
        </p:txBody>
      </p:sp>
      <p:grpSp>
        <p:nvGrpSpPr>
          <p:cNvPr id="12" name="asset:ICN-137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Isosceles Triangle 5"/>
            <p:cNvSpPr/>
            <p:nvPr/>
          </p:nvSpPr>
          <p:spPr>
            <a:xfrm>
              <a:off x="1681124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1919249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81124" y="2215515"/>
              <a:ext cx="714375" cy="4286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204999" y="1929765"/>
              <a:ext cx="119062" cy="3571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23999" y="2406015"/>
              <a:ext cx="142875" cy="238125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생산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ICN-138</a:t>
            </a:r>
          </a:p>
        </p:txBody>
      </p:sp>
      <p:grpSp>
        <p:nvGrpSpPr>
          <p:cNvPr id="20" name="asset:ICN-138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4" name="Isosceles Triangle 13"/>
            <p:cNvSpPr/>
            <p:nvPr/>
          </p:nvSpPr>
          <p:spPr>
            <a:xfrm>
              <a:off x="4386148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4624273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6148" y="2215515"/>
              <a:ext cx="714375" cy="4286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10023" y="1929765"/>
              <a:ext cx="119062" cy="3571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29023" y="2406015"/>
              <a:ext cx="142875" cy="23812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생산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ICN-139</a:t>
            </a:r>
          </a:p>
        </p:txBody>
      </p:sp>
      <p:grpSp>
        <p:nvGrpSpPr>
          <p:cNvPr id="28" name="asset:ICN-139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22" name="Isosceles Triangle 21"/>
            <p:cNvSpPr/>
            <p:nvPr/>
          </p:nvSpPr>
          <p:spPr>
            <a:xfrm>
              <a:off x="7091172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7329297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091172" y="2215515"/>
              <a:ext cx="714375" cy="4286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615047" y="1929765"/>
              <a:ext cx="119062" cy="3571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34047" y="2406015"/>
              <a:ext cx="142875" cy="238125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생산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ICN-140</a:t>
            </a:r>
          </a:p>
        </p:txBody>
      </p:sp>
      <p:grpSp>
        <p:nvGrpSpPr>
          <p:cNvPr id="36" name="asset:ICN-140"/>
          <p:cNvGrpSpPr/>
          <p:nvPr/>
        </p:nvGrpSpPr>
        <p:grpSpPr>
          <a:xfrm>
            <a:off x="8800871" y="1929765"/>
            <a:ext cx="2705023" cy="1252347"/>
            <a:chOff x="8800871" y="1929765"/>
            <a:chExt cx="2705023" cy="1252347"/>
          </a:xfrm>
        </p:grpSpPr>
        <p:sp>
          <p:nvSpPr>
            <p:cNvPr id="30" name="Isosceles Triangle 29"/>
            <p:cNvSpPr/>
            <p:nvPr/>
          </p:nvSpPr>
          <p:spPr>
            <a:xfrm>
              <a:off x="9796195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034320" y="2167890"/>
              <a:ext cx="238125" cy="2381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796195" y="2215515"/>
              <a:ext cx="714375" cy="4286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320070" y="1929765"/>
              <a:ext cx="119062" cy="3571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939070" y="24060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생산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