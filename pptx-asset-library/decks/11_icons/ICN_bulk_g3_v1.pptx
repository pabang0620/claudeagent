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ICN-141 ~ ICN-148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(1/8)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ICN-141</a:t>
            </a:r>
          </a:p>
        </p:txBody>
      </p:sp>
      <p:grpSp>
        <p:nvGrpSpPr>
          <p:cNvPr id="12" name="asset:ICN-141"/>
          <p:cNvGrpSpPr/>
          <p:nvPr/>
        </p:nvGrpSpPr>
        <p:grpSpPr>
          <a:xfrm>
            <a:off x="685800" y="1929765"/>
            <a:ext cx="2705023" cy="1252347"/>
            <a:chOff x="685800" y="1929765"/>
            <a:chExt cx="2705023" cy="1252347"/>
          </a:xfrm>
        </p:grpSpPr>
        <p:sp>
          <p:nvSpPr>
            <p:cNvPr id="6" name="Oval 5"/>
            <p:cNvSpPr/>
            <p:nvPr/>
          </p:nvSpPr>
          <p:spPr>
            <a:xfrm>
              <a:off x="1704936" y="1929765"/>
              <a:ext cx="666750" cy="666750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919249" y="1929765"/>
              <a:ext cx="238125" cy="666750"/>
            </a:xfrm>
            <a:prstGeom prst="ellipse">
              <a:avLst/>
            </a:prstGeom>
            <a:noFill/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728749" y="2263140"/>
              <a:ext cx="619125" cy="0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1800186" y="2096452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1800186" y="2429827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ICN-142</a:t>
            </a:r>
          </a:p>
        </p:txBody>
      </p:sp>
      <p:grpSp>
        <p:nvGrpSpPr>
          <p:cNvPr id="20" name="asset:ICN-142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4" name="Oval 13"/>
            <p:cNvSpPr/>
            <p:nvPr/>
          </p:nvSpPr>
          <p:spPr>
            <a:xfrm>
              <a:off x="4409960" y="1929765"/>
              <a:ext cx="666750" cy="666750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624273" y="1929765"/>
              <a:ext cx="238125" cy="666750"/>
            </a:xfrm>
            <a:prstGeom prst="ellipse">
              <a:avLst/>
            </a:prstGeom>
            <a:noFill/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433773" y="2263140"/>
              <a:ext cx="619125" cy="0"/>
            </a:xfrm>
            <a:prstGeom prst="line">
              <a:avLst/>
            </a:prstGeom>
            <a:ln w="2540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4505210" y="2096452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4505210" y="2429827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ICN-143</a:t>
            </a:r>
          </a:p>
        </p:txBody>
      </p:sp>
      <p:grpSp>
        <p:nvGrpSpPr>
          <p:cNvPr id="28" name="asset:ICN-143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22" name="Oval 21"/>
            <p:cNvSpPr/>
            <p:nvPr/>
          </p:nvSpPr>
          <p:spPr>
            <a:xfrm>
              <a:off x="7114984" y="1929765"/>
              <a:ext cx="666750" cy="666750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329297" y="1929765"/>
              <a:ext cx="238125" cy="666750"/>
            </a:xfrm>
            <a:prstGeom prst="ellipse">
              <a:avLst/>
            </a:prstGeom>
            <a:noFill/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7138797" y="2263140"/>
              <a:ext cx="619125" cy="0"/>
            </a:xfrm>
            <a:prstGeom prst="line">
              <a:avLst/>
            </a:prstGeom>
            <a:ln w="254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7210234" y="2096452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7210234" y="2429827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ICN-144</a:t>
            </a:r>
          </a:p>
        </p:txBody>
      </p:sp>
      <p:grpSp>
        <p:nvGrpSpPr>
          <p:cNvPr id="36" name="asset:ICN-144"/>
          <p:cNvGrpSpPr/>
          <p:nvPr/>
        </p:nvGrpSpPr>
        <p:grpSpPr>
          <a:xfrm>
            <a:off x="8800871" y="1929765"/>
            <a:ext cx="2705023" cy="1252347"/>
            <a:chOff x="8800871" y="1929765"/>
            <a:chExt cx="2705023" cy="1252347"/>
          </a:xfrm>
        </p:grpSpPr>
        <p:sp>
          <p:nvSpPr>
            <p:cNvPr id="30" name="Oval 29"/>
            <p:cNvSpPr/>
            <p:nvPr/>
          </p:nvSpPr>
          <p:spPr>
            <a:xfrm>
              <a:off x="9820008" y="1929765"/>
              <a:ext cx="666750" cy="666750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0034320" y="1929765"/>
              <a:ext cx="238125" cy="666750"/>
            </a:xfrm>
            <a:prstGeom prst="ellipse">
              <a:avLst/>
            </a:prstGeom>
            <a:noFill/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9843820" y="2263140"/>
              <a:ext cx="619125" cy="0"/>
            </a:xfrm>
            <a:prstGeom prst="line">
              <a:avLst/>
            </a:prstGeom>
            <a:ln w="2540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9915258" y="2096452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9915258" y="2429827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ICN-145</a:t>
            </a:r>
          </a:p>
        </p:txBody>
      </p:sp>
      <p:grpSp>
        <p:nvGrpSpPr>
          <p:cNvPr id="44" name="asset:ICN-145"/>
          <p:cNvGrpSpPr/>
          <p:nvPr/>
        </p:nvGrpSpPr>
        <p:grpSpPr>
          <a:xfrm>
            <a:off x="685800" y="4444365"/>
            <a:ext cx="2705023" cy="1252346"/>
            <a:chOff x="685800" y="4444365"/>
            <a:chExt cx="2705023" cy="1252346"/>
          </a:xfrm>
        </p:grpSpPr>
        <p:sp>
          <p:nvSpPr>
            <p:cNvPr id="38" name="Oval 37"/>
            <p:cNvSpPr/>
            <p:nvPr/>
          </p:nvSpPr>
          <p:spPr>
            <a:xfrm>
              <a:off x="1704936" y="4444365"/>
              <a:ext cx="666750" cy="666750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919249" y="4444365"/>
              <a:ext cx="238125" cy="666750"/>
            </a:xfrm>
            <a:prstGeom prst="ellipse">
              <a:avLst/>
            </a:prstGeom>
            <a:noFill/>
            <a:ln w="254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1728749" y="4777740"/>
              <a:ext cx="619125" cy="0"/>
            </a:xfrm>
            <a:prstGeom prst="line">
              <a:avLst/>
            </a:prstGeom>
            <a:ln w="2540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1800186" y="4611052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1800186" y="4944427"/>
              <a:ext cx="476250" cy="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ICN-146</a:t>
            </a:r>
          </a:p>
        </p:txBody>
      </p:sp>
      <p:grpSp>
        <p:nvGrpSpPr>
          <p:cNvPr id="51" name="asset:ICN-146"/>
          <p:cNvGrpSpPr/>
          <p:nvPr/>
        </p:nvGrpSpPr>
        <p:grpSpPr>
          <a:xfrm>
            <a:off x="3390823" y="4444365"/>
            <a:ext cx="2705023" cy="1252346"/>
            <a:chOff x="3390823" y="4444365"/>
            <a:chExt cx="2705023" cy="1252346"/>
          </a:xfrm>
        </p:grpSpPr>
        <p:sp>
          <p:nvSpPr>
            <p:cNvPr id="46" name="Donut 45"/>
            <p:cNvSpPr/>
            <p:nvPr/>
          </p:nvSpPr>
          <p:spPr>
            <a:xfrm>
              <a:off x="4409960" y="4444365"/>
              <a:ext cx="666750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sosceles Triangle 46"/>
            <p:cNvSpPr/>
            <p:nvPr/>
          </p:nvSpPr>
          <p:spPr>
            <a:xfrm>
              <a:off x="4683804" y="4539614"/>
              <a:ext cx="119062" cy="261937"/>
            </a:xfrm>
            <a:prstGeom prst="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sosceles Triangle 47"/>
            <p:cNvSpPr/>
            <p:nvPr/>
          </p:nvSpPr>
          <p:spPr>
            <a:xfrm rot="10800000">
              <a:off x="4683804" y="4753927"/>
              <a:ext cx="119062" cy="26193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4683804" y="4718208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방향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ICN-147</a:t>
            </a:r>
          </a:p>
        </p:txBody>
      </p:sp>
      <p:grpSp>
        <p:nvGrpSpPr>
          <p:cNvPr id="58" name="asset:ICN-147"/>
          <p:cNvGrpSpPr/>
          <p:nvPr/>
        </p:nvGrpSpPr>
        <p:grpSpPr>
          <a:xfrm>
            <a:off x="6095847" y="4444365"/>
            <a:ext cx="2705023" cy="1252346"/>
            <a:chOff x="6095847" y="4444365"/>
            <a:chExt cx="2705023" cy="1252346"/>
          </a:xfrm>
        </p:grpSpPr>
        <p:sp>
          <p:nvSpPr>
            <p:cNvPr id="53" name="Donut 52"/>
            <p:cNvSpPr/>
            <p:nvPr/>
          </p:nvSpPr>
          <p:spPr>
            <a:xfrm>
              <a:off x="7114984" y="4444365"/>
              <a:ext cx="666750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Isosceles Triangle 53"/>
            <p:cNvSpPr/>
            <p:nvPr/>
          </p:nvSpPr>
          <p:spPr>
            <a:xfrm>
              <a:off x="7388828" y="4539614"/>
              <a:ext cx="119062" cy="261937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sosceles Triangle 54"/>
            <p:cNvSpPr/>
            <p:nvPr/>
          </p:nvSpPr>
          <p:spPr>
            <a:xfrm rot="10800000">
              <a:off x="7388828" y="4753927"/>
              <a:ext cx="119062" cy="26193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7388828" y="4718208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방향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ICN-148</a:t>
            </a:r>
          </a:p>
        </p:txBody>
      </p:sp>
      <p:grpSp>
        <p:nvGrpSpPr>
          <p:cNvPr id="65" name="asset:ICN-148"/>
          <p:cNvGrpSpPr/>
          <p:nvPr/>
        </p:nvGrpSpPr>
        <p:grpSpPr>
          <a:xfrm>
            <a:off x="8800871" y="4444365"/>
            <a:ext cx="2705023" cy="1252346"/>
            <a:chOff x="8800871" y="4444365"/>
            <a:chExt cx="2705023" cy="1252346"/>
          </a:xfrm>
        </p:grpSpPr>
        <p:sp>
          <p:nvSpPr>
            <p:cNvPr id="60" name="Donut 59"/>
            <p:cNvSpPr/>
            <p:nvPr/>
          </p:nvSpPr>
          <p:spPr>
            <a:xfrm>
              <a:off x="9820008" y="4444365"/>
              <a:ext cx="666750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sosceles Triangle 60"/>
            <p:cNvSpPr/>
            <p:nvPr/>
          </p:nvSpPr>
          <p:spPr>
            <a:xfrm>
              <a:off x="10093852" y="4539614"/>
              <a:ext cx="119062" cy="261937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sosceles Triangle 61"/>
            <p:cNvSpPr/>
            <p:nvPr/>
          </p:nvSpPr>
          <p:spPr>
            <a:xfrm rot="10800000">
              <a:off x="10093852" y="4753927"/>
              <a:ext cx="119062" cy="26193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10093852" y="4718208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방향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ICN-149 ~ ICN-156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(2/8)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ICN-149</a:t>
            </a:r>
          </a:p>
        </p:txBody>
      </p:sp>
      <p:grpSp>
        <p:nvGrpSpPr>
          <p:cNvPr id="11" name="asset:ICN-149"/>
          <p:cNvGrpSpPr/>
          <p:nvPr/>
        </p:nvGrpSpPr>
        <p:grpSpPr>
          <a:xfrm>
            <a:off x="685800" y="1929765"/>
            <a:ext cx="2705023" cy="1252347"/>
            <a:chOff x="685800" y="1929765"/>
            <a:chExt cx="2705023" cy="1252347"/>
          </a:xfrm>
        </p:grpSpPr>
        <p:sp>
          <p:nvSpPr>
            <p:cNvPr id="6" name="Donut 5"/>
            <p:cNvSpPr/>
            <p:nvPr/>
          </p:nvSpPr>
          <p:spPr>
            <a:xfrm>
              <a:off x="1704936" y="1929765"/>
              <a:ext cx="666750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1978780" y="2025015"/>
              <a:ext cx="119062" cy="261937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 rot="10800000">
              <a:off x="1978780" y="2239327"/>
              <a:ext cx="119062" cy="26193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1978780" y="2203608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방향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ICN-150</a:t>
            </a:r>
          </a:p>
        </p:txBody>
      </p:sp>
      <p:grpSp>
        <p:nvGrpSpPr>
          <p:cNvPr id="18" name="asset:ICN-150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3" name="Donut 12"/>
            <p:cNvSpPr/>
            <p:nvPr/>
          </p:nvSpPr>
          <p:spPr>
            <a:xfrm>
              <a:off x="4409960" y="1929765"/>
              <a:ext cx="666750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4683804" y="2025015"/>
              <a:ext cx="119062" cy="26193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 rot="10800000">
              <a:off x="4683804" y="2239327"/>
              <a:ext cx="119062" cy="26193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4683804" y="2203608"/>
              <a:ext cx="119062" cy="119062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방향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ICN-151</a:t>
            </a:r>
          </a:p>
        </p:txBody>
      </p:sp>
      <p:grpSp>
        <p:nvGrpSpPr>
          <p:cNvPr id="26" name="asset:ICN-151"/>
          <p:cNvGrpSpPr/>
          <p:nvPr/>
        </p:nvGrpSpPr>
        <p:grpSpPr>
          <a:xfrm>
            <a:off x="6095847" y="1786890"/>
            <a:ext cx="2705023" cy="1395222"/>
            <a:chOff x="6095847" y="1786890"/>
            <a:chExt cx="2705023" cy="1395222"/>
          </a:xfrm>
        </p:grpSpPr>
        <p:sp>
          <p:nvSpPr>
            <p:cNvPr id="20" name="Rectangle 19"/>
            <p:cNvSpPr/>
            <p:nvPr/>
          </p:nvSpPr>
          <p:spPr>
            <a:xfrm>
              <a:off x="7388828" y="1786890"/>
              <a:ext cx="11906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onut 20"/>
            <p:cNvSpPr/>
            <p:nvPr/>
          </p:nvSpPr>
          <p:spPr>
            <a:xfrm>
              <a:off x="7138797" y="1929765"/>
              <a:ext cx="619124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nnector 21"/>
            <p:cNvCxnSpPr/>
            <p:nvPr/>
          </p:nvCxnSpPr>
          <p:spPr>
            <a:xfrm flipV="1">
              <a:off x="7448359" y="2072640"/>
              <a:ext cx="0" cy="190500"/>
            </a:xfrm>
            <a:prstGeom prst="line">
              <a:avLst/>
            </a:prstGeom>
            <a:ln w="444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7448359" y="2263140"/>
              <a:ext cx="166688" cy="71437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7400734" y="2215515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타이머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ICN-152</a:t>
            </a:r>
          </a:p>
        </p:txBody>
      </p:sp>
      <p:grpSp>
        <p:nvGrpSpPr>
          <p:cNvPr id="34" name="asset:ICN-152"/>
          <p:cNvGrpSpPr/>
          <p:nvPr/>
        </p:nvGrpSpPr>
        <p:grpSpPr>
          <a:xfrm>
            <a:off x="8800871" y="1786890"/>
            <a:ext cx="2705023" cy="1395222"/>
            <a:chOff x="8800871" y="1786890"/>
            <a:chExt cx="2705023" cy="1395222"/>
          </a:xfrm>
        </p:grpSpPr>
        <p:sp>
          <p:nvSpPr>
            <p:cNvPr id="28" name="Rectangle 27"/>
            <p:cNvSpPr/>
            <p:nvPr/>
          </p:nvSpPr>
          <p:spPr>
            <a:xfrm>
              <a:off x="10093852" y="1786890"/>
              <a:ext cx="11906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onut 28"/>
            <p:cNvSpPr/>
            <p:nvPr/>
          </p:nvSpPr>
          <p:spPr>
            <a:xfrm>
              <a:off x="9843820" y="1929765"/>
              <a:ext cx="619124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Connector 29"/>
            <p:cNvCxnSpPr/>
            <p:nvPr/>
          </p:nvCxnSpPr>
          <p:spPr>
            <a:xfrm flipV="1">
              <a:off x="10153383" y="2072640"/>
              <a:ext cx="0" cy="190500"/>
            </a:xfrm>
            <a:prstGeom prst="line">
              <a:avLst/>
            </a:prstGeom>
            <a:ln w="444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10153383" y="2263140"/>
              <a:ext cx="166687" cy="71437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10105758" y="2215515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타이머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ICN-153</a:t>
            </a:r>
          </a:p>
        </p:txBody>
      </p:sp>
      <p:grpSp>
        <p:nvGrpSpPr>
          <p:cNvPr id="42" name="asset:ICN-153"/>
          <p:cNvGrpSpPr/>
          <p:nvPr/>
        </p:nvGrpSpPr>
        <p:grpSpPr>
          <a:xfrm>
            <a:off x="685800" y="4301490"/>
            <a:ext cx="2705023" cy="1395221"/>
            <a:chOff x="685800" y="4301490"/>
            <a:chExt cx="2705023" cy="1395221"/>
          </a:xfrm>
        </p:grpSpPr>
        <p:sp>
          <p:nvSpPr>
            <p:cNvPr id="36" name="Rectangle 35"/>
            <p:cNvSpPr/>
            <p:nvPr/>
          </p:nvSpPr>
          <p:spPr>
            <a:xfrm>
              <a:off x="1978780" y="4301490"/>
              <a:ext cx="11906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Donut 36"/>
            <p:cNvSpPr/>
            <p:nvPr/>
          </p:nvSpPr>
          <p:spPr>
            <a:xfrm>
              <a:off x="1728749" y="4444365"/>
              <a:ext cx="619124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 flipV="1">
              <a:off x="2038311" y="4587240"/>
              <a:ext cx="0" cy="190500"/>
            </a:xfrm>
            <a:prstGeom prst="line">
              <a:avLst/>
            </a:prstGeom>
            <a:ln w="444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2038311" y="4777740"/>
              <a:ext cx="166688" cy="71437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1990686" y="4730115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타이머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ICN-154</a:t>
            </a:r>
          </a:p>
        </p:txBody>
      </p:sp>
      <p:grpSp>
        <p:nvGrpSpPr>
          <p:cNvPr id="50" name="asset:ICN-154"/>
          <p:cNvGrpSpPr/>
          <p:nvPr/>
        </p:nvGrpSpPr>
        <p:grpSpPr>
          <a:xfrm>
            <a:off x="3390823" y="4301490"/>
            <a:ext cx="2705023" cy="1395221"/>
            <a:chOff x="3390823" y="4301490"/>
            <a:chExt cx="2705023" cy="1395221"/>
          </a:xfrm>
        </p:grpSpPr>
        <p:sp>
          <p:nvSpPr>
            <p:cNvPr id="44" name="Rectangle 43"/>
            <p:cNvSpPr/>
            <p:nvPr/>
          </p:nvSpPr>
          <p:spPr>
            <a:xfrm>
              <a:off x="4683804" y="4301490"/>
              <a:ext cx="11906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onut 44"/>
            <p:cNvSpPr/>
            <p:nvPr/>
          </p:nvSpPr>
          <p:spPr>
            <a:xfrm>
              <a:off x="4433773" y="4444365"/>
              <a:ext cx="619124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Connector 45"/>
            <p:cNvCxnSpPr/>
            <p:nvPr/>
          </p:nvCxnSpPr>
          <p:spPr>
            <a:xfrm flipV="1">
              <a:off x="4743335" y="4587240"/>
              <a:ext cx="0" cy="190500"/>
            </a:xfrm>
            <a:prstGeom prst="line">
              <a:avLst/>
            </a:prstGeom>
            <a:ln w="444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4743335" y="4777740"/>
              <a:ext cx="166688" cy="71437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4695710" y="4730115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타이머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ICN-155</a:t>
            </a:r>
          </a:p>
        </p:txBody>
      </p:sp>
      <p:grpSp>
        <p:nvGrpSpPr>
          <p:cNvPr id="58" name="asset:ICN-155"/>
          <p:cNvGrpSpPr/>
          <p:nvPr/>
        </p:nvGrpSpPr>
        <p:grpSpPr>
          <a:xfrm>
            <a:off x="6095847" y="4301490"/>
            <a:ext cx="2705023" cy="1395221"/>
            <a:chOff x="6095847" y="4301490"/>
            <a:chExt cx="2705023" cy="1395221"/>
          </a:xfrm>
        </p:grpSpPr>
        <p:sp>
          <p:nvSpPr>
            <p:cNvPr id="52" name="Rectangle 51"/>
            <p:cNvSpPr/>
            <p:nvPr/>
          </p:nvSpPr>
          <p:spPr>
            <a:xfrm>
              <a:off x="7388828" y="4301490"/>
              <a:ext cx="11906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Donut 52"/>
            <p:cNvSpPr/>
            <p:nvPr/>
          </p:nvSpPr>
          <p:spPr>
            <a:xfrm>
              <a:off x="7138797" y="4444365"/>
              <a:ext cx="619124" cy="666750"/>
            </a:xfrm>
            <a:prstGeom prst="donut">
              <a:avLst/>
            </a:prstGeom>
            <a:solidFill>
              <a:srgbClr val="FFFFFF"/>
            </a:solidFill>
            <a:ln w="317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Connector 53"/>
            <p:cNvCxnSpPr/>
            <p:nvPr/>
          </p:nvCxnSpPr>
          <p:spPr>
            <a:xfrm flipV="1">
              <a:off x="7448359" y="4587240"/>
              <a:ext cx="0" cy="190500"/>
            </a:xfrm>
            <a:prstGeom prst="line">
              <a:avLst/>
            </a:prstGeom>
            <a:ln w="444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7448359" y="4777740"/>
              <a:ext cx="166688" cy="71437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7400734" y="4730115"/>
              <a:ext cx="95249" cy="95249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타이머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ICN-156</a:t>
            </a:r>
          </a:p>
        </p:txBody>
      </p:sp>
      <p:grpSp>
        <p:nvGrpSpPr>
          <p:cNvPr id="64" name="asset:ICN-156"/>
          <p:cNvGrpSpPr/>
          <p:nvPr/>
        </p:nvGrpSpPr>
        <p:grpSpPr>
          <a:xfrm>
            <a:off x="8800871" y="4349115"/>
            <a:ext cx="2705023" cy="1347596"/>
            <a:chOff x="8800871" y="4349115"/>
            <a:chExt cx="2705023" cy="1347596"/>
          </a:xfrm>
        </p:grpSpPr>
        <p:sp>
          <p:nvSpPr>
            <p:cNvPr id="60" name="Rounded Rectangle 59"/>
            <p:cNvSpPr/>
            <p:nvPr/>
          </p:nvSpPr>
          <p:spPr>
            <a:xfrm>
              <a:off x="9867633" y="4349115"/>
              <a:ext cx="571500" cy="85725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927164" y="4444365"/>
              <a:ext cx="452437" cy="619124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10117664" y="5099208"/>
              <a:ext cx="71437" cy="714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태블릿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ICN-157 ~ ICN-164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(3/8)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ICN-157</a:t>
            </a:r>
          </a:p>
        </p:txBody>
      </p:sp>
      <p:grpSp>
        <p:nvGrpSpPr>
          <p:cNvPr id="10" name="asset:ICN-157"/>
          <p:cNvGrpSpPr/>
          <p:nvPr/>
        </p:nvGrpSpPr>
        <p:grpSpPr>
          <a:xfrm>
            <a:off x="685800" y="1834515"/>
            <a:ext cx="2705023" cy="1347597"/>
            <a:chOff x="685800" y="1834515"/>
            <a:chExt cx="2705023" cy="1347597"/>
          </a:xfrm>
        </p:grpSpPr>
        <p:sp>
          <p:nvSpPr>
            <p:cNvPr id="6" name="Rounded Rectangle 5"/>
            <p:cNvSpPr/>
            <p:nvPr/>
          </p:nvSpPr>
          <p:spPr>
            <a:xfrm>
              <a:off x="1752561" y="1834515"/>
              <a:ext cx="571500" cy="85725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12093" y="1929765"/>
              <a:ext cx="452437" cy="619124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002593" y="2584608"/>
              <a:ext cx="71437" cy="714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태블릿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ICN-158</a:t>
            </a:r>
          </a:p>
        </p:txBody>
      </p:sp>
      <p:grpSp>
        <p:nvGrpSpPr>
          <p:cNvPr id="16" name="asset:ICN-158"/>
          <p:cNvGrpSpPr/>
          <p:nvPr/>
        </p:nvGrpSpPr>
        <p:grpSpPr>
          <a:xfrm>
            <a:off x="3390823" y="1834515"/>
            <a:ext cx="2705023" cy="1347597"/>
            <a:chOff x="3390823" y="1834515"/>
            <a:chExt cx="2705023" cy="1347597"/>
          </a:xfrm>
        </p:grpSpPr>
        <p:sp>
          <p:nvSpPr>
            <p:cNvPr id="12" name="Rounded Rectangle 11"/>
            <p:cNvSpPr/>
            <p:nvPr/>
          </p:nvSpPr>
          <p:spPr>
            <a:xfrm>
              <a:off x="4457585" y="1834515"/>
              <a:ext cx="571500" cy="85725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17116" y="1929765"/>
              <a:ext cx="452437" cy="619124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4707616" y="2584608"/>
              <a:ext cx="71437" cy="714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태블릿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ICN-159</a:t>
            </a:r>
          </a:p>
        </p:txBody>
      </p:sp>
      <p:grpSp>
        <p:nvGrpSpPr>
          <p:cNvPr id="22" name="asset:ICN-159"/>
          <p:cNvGrpSpPr/>
          <p:nvPr/>
        </p:nvGrpSpPr>
        <p:grpSpPr>
          <a:xfrm>
            <a:off x="6095847" y="1834515"/>
            <a:ext cx="2705023" cy="1347597"/>
            <a:chOff x="6095847" y="1834515"/>
            <a:chExt cx="2705023" cy="1347597"/>
          </a:xfrm>
        </p:grpSpPr>
        <p:sp>
          <p:nvSpPr>
            <p:cNvPr id="18" name="Rounded Rectangle 17"/>
            <p:cNvSpPr/>
            <p:nvPr/>
          </p:nvSpPr>
          <p:spPr>
            <a:xfrm>
              <a:off x="7162609" y="1834515"/>
              <a:ext cx="571500" cy="85725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22140" y="1929765"/>
              <a:ext cx="452437" cy="619124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7412640" y="2584608"/>
              <a:ext cx="71437" cy="714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태블릿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ICN-160</a:t>
            </a:r>
          </a:p>
        </p:txBody>
      </p:sp>
      <p:grpSp>
        <p:nvGrpSpPr>
          <p:cNvPr id="28" name="asset:ICN-160"/>
          <p:cNvGrpSpPr/>
          <p:nvPr/>
        </p:nvGrpSpPr>
        <p:grpSpPr>
          <a:xfrm>
            <a:off x="8800871" y="1834515"/>
            <a:ext cx="2705023" cy="1347597"/>
            <a:chOff x="8800871" y="1834515"/>
            <a:chExt cx="2705023" cy="1347597"/>
          </a:xfrm>
        </p:grpSpPr>
        <p:sp>
          <p:nvSpPr>
            <p:cNvPr id="24" name="Rounded Rectangle 23"/>
            <p:cNvSpPr/>
            <p:nvPr/>
          </p:nvSpPr>
          <p:spPr>
            <a:xfrm>
              <a:off x="9867633" y="1834515"/>
              <a:ext cx="571500" cy="85725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927164" y="1929765"/>
              <a:ext cx="452437" cy="619124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10117664" y="2584608"/>
              <a:ext cx="71437" cy="71437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태블릿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ICN-161</a:t>
            </a:r>
          </a:p>
        </p:txBody>
      </p:sp>
      <p:grpSp>
        <p:nvGrpSpPr>
          <p:cNvPr id="34" name="asset:ICN-161"/>
          <p:cNvGrpSpPr/>
          <p:nvPr/>
        </p:nvGrpSpPr>
        <p:grpSpPr>
          <a:xfrm>
            <a:off x="685800" y="4420552"/>
            <a:ext cx="2705023" cy="1276159"/>
            <a:chOff x="685800" y="4420552"/>
            <a:chExt cx="2705023" cy="1276159"/>
          </a:xfrm>
        </p:grpSpPr>
        <p:sp>
          <p:nvSpPr>
            <p:cNvPr id="30" name="Rectangle 29"/>
            <p:cNvSpPr/>
            <p:nvPr/>
          </p:nvSpPr>
          <p:spPr>
            <a:xfrm>
              <a:off x="1752561" y="4420552"/>
              <a:ext cx="571500" cy="404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800186" y="4468177"/>
              <a:ext cx="476250" cy="30956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rapezoid 31"/>
            <p:cNvSpPr/>
            <p:nvPr/>
          </p:nvSpPr>
          <p:spPr>
            <a:xfrm>
              <a:off x="1657311" y="4825364"/>
              <a:ext cx="761999" cy="119062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노트북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ICN-162</a:t>
            </a:r>
          </a:p>
        </p:txBody>
      </p:sp>
      <p:grpSp>
        <p:nvGrpSpPr>
          <p:cNvPr id="40" name="asset:ICN-162"/>
          <p:cNvGrpSpPr/>
          <p:nvPr/>
        </p:nvGrpSpPr>
        <p:grpSpPr>
          <a:xfrm>
            <a:off x="3390823" y="4420552"/>
            <a:ext cx="2705023" cy="1276159"/>
            <a:chOff x="3390823" y="4420552"/>
            <a:chExt cx="2705023" cy="1276159"/>
          </a:xfrm>
        </p:grpSpPr>
        <p:sp>
          <p:nvSpPr>
            <p:cNvPr id="36" name="Rectangle 35"/>
            <p:cNvSpPr/>
            <p:nvPr/>
          </p:nvSpPr>
          <p:spPr>
            <a:xfrm>
              <a:off x="4457585" y="4420552"/>
              <a:ext cx="571500" cy="404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505210" y="4468177"/>
              <a:ext cx="476250" cy="309562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rapezoid 37"/>
            <p:cNvSpPr/>
            <p:nvPr/>
          </p:nvSpPr>
          <p:spPr>
            <a:xfrm>
              <a:off x="4362335" y="4825364"/>
              <a:ext cx="761999" cy="119062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노트북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ICN-163</a:t>
            </a:r>
          </a:p>
        </p:txBody>
      </p:sp>
      <p:grpSp>
        <p:nvGrpSpPr>
          <p:cNvPr id="46" name="asset:ICN-163"/>
          <p:cNvGrpSpPr/>
          <p:nvPr/>
        </p:nvGrpSpPr>
        <p:grpSpPr>
          <a:xfrm>
            <a:off x="6095847" y="4420552"/>
            <a:ext cx="2705023" cy="1276159"/>
            <a:chOff x="6095847" y="4420552"/>
            <a:chExt cx="2705023" cy="1276159"/>
          </a:xfrm>
        </p:grpSpPr>
        <p:sp>
          <p:nvSpPr>
            <p:cNvPr id="42" name="Rectangle 41"/>
            <p:cNvSpPr/>
            <p:nvPr/>
          </p:nvSpPr>
          <p:spPr>
            <a:xfrm>
              <a:off x="7162609" y="4420552"/>
              <a:ext cx="571500" cy="404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210234" y="4468177"/>
              <a:ext cx="476250" cy="30956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rapezoid 43"/>
            <p:cNvSpPr/>
            <p:nvPr/>
          </p:nvSpPr>
          <p:spPr>
            <a:xfrm>
              <a:off x="7067359" y="4825364"/>
              <a:ext cx="761999" cy="119062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노트북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ICN-164</a:t>
            </a:r>
          </a:p>
        </p:txBody>
      </p:sp>
      <p:grpSp>
        <p:nvGrpSpPr>
          <p:cNvPr id="52" name="asset:ICN-164"/>
          <p:cNvGrpSpPr/>
          <p:nvPr/>
        </p:nvGrpSpPr>
        <p:grpSpPr>
          <a:xfrm>
            <a:off x="8800871" y="4420552"/>
            <a:ext cx="2705023" cy="1276159"/>
            <a:chOff x="8800871" y="4420552"/>
            <a:chExt cx="2705023" cy="1276159"/>
          </a:xfrm>
        </p:grpSpPr>
        <p:sp>
          <p:nvSpPr>
            <p:cNvPr id="48" name="Rectangle 47"/>
            <p:cNvSpPr/>
            <p:nvPr/>
          </p:nvSpPr>
          <p:spPr>
            <a:xfrm>
              <a:off x="9867633" y="4420552"/>
              <a:ext cx="571500" cy="404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915258" y="4468177"/>
              <a:ext cx="476250" cy="309562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rapezoid 49"/>
            <p:cNvSpPr/>
            <p:nvPr/>
          </p:nvSpPr>
          <p:spPr>
            <a:xfrm>
              <a:off x="9772383" y="4825364"/>
              <a:ext cx="761999" cy="119062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노트북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ICN-165 ~ ICN-172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(4/8)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ICN-165</a:t>
            </a:r>
          </a:p>
        </p:txBody>
      </p:sp>
      <p:grpSp>
        <p:nvGrpSpPr>
          <p:cNvPr id="10" name="asset:ICN-165"/>
          <p:cNvGrpSpPr/>
          <p:nvPr/>
        </p:nvGrpSpPr>
        <p:grpSpPr>
          <a:xfrm>
            <a:off x="685800" y="1905952"/>
            <a:ext cx="2705023" cy="1276160"/>
            <a:chOff x="685800" y="1905952"/>
            <a:chExt cx="2705023" cy="1276160"/>
          </a:xfrm>
        </p:grpSpPr>
        <p:sp>
          <p:nvSpPr>
            <p:cNvPr id="6" name="Rectangle 5"/>
            <p:cNvSpPr/>
            <p:nvPr/>
          </p:nvSpPr>
          <p:spPr>
            <a:xfrm>
              <a:off x="1752561" y="1905952"/>
              <a:ext cx="571500" cy="404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00186" y="1953577"/>
              <a:ext cx="476250" cy="309562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rapezoid 7"/>
            <p:cNvSpPr/>
            <p:nvPr/>
          </p:nvSpPr>
          <p:spPr>
            <a:xfrm>
              <a:off x="1657311" y="2310765"/>
              <a:ext cx="761999" cy="119062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노트북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ICN-166</a:t>
            </a:r>
          </a:p>
        </p:txBody>
      </p:sp>
      <p:grpSp>
        <p:nvGrpSpPr>
          <p:cNvPr id="18" name="asset:ICN-166"/>
          <p:cNvGrpSpPr/>
          <p:nvPr/>
        </p:nvGrpSpPr>
        <p:grpSpPr>
          <a:xfrm>
            <a:off x="3390823" y="1953577"/>
            <a:ext cx="2705023" cy="1228535"/>
            <a:chOff x="3390823" y="1953577"/>
            <a:chExt cx="2705023" cy="1228535"/>
          </a:xfrm>
        </p:grpSpPr>
        <p:sp>
          <p:nvSpPr>
            <p:cNvPr id="12" name="Rectangle 11"/>
            <p:cNvSpPr/>
            <p:nvPr/>
          </p:nvSpPr>
          <p:spPr>
            <a:xfrm>
              <a:off x="4529023" y="1953577"/>
              <a:ext cx="21431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386148" y="2025015"/>
              <a:ext cx="714375" cy="50006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4612366" y="2132171"/>
              <a:ext cx="285750" cy="28575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683804" y="2203608"/>
              <a:ext cx="142875" cy="142875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4933835" y="2084546"/>
              <a:ext cx="71437" cy="71437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카메라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ICN-167</a:t>
            </a:r>
          </a:p>
        </p:txBody>
      </p:sp>
      <p:grpSp>
        <p:nvGrpSpPr>
          <p:cNvPr id="26" name="asset:ICN-167"/>
          <p:cNvGrpSpPr/>
          <p:nvPr/>
        </p:nvGrpSpPr>
        <p:grpSpPr>
          <a:xfrm>
            <a:off x="6095847" y="1953577"/>
            <a:ext cx="2705023" cy="1228535"/>
            <a:chOff x="6095847" y="1953577"/>
            <a:chExt cx="2705023" cy="1228535"/>
          </a:xfrm>
        </p:grpSpPr>
        <p:sp>
          <p:nvSpPr>
            <p:cNvPr id="20" name="Rectangle 19"/>
            <p:cNvSpPr/>
            <p:nvPr/>
          </p:nvSpPr>
          <p:spPr>
            <a:xfrm>
              <a:off x="7234047" y="1953577"/>
              <a:ext cx="21431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091172" y="2025015"/>
              <a:ext cx="714375" cy="50006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317390" y="2132171"/>
              <a:ext cx="285750" cy="28575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7388828" y="2203608"/>
              <a:ext cx="142875" cy="142875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638859" y="2084546"/>
              <a:ext cx="71437" cy="71437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카메라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ICN-168</a:t>
            </a:r>
          </a:p>
        </p:txBody>
      </p:sp>
      <p:grpSp>
        <p:nvGrpSpPr>
          <p:cNvPr id="34" name="asset:ICN-168"/>
          <p:cNvGrpSpPr/>
          <p:nvPr/>
        </p:nvGrpSpPr>
        <p:grpSpPr>
          <a:xfrm>
            <a:off x="8800871" y="1953577"/>
            <a:ext cx="2705023" cy="1228535"/>
            <a:chOff x="8800871" y="1953577"/>
            <a:chExt cx="2705023" cy="1228535"/>
          </a:xfrm>
        </p:grpSpPr>
        <p:sp>
          <p:nvSpPr>
            <p:cNvPr id="28" name="Rectangle 27"/>
            <p:cNvSpPr/>
            <p:nvPr/>
          </p:nvSpPr>
          <p:spPr>
            <a:xfrm>
              <a:off x="9939070" y="1953577"/>
              <a:ext cx="21431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796195" y="2025015"/>
              <a:ext cx="714375" cy="50006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10022414" y="2132171"/>
              <a:ext cx="285750" cy="28575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0093852" y="2203608"/>
              <a:ext cx="142875" cy="142875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343883" y="2084546"/>
              <a:ext cx="71437" cy="71437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카메라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ICN-169</a:t>
            </a:r>
          </a:p>
        </p:txBody>
      </p:sp>
      <p:grpSp>
        <p:nvGrpSpPr>
          <p:cNvPr id="42" name="asset:ICN-169"/>
          <p:cNvGrpSpPr/>
          <p:nvPr/>
        </p:nvGrpSpPr>
        <p:grpSpPr>
          <a:xfrm>
            <a:off x="685800" y="4468177"/>
            <a:ext cx="2705023" cy="1228534"/>
            <a:chOff x="685800" y="4468177"/>
            <a:chExt cx="2705023" cy="1228534"/>
          </a:xfrm>
        </p:grpSpPr>
        <p:sp>
          <p:nvSpPr>
            <p:cNvPr id="36" name="Rectangle 35"/>
            <p:cNvSpPr/>
            <p:nvPr/>
          </p:nvSpPr>
          <p:spPr>
            <a:xfrm>
              <a:off x="1823999" y="4468177"/>
              <a:ext cx="21431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681124" y="4539614"/>
              <a:ext cx="714375" cy="50006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1907343" y="4646771"/>
              <a:ext cx="285750" cy="28575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1978780" y="4718208"/>
              <a:ext cx="142875" cy="142875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2228811" y="4599146"/>
              <a:ext cx="71437" cy="71437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카메라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ICN-170</a:t>
            </a:r>
          </a:p>
        </p:txBody>
      </p:sp>
      <p:grpSp>
        <p:nvGrpSpPr>
          <p:cNvPr id="50" name="asset:ICN-170"/>
          <p:cNvGrpSpPr/>
          <p:nvPr/>
        </p:nvGrpSpPr>
        <p:grpSpPr>
          <a:xfrm>
            <a:off x="3390823" y="4468177"/>
            <a:ext cx="2705023" cy="1228534"/>
            <a:chOff x="3390823" y="4468177"/>
            <a:chExt cx="2705023" cy="1228534"/>
          </a:xfrm>
        </p:grpSpPr>
        <p:sp>
          <p:nvSpPr>
            <p:cNvPr id="44" name="Rectangle 43"/>
            <p:cNvSpPr/>
            <p:nvPr/>
          </p:nvSpPr>
          <p:spPr>
            <a:xfrm>
              <a:off x="4529023" y="4468177"/>
              <a:ext cx="214312" cy="95249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386148" y="4539614"/>
              <a:ext cx="714375" cy="50006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Oval 45"/>
            <p:cNvSpPr/>
            <p:nvPr/>
          </p:nvSpPr>
          <p:spPr>
            <a:xfrm>
              <a:off x="4612366" y="4646771"/>
              <a:ext cx="285750" cy="28575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4683804" y="4718208"/>
              <a:ext cx="142875" cy="142875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4933835" y="4599146"/>
              <a:ext cx="71437" cy="71437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카메라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ICN-171</a:t>
            </a:r>
          </a:p>
        </p:txBody>
      </p:sp>
      <p:grpSp>
        <p:nvGrpSpPr>
          <p:cNvPr id="56" name="asset:ICN-171"/>
          <p:cNvGrpSpPr/>
          <p:nvPr/>
        </p:nvGrpSpPr>
        <p:grpSpPr>
          <a:xfrm>
            <a:off x="6095847" y="4444365"/>
            <a:ext cx="2705023" cy="1252346"/>
            <a:chOff x="6095847" y="4444365"/>
            <a:chExt cx="2705023" cy="1252346"/>
          </a:xfrm>
        </p:grpSpPr>
        <p:sp>
          <p:nvSpPr>
            <p:cNvPr id="52" name="Trapezoid 51"/>
            <p:cNvSpPr/>
            <p:nvPr/>
          </p:nvSpPr>
          <p:spPr>
            <a:xfrm rot="10800000">
              <a:off x="7091172" y="4444365"/>
              <a:ext cx="714375" cy="285750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353109" y="4706302"/>
              <a:ext cx="190499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rapezoid 53"/>
            <p:cNvSpPr/>
            <p:nvPr/>
          </p:nvSpPr>
          <p:spPr>
            <a:xfrm>
              <a:off x="7353109" y="4920615"/>
              <a:ext cx="190499" cy="190499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필터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ICN-172</a:t>
            </a:r>
          </a:p>
        </p:txBody>
      </p:sp>
      <p:grpSp>
        <p:nvGrpSpPr>
          <p:cNvPr id="62" name="asset:ICN-172"/>
          <p:cNvGrpSpPr/>
          <p:nvPr/>
        </p:nvGrpSpPr>
        <p:grpSpPr>
          <a:xfrm>
            <a:off x="8800871" y="4444365"/>
            <a:ext cx="2705023" cy="1252346"/>
            <a:chOff x="8800871" y="4444365"/>
            <a:chExt cx="2705023" cy="1252346"/>
          </a:xfrm>
        </p:grpSpPr>
        <p:sp>
          <p:nvSpPr>
            <p:cNvPr id="58" name="Trapezoid 57"/>
            <p:cNvSpPr/>
            <p:nvPr/>
          </p:nvSpPr>
          <p:spPr>
            <a:xfrm rot="10800000">
              <a:off x="9796195" y="4444365"/>
              <a:ext cx="714375" cy="285750"/>
            </a:xfrm>
            <a:prstGeom prst="trapezoid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0058133" y="4706302"/>
              <a:ext cx="190499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rapezoid 59"/>
            <p:cNvSpPr/>
            <p:nvPr/>
          </p:nvSpPr>
          <p:spPr>
            <a:xfrm>
              <a:off x="10058133" y="4920615"/>
              <a:ext cx="190499" cy="190499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필터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ICN-173 ~ ICN-180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(5/8)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ICN-173</a:t>
            </a:r>
          </a:p>
        </p:txBody>
      </p:sp>
      <p:grpSp>
        <p:nvGrpSpPr>
          <p:cNvPr id="10" name="asset:ICN-173"/>
          <p:cNvGrpSpPr/>
          <p:nvPr/>
        </p:nvGrpSpPr>
        <p:grpSpPr>
          <a:xfrm>
            <a:off x="685800" y="1929765"/>
            <a:ext cx="2705023" cy="1252347"/>
            <a:chOff x="685800" y="1929765"/>
            <a:chExt cx="2705023" cy="1252347"/>
          </a:xfrm>
        </p:grpSpPr>
        <p:sp>
          <p:nvSpPr>
            <p:cNvPr id="6" name="Trapezoid 5"/>
            <p:cNvSpPr/>
            <p:nvPr/>
          </p:nvSpPr>
          <p:spPr>
            <a:xfrm rot="10800000">
              <a:off x="1681124" y="1929765"/>
              <a:ext cx="714375" cy="285750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43061" y="2191702"/>
              <a:ext cx="190499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rapezoid 7"/>
            <p:cNvSpPr/>
            <p:nvPr/>
          </p:nvSpPr>
          <p:spPr>
            <a:xfrm>
              <a:off x="1943061" y="2406015"/>
              <a:ext cx="190499" cy="190499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필터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ICN-174</a:t>
            </a:r>
          </a:p>
        </p:txBody>
      </p:sp>
      <p:grpSp>
        <p:nvGrpSpPr>
          <p:cNvPr id="16" name="asset:ICN-174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2" name="Trapezoid 11"/>
            <p:cNvSpPr/>
            <p:nvPr/>
          </p:nvSpPr>
          <p:spPr>
            <a:xfrm rot="10800000">
              <a:off x="4386148" y="1929765"/>
              <a:ext cx="714375" cy="285750"/>
            </a:xfrm>
            <a:prstGeom prst="trapezoid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48085" y="2191702"/>
              <a:ext cx="190499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rapezoid 13"/>
            <p:cNvSpPr/>
            <p:nvPr/>
          </p:nvSpPr>
          <p:spPr>
            <a:xfrm>
              <a:off x="4648085" y="2406015"/>
              <a:ext cx="190499" cy="190499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필터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ICN-175</a:t>
            </a:r>
          </a:p>
        </p:txBody>
      </p:sp>
      <p:grpSp>
        <p:nvGrpSpPr>
          <p:cNvPr id="22" name="asset:ICN-175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18" name="Trapezoid 17"/>
            <p:cNvSpPr/>
            <p:nvPr/>
          </p:nvSpPr>
          <p:spPr>
            <a:xfrm rot="10800000">
              <a:off x="7091172" y="1929765"/>
              <a:ext cx="714375" cy="285750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353109" y="2191702"/>
              <a:ext cx="190499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rapezoid 19"/>
            <p:cNvSpPr/>
            <p:nvPr/>
          </p:nvSpPr>
          <p:spPr>
            <a:xfrm>
              <a:off x="7353109" y="2406015"/>
              <a:ext cx="190499" cy="190499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필터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ICN-176</a:t>
            </a:r>
          </a:p>
        </p:txBody>
      </p:sp>
      <p:grpSp>
        <p:nvGrpSpPr>
          <p:cNvPr id="26" name="asset:ICN-176"/>
          <p:cNvGrpSpPr/>
          <p:nvPr/>
        </p:nvGrpSpPr>
        <p:grpSpPr>
          <a:xfrm>
            <a:off x="8800871" y="1953577"/>
            <a:ext cx="2705023" cy="1228535"/>
            <a:chOff x="8800871" y="1953577"/>
            <a:chExt cx="2705023" cy="1228535"/>
          </a:xfrm>
        </p:grpSpPr>
        <p:sp>
          <p:nvSpPr>
            <p:cNvPr id="24" name="Circular Arrow 23"/>
            <p:cNvSpPr/>
            <p:nvPr/>
          </p:nvSpPr>
          <p:spPr>
            <a:xfrm>
              <a:off x="9843820" y="1953577"/>
              <a:ext cx="619124" cy="619124"/>
            </a:xfrm>
            <a:prstGeom prst="circular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새로고침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ICN-177</a:t>
            </a:r>
          </a:p>
        </p:txBody>
      </p:sp>
      <p:grpSp>
        <p:nvGrpSpPr>
          <p:cNvPr id="30" name="asset:ICN-177"/>
          <p:cNvGrpSpPr/>
          <p:nvPr/>
        </p:nvGrpSpPr>
        <p:grpSpPr>
          <a:xfrm>
            <a:off x="685800" y="4468177"/>
            <a:ext cx="2705023" cy="1228534"/>
            <a:chOff x="685800" y="4468177"/>
            <a:chExt cx="2705023" cy="1228534"/>
          </a:xfrm>
        </p:grpSpPr>
        <p:sp>
          <p:nvSpPr>
            <p:cNvPr id="28" name="Circular Arrow 27"/>
            <p:cNvSpPr/>
            <p:nvPr/>
          </p:nvSpPr>
          <p:spPr>
            <a:xfrm>
              <a:off x="1728749" y="4468177"/>
              <a:ext cx="619124" cy="619124"/>
            </a:xfrm>
            <a:prstGeom prst="circular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새로고침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ICN-178</a:t>
            </a:r>
          </a:p>
        </p:txBody>
      </p:sp>
      <p:grpSp>
        <p:nvGrpSpPr>
          <p:cNvPr id="34" name="asset:ICN-178"/>
          <p:cNvGrpSpPr/>
          <p:nvPr/>
        </p:nvGrpSpPr>
        <p:grpSpPr>
          <a:xfrm>
            <a:off x="3390823" y="4468177"/>
            <a:ext cx="2705023" cy="1228534"/>
            <a:chOff x="3390823" y="4468177"/>
            <a:chExt cx="2705023" cy="1228534"/>
          </a:xfrm>
        </p:grpSpPr>
        <p:sp>
          <p:nvSpPr>
            <p:cNvPr id="32" name="Circular Arrow 31"/>
            <p:cNvSpPr/>
            <p:nvPr/>
          </p:nvSpPr>
          <p:spPr>
            <a:xfrm>
              <a:off x="4433773" y="4468177"/>
              <a:ext cx="619124" cy="619124"/>
            </a:xfrm>
            <a:prstGeom prst="circular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새로고침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ICN-179</a:t>
            </a:r>
          </a:p>
        </p:txBody>
      </p:sp>
      <p:grpSp>
        <p:nvGrpSpPr>
          <p:cNvPr id="38" name="asset:ICN-179"/>
          <p:cNvGrpSpPr/>
          <p:nvPr/>
        </p:nvGrpSpPr>
        <p:grpSpPr>
          <a:xfrm>
            <a:off x="6095847" y="4468177"/>
            <a:ext cx="2705023" cy="1228534"/>
            <a:chOff x="6095847" y="4468177"/>
            <a:chExt cx="2705023" cy="1228534"/>
          </a:xfrm>
        </p:grpSpPr>
        <p:sp>
          <p:nvSpPr>
            <p:cNvPr id="36" name="Circular Arrow 35"/>
            <p:cNvSpPr/>
            <p:nvPr/>
          </p:nvSpPr>
          <p:spPr>
            <a:xfrm>
              <a:off x="7138797" y="4468177"/>
              <a:ext cx="619124" cy="619124"/>
            </a:xfrm>
            <a:prstGeom prst="circular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새로고침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ICN-180</a:t>
            </a:r>
          </a:p>
        </p:txBody>
      </p:sp>
      <p:grpSp>
        <p:nvGrpSpPr>
          <p:cNvPr id="42" name="asset:ICN-180"/>
          <p:cNvGrpSpPr/>
          <p:nvPr/>
        </p:nvGrpSpPr>
        <p:grpSpPr>
          <a:xfrm>
            <a:off x="8800871" y="4468177"/>
            <a:ext cx="2705023" cy="1228534"/>
            <a:chOff x="8800871" y="4468177"/>
            <a:chExt cx="2705023" cy="1228534"/>
          </a:xfrm>
        </p:grpSpPr>
        <p:sp>
          <p:nvSpPr>
            <p:cNvPr id="40" name="Circular Arrow 39"/>
            <p:cNvSpPr/>
            <p:nvPr/>
          </p:nvSpPr>
          <p:spPr>
            <a:xfrm>
              <a:off x="9843820" y="4468177"/>
              <a:ext cx="619124" cy="619124"/>
            </a:xfrm>
            <a:prstGeom prst="circular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새로고침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ICN-181 ~ ICN-188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(6/8)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ICN-181</a:t>
            </a:r>
          </a:p>
        </p:txBody>
      </p:sp>
      <p:grpSp>
        <p:nvGrpSpPr>
          <p:cNvPr id="9" name="asset:ICN-181"/>
          <p:cNvGrpSpPr/>
          <p:nvPr/>
        </p:nvGrpSpPr>
        <p:grpSpPr>
          <a:xfrm>
            <a:off x="685800" y="1905952"/>
            <a:ext cx="2705023" cy="1276160"/>
            <a:chOff x="685800" y="1905952"/>
            <a:chExt cx="2705023" cy="1276160"/>
          </a:xfrm>
        </p:grpSpPr>
        <p:sp>
          <p:nvSpPr>
            <p:cNvPr id="6" name="Oval 5"/>
            <p:cNvSpPr/>
            <p:nvPr/>
          </p:nvSpPr>
          <p:spPr>
            <a:xfrm>
              <a:off x="1681124" y="1905952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Plus 6"/>
            <p:cNvSpPr/>
            <p:nvPr/>
          </p:nvSpPr>
          <p:spPr>
            <a:xfrm>
              <a:off x="1871624" y="2096452"/>
              <a:ext cx="333375" cy="333375"/>
            </a:xfrm>
            <a:prstGeom prst="mathPlus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추가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ICN-182</a:t>
            </a:r>
          </a:p>
        </p:txBody>
      </p:sp>
      <p:grpSp>
        <p:nvGrpSpPr>
          <p:cNvPr id="14" name="asset:ICN-182"/>
          <p:cNvGrpSpPr/>
          <p:nvPr/>
        </p:nvGrpSpPr>
        <p:grpSpPr>
          <a:xfrm>
            <a:off x="3390823" y="1905952"/>
            <a:ext cx="2705023" cy="1276160"/>
            <a:chOff x="3390823" y="1905952"/>
            <a:chExt cx="2705023" cy="1276160"/>
          </a:xfrm>
        </p:grpSpPr>
        <p:sp>
          <p:nvSpPr>
            <p:cNvPr id="11" name="Oval 10"/>
            <p:cNvSpPr/>
            <p:nvPr/>
          </p:nvSpPr>
          <p:spPr>
            <a:xfrm>
              <a:off x="4386148" y="1905952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Plus 11"/>
            <p:cNvSpPr/>
            <p:nvPr/>
          </p:nvSpPr>
          <p:spPr>
            <a:xfrm>
              <a:off x="4576648" y="2096452"/>
              <a:ext cx="333375" cy="333375"/>
            </a:xfrm>
            <a:prstGeom prst="mathPlus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추가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ICN-183</a:t>
            </a:r>
          </a:p>
        </p:txBody>
      </p:sp>
      <p:grpSp>
        <p:nvGrpSpPr>
          <p:cNvPr id="19" name="asset:ICN-183"/>
          <p:cNvGrpSpPr/>
          <p:nvPr/>
        </p:nvGrpSpPr>
        <p:grpSpPr>
          <a:xfrm>
            <a:off x="6095847" y="1905952"/>
            <a:ext cx="2705023" cy="1276160"/>
            <a:chOff x="6095847" y="1905952"/>
            <a:chExt cx="2705023" cy="1276160"/>
          </a:xfrm>
        </p:grpSpPr>
        <p:sp>
          <p:nvSpPr>
            <p:cNvPr id="16" name="Oval 15"/>
            <p:cNvSpPr/>
            <p:nvPr/>
          </p:nvSpPr>
          <p:spPr>
            <a:xfrm>
              <a:off x="7091172" y="1905952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Plus 16"/>
            <p:cNvSpPr/>
            <p:nvPr/>
          </p:nvSpPr>
          <p:spPr>
            <a:xfrm>
              <a:off x="7281672" y="2096452"/>
              <a:ext cx="333375" cy="333375"/>
            </a:xfrm>
            <a:prstGeom prst="mathPlus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추가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ICN-184</a:t>
            </a:r>
          </a:p>
        </p:txBody>
      </p:sp>
      <p:grpSp>
        <p:nvGrpSpPr>
          <p:cNvPr id="24" name="asset:ICN-184"/>
          <p:cNvGrpSpPr/>
          <p:nvPr/>
        </p:nvGrpSpPr>
        <p:grpSpPr>
          <a:xfrm>
            <a:off x="8800871" y="1905952"/>
            <a:ext cx="2705023" cy="1276160"/>
            <a:chOff x="8800871" y="1905952"/>
            <a:chExt cx="2705023" cy="1276160"/>
          </a:xfrm>
        </p:grpSpPr>
        <p:sp>
          <p:nvSpPr>
            <p:cNvPr id="21" name="Oval 20"/>
            <p:cNvSpPr/>
            <p:nvPr/>
          </p:nvSpPr>
          <p:spPr>
            <a:xfrm>
              <a:off x="9796195" y="1905952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Plus 21"/>
            <p:cNvSpPr/>
            <p:nvPr/>
          </p:nvSpPr>
          <p:spPr>
            <a:xfrm>
              <a:off x="9986695" y="2096452"/>
              <a:ext cx="333375" cy="333375"/>
            </a:xfrm>
            <a:prstGeom prst="mathPlus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추가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ICN-185</a:t>
            </a:r>
          </a:p>
        </p:txBody>
      </p:sp>
      <p:grpSp>
        <p:nvGrpSpPr>
          <p:cNvPr id="29" name="asset:ICN-185"/>
          <p:cNvGrpSpPr/>
          <p:nvPr/>
        </p:nvGrpSpPr>
        <p:grpSpPr>
          <a:xfrm>
            <a:off x="685800" y="4420552"/>
            <a:ext cx="2705023" cy="1276159"/>
            <a:chOff x="685800" y="4420552"/>
            <a:chExt cx="2705023" cy="1276159"/>
          </a:xfrm>
        </p:grpSpPr>
        <p:sp>
          <p:nvSpPr>
            <p:cNvPr id="26" name="Oval 25"/>
            <p:cNvSpPr/>
            <p:nvPr/>
          </p:nvSpPr>
          <p:spPr>
            <a:xfrm>
              <a:off x="1681124" y="4420552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94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Plus 26"/>
            <p:cNvSpPr/>
            <p:nvPr/>
          </p:nvSpPr>
          <p:spPr>
            <a:xfrm>
              <a:off x="1871624" y="4611052"/>
              <a:ext cx="333375" cy="333375"/>
            </a:xfrm>
            <a:prstGeom prst="mathPlus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추가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ICN-186</a:t>
            </a:r>
          </a:p>
        </p:txBody>
      </p:sp>
      <p:grpSp>
        <p:nvGrpSpPr>
          <p:cNvPr id="35" name="asset:ICN-186"/>
          <p:cNvGrpSpPr/>
          <p:nvPr/>
        </p:nvGrpSpPr>
        <p:grpSpPr>
          <a:xfrm>
            <a:off x="3390823" y="4611052"/>
            <a:ext cx="2705023" cy="1085659"/>
            <a:chOff x="3390823" y="4611052"/>
            <a:chExt cx="2705023" cy="1085659"/>
          </a:xfrm>
        </p:grpSpPr>
        <p:sp>
          <p:nvSpPr>
            <p:cNvPr id="31" name="Rounded Rectangle 30"/>
            <p:cNvSpPr/>
            <p:nvPr/>
          </p:nvSpPr>
          <p:spPr>
            <a:xfrm>
              <a:off x="4409960" y="4611052"/>
              <a:ext cx="619124" cy="333375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029085" y="4706302"/>
              <a:ext cx="71437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457585" y="4658677"/>
              <a:ext cx="357187" cy="238125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배터리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ICN-187</a:t>
            </a:r>
          </a:p>
        </p:txBody>
      </p:sp>
      <p:grpSp>
        <p:nvGrpSpPr>
          <p:cNvPr id="41" name="asset:ICN-187"/>
          <p:cNvGrpSpPr/>
          <p:nvPr/>
        </p:nvGrpSpPr>
        <p:grpSpPr>
          <a:xfrm>
            <a:off x="6095847" y="4611052"/>
            <a:ext cx="2705023" cy="1085659"/>
            <a:chOff x="6095847" y="4611052"/>
            <a:chExt cx="2705023" cy="1085659"/>
          </a:xfrm>
        </p:grpSpPr>
        <p:sp>
          <p:nvSpPr>
            <p:cNvPr id="37" name="Rounded Rectangle 36"/>
            <p:cNvSpPr/>
            <p:nvPr/>
          </p:nvSpPr>
          <p:spPr>
            <a:xfrm>
              <a:off x="7114984" y="4611052"/>
              <a:ext cx="619124" cy="333375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734109" y="4706302"/>
              <a:ext cx="71437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162609" y="4658677"/>
              <a:ext cx="357187" cy="238125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배터리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ICN-188</a:t>
            </a:r>
          </a:p>
        </p:txBody>
      </p:sp>
      <p:grpSp>
        <p:nvGrpSpPr>
          <p:cNvPr id="47" name="asset:ICN-188"/>
          <p:cNvGrpSpPr/>
          <p:nvPr/>
        </p:nvGrpSpPr>
        <p:grpSpPr>
          <a:xfrm>
            <a:off x="8800871" y="4611052"/>
            <a:ext cx="2705023" cy="1085659"/>
            <a:chOff x="8800871" y="4611052"/>
            <a:chExt cx="2705023" cy="1085659"/>
          </a:xfrm>
        </p:grpSpPr>
        <p:sp>
          <p:nvSpPr>
            <p:cNvPr id="43" name="Rounded Rectangle 42"/>
            <p:cNvSpPr/>
            <p:nvPr/>
          </p:nvSpPr>
          <p:spPr>
            <a:xfrm>
              <a:off x="9820008" y="4611052"/>
              <a:ext cx="619124" cy="333375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439133" y="4706302"/>
              <a:ext cx="71437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867633" y="4658677"/>
              <a:ext cx="357187" cy="238125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배터리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ICN-189 ~ ICN-196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(7/8)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ICN-189</a:t>
            </a:r>
          </a:p>
        </p:txBody>
      </p:sp>
      <p:grpSp>
        <p:nvGrpSpPr>
          <p:cNvPr id="10" name="asset:ICN-189"/>
          <p:cNvGrpSpPr/>
          <p:nvPr/>
        </p:nvGrpSpPr>
        <p:grpSpPr>
          <a:xfrm>
            <a:off x="685800" y="2096452"/>
            <a:ext cx="2705023" cy="1085660"/>
            <a:chOff x="685800" y="2096452"/>
            <a:chExt cx="2705023" cy="1085660"/>
          </a:xfrm>
        </p:grpSpPr>
        <p:sp>
          <p:nvSpPr>
            <p:cNvPr id="6" name="Rounded Rectangle 5"/>
            <p:cNvSpPr/>
            <p:nvPr/>
          </p:nvSpPr>
          <p:spPr>
            <a:xfrm>
              <a:off x="1704936" y="2096452"/>
              <a:ext cx="619124" cy="333375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324061" y="2191702"/>
              <a:ext cx="71437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752561" y="2144077"/>
              <a:ext cx="357187" cy="238125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배터리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ICN-190</a:t>
            </a:r>
          </a:p>
        </p:txBody>
      </p:sp>
      <p:grpSp>
        <p:nvGrpSpPr>
          <p:cNvPr id="16" name="asset:ICN-190"/>
          <p:cNvGrpSpPr/>
          <p:nvPr/>
        </p:nvGrpSpPr>
        <p:grpSpPr>
          <a:xfrm>
            <a:off x="3390823" y="2096452"/>
            <a:ext cx="2705023" cy="1085660"/>
            <a:chOff x="3390823" y="2096452"/>
            <a:chExt cx="2705023" cy="1085660"/>
          </a:xfrm>
        </p:grpSpPr>
        <p:sp>
          <p:nvSpPr>
            <p:cNvPr id="12" name="Rounded Rectangle 11"/>
            <p:cNvSpPr/>
            <p:nvPr/>
          </p:nvSpPr>
          <p:spPr>
            <a:xfrm>
              <a:off x="4409960" y="2096452"/>
              <a:ext cx="619124" cy="333375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29085" y="2191702"/>
              <a:ext cx="71437" cy="14287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57585" y="2144077"/>
              <a:ext cx="357187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배터리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ICN-191</a:t>
            </a:r>
          </a:p>
        </p:txBody>
      </p:sp>
      <p:grpSp>
        <p:nvGrpSpPr>
          <p:cNvPr id="24" name="asset:ICN-191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18" name="Rectangle 17"/>
            <p:cNvSpPr/>
            <p:nvPr/>
          </p:nvSpPr>
          <p:spPr>
            <a:xfrm>
              <a:off x="7091172" y="1929765"/>
              <a:ext cx="714375" cy="6667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329297" y="1929765"/>
              <a:ext cx="0" cy="66675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567422" y="1929765"/>
              <a:ext cx="0" cy="66675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7400734" y="2096452"/>
              <a:ext cx="190499" cy="190499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sosceles Triangle 21"/>
            <p:cNvSpPr/>
            <p:nvPr/>
          </p:nvSpPr>
          <p:spPr>
            <a:xfrm rot="10800000">
              <a:off x="7448359" y="2239327"/>
              <a:ext cx="95249" cy="166687"/>
            </a:xfrm>
            <a:prstGeom prst="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지도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ICN-192</a:t>
            </a:r>
          </a:p>
        </p:txBody>
      </p:sp>
      <p:grpSp>
        <p:nvGrpSpPr>
          <p:cNvPr id="32" name="asset:ICN-192"/>
          <p:cNvGrpSpPr/>
          <p:nvPr/>
        </p:nvGrpSpPr>
        <p:grpSpPr>
          <a:xfrm>
            <a:off x="8800871" y="1929765"/>
            <a:ext cx="2705023" cy="1252347"/>
            <a:chOff x="8800871" y="1929765"/>
            <a:chExt cx="2705023" cy="1252347"/>
          </a:xfrm>
        </p:grpSpPr>
        <p:sp>
          <p:nvSpPr>
            <p:cNvPr id="26" name="Rectangle 25"/>
            <p:cNvSpPr/>
            <p:nvPr/>
          </p:nvSpPr>
          <p:spPr>
            <a:xfrm>
              <a:off x="9796195" y="1929765"/>
              <a:ext cx="714375" cy="6667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10034320" y="1929765"/>
              <a:ext cx="0" cy="66675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10272445" y="1929765"/>
              <a:ext cx="0" cy="666750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10105758" y="2096452"/>
              <a:ext cx="190499" cy="190499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Isosceles Triangle 29"/>
            <p:cNvSpPr/>
            <p:nvPr/>
          </p:nvSpPr>
          <p:spPr>
            <a:xfrm rot="10800000">
              <a:off x="10153383" y="2239327"/>
              <a:ext cx="95249" cy="166687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지도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ICN-193</a:t>
            </a:r>
          </a:p>
        </p:txBody>
      </p:sp>
      <p:grpSp>
        <p:nvGrpSpPr>
          <p:cNvPr id="40" name="asset:ICN-193"/>
          <p:cNvGrpSpPr/>
          <p:nvPr/>
        </p:nvGrpSpPr>
        <p:grpSpPr>
          <a:xfrm>
            <a:off x="685800" y="4444365"/>
            <a:ext cx="2705023" cy="1252346"/>
            <a:chOff x="685800" y="4444365"/>
            <a:chExt cx="2705023" cy="1252346"/>
          </a:xfrm>
        </p:grpSpPr>
        <p:sp>
          <p:nvSpPr>
            <p:cNvPr id="34" name="Rectangle 33"/>
            <p:cNvSpPr/>
            <p:nvPr/>
          </p:nvSpPr>
          <p:spPr>
            <a:xfrm>
              <a:off x="1681124" y="4444365"/>
              <a:ext cx="714375" cy="6667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919249" y="4444365"/>
              <a:ext cx="0" cy="666749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2157374" y="4444365"/>
              <a:ext cx="0" cy="666749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1990686" y="4611052"/>
              <a:ext cx="190499" cy="190499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Isosceles Triangle 37"/>
            <p:cNvSpPr/>
            <p:nvPr/>
          </p:nvSpPr>
          <p:spPr>
            <a:xfrm rot="10800000">
              <a:off x="2038311" y="4753927"/>
              <a:ext cx="95249" cy="166687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지도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ICN-194</a:t>
            </a:r>
          </a:p>
        </p:txBody>
      </p:sp>
      <p:grpSp>
        <p:nvGrpSpPr>
          <p:cNvPr id="48" name="asset:ICN-194"/>
          <p:cNvGrpSpPr/>
          <p:nvPr/>
        </p:nvGrpSpPr>
        <p:grpSpPr>
          <a:xfrm>
            <a:off x="3390823" y="4444365"/>
            <a:ext cx="2705023" cy="1252346"/>
            <a:chOff x="3390823" y="4444365"/>
            <a:chExt cx="2705023" cy="1252346"/>
          </a:xfrm>
        </p:grpSpPr>
        <p:sp>
          <p:nvSpPr>
            <p:cNvPr id="42" name="Rectangle 41"/>
            <p:cNvSpPr/>
            <p:nvPr/>
          </p:nvSpPr>
          <p:spPr>
            <a:xfrm>
              <a:off x="4386148" y="4444365"/>
              <a:ext cx="714375" cy="6667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4624273" y="4444365"/>
              <a:ext cx="0" cy="666749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4862398" y="4444365"/>
              <a:ext cx="0" cy="666749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/>
            <p:cNvSpPr/>
            <p:nvPr/>
          </p:nvSpPr>
          <p:spPr>
            <a:xfrm>
              <a:off x="4695710" y="4611052"/>
              <a:ext cx="190499" cy="190499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sosceles Triangle 45"/>
            <p:cNvSpPr/>
            <p:nvPr/>
          </p:nvSpPr>
          <p:spPr>
            <a:xfrm rot="10800000">
              <a:off x="4743335" y="4753927"/>
              <a:ext cx="95249" cy="166687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지도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ICN-195</a:t>
            </a:r>
          </a:p>
        </p:txBody>
      </p:sp>
      <p:grpSp>
        <p:nvGrpSpPr>
          <p:cNvPr id="56" name="asset:ICN-195"/>
          <p:cNvGrpSpPr/>
          <p:nvPr/>
        </p:nvGrpSpPr>
        <p:grpSpPr>
          <a:xfrm>
            <a:off x="6095847" y="4444365"/>
            <a:ext cx="2705023" cy="1252346"/>
            <a:chOff x="6095847" y="4444365"/>
            <a:chExt cx="2705023" cy="1252346"/>
          </a:xfrm>
        </p:grpSpPr>
        <p:sp>
          <p:nvSpPr>
            <p:cNvPr id="50" name="Rectangle 49"/>
            <p:cNvSpPr/>
            <p:nvPr/>
          </p:nvSpPr>
          <p:spPr>
            <a:xfrm>
              <a:off x="7091172" y="4444365"/>
              <a:ext cx="714375" cy="6667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Connector 50"/>
            <p:cNvCxnSpPr/>
            <p:nvPr/>
          </p:nvCxnSpPr>
          <p:spPr>
            <a:xfrm>
              <a:off x="7329297" y="4444365"/>
              <a:ext cx="0" cy="666749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7567422" y="4444365"/>
              <a:ext cx="0" cy="666749"/>
            </a:xfrm>
            <a:prstGeom prst="line">
              <a:avLst/>
            </a:prstGeom>
            <a:ln w="190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7400734" y="4611052"/>
              <a:ext cx="190499" cy="190499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Isosceles Triangle 53"/>
            <p:cNvSpPr/>
            <p:nvPr/>
          </p:nvSpPr>
          <p:spPr>
            <a:xfrm rot="10800000">
              <a:off x="7448359" y="4753927"/>
              <a:ext cx="95249" cy="16668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지도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ICN-196</a:t>
            </a:r>
          </a:p>
        </p:txBody>
      </p:sp>
      <p:grpSp>
        <p:nvGrpSpPr>
          <p:cNvPr id="62" name="asset:ICN-196"/>
          <p:cNvGrpSpPr/>
          <p:nvPr/>
        </p:nvGrpSpPr>
        <p:grpSpPr>
          <a:xfrm>
            <a:off x="8800871" y="4349115"/>
            <a:ext cx="2705023" cy="1347596"/>
            <a:chOff x="8800871" y="4349115"/>
            <a:chExt cx="2705023" cy="1347596"/>
          </a:xfrm>
        </p:grpSpPr>
        <p:sp>
          <p:nvSpPr>
            <p:cNvPr id="58" name="Isosceles Triangle 57"/>
            <p:cNvSpPr/>
            <p:nvPr/>
          </p:nvSpPr>
          <p:spPr>
            <a:xfrm>
              <a:off x="9796195" y="4349115"/>
              <a:ext cx="714375" cy="404812"/>
            </a:xfrm>
            <a:prstGeom prst="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9915258" y="4682489"/>
              <a:ext cx="476250" cy="4762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0081945" y="4872990"/>
              <a:ext cx="142875" cy="2857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ICN-197 ~ ICN-200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[g3] (8/8)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ICN-197</a:t>
            </a:r>
          </a:p>
        </p:txBody>
      </p:sp>
      <p:grpSp>
        <p:nvGrpSpPr>
          <p:cNvPr id="10" name="asset:ICN-197"/>
          <p:cNvGrpSpPr/>
          <p:nvPr/>
        </p:nvGrpSpPr>
        <p:grpSpPr>
          <a:xfrm>
            <a:off x="685800" y="1834515"/>
            <a:ext cx="2705023" cy="1347597"/>
            <a:chOff x="685800" y="1834515"/>
            <a:chExt cx="2705023" cy="1347597"/>
          </a:xfrm>
        </p:grpSpPr>
        <p:sp>
          <p:nvSpPr>
            <p:cNvPr id="6" name="Isosceles Triangle 5"/>
            <p:cNvSpPr/>
            <p:nvPr/>
          </p:nvSpPr>
          <p:spPr>
            <a:xfrm>
              <a:off x="1681124" y="1834515"/>
              <a:ext cx="714375" cy="404812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00186" y="2167890"/>
              <a:ext cx="476250" cy="4762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66874" y="2358390"/>
              <a:ext cx="142875" cy="2857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ICN-198</a:t>
            </a:r>
          </a:p>
        </p:txBody>
      </p:sp>
      <p:grpSp>
        <p:nvGrpSpPr>
          <p:cNvPr id="16" name="asset:ICN-198"/>
          <p:cNvGrpSpPr/>
          <p:nvPr/>
        </p:nvGrpSpPr>
        <p:grpSpPr>
          <a:xfrm>
            <a:off x="3390823" y="1834515"/>
            <a:ext cx="2705023" cy="1347597"/>
            <a:chOff x="3390823" y="1834515"/>
            <a:chExt cx="2705023" cy="1347597"/>
          </a:xfrm>
        </p:grpSpPr>
        <p:sp>
          <p:nvSpPr>
            <p:cNvPr id="12" name="Isosceles Triangle 11"/>
            <p:cNvSpPr/>
            <p:nvPr/>
          </p:nvSpPr>
          <p:spPr>
            <a:xfrm>
              <a:off x="4386148" y="1834515"/>
              <a:ext cx="714375" cy="404812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05210" y="2167890"/>
              <a:ext cx="476250" cy="4762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71898" y="2358390"/>
              <a:ext cx="142875" cy="2857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ICN-199</a:t>
            </a:r>
          </a:p>
        </p:txBody>
      </p:sp>
      <p:grpSp>
        <p:nvGrpSpPr>
          <p:cNvPr id="22" name="asset:ICN-199"/>
          <p:cNvGrpSpPr/>
          <p:nvPr/>
        </p:nvGrpSpPr>
        <p:grpSpPr>
          <a:xfrm>
            <a:off x="6095847" y="1834515"/>
            <a:ext cx="2705023" cy="1347597"/>
            <a:chOff x="6095847" y="1834515"/>
            <a:chExt cx="2705023" cy="1347597"/>
          </a:xfrm>
        </p:grpSpPr>
        <p:sp>
          <p:nvSpPr>
            <p:cNvPr id="18" name="Isosceles Triangle 17"/>
            <p:cNvSpPr/>
            <p:nvPr/>
          </p:nvSpPr>
          <p:spPr>
            <a:xfrm>
              <a:off x="7091172" y="1834515"/>
              <a:ext cx="714375" cy="404812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10234" y="2167890"/>
              <a:ext cx="476250" cy="4762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376921" y="2358390"/>
              <a:ext cx="142875" cy="2857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ICN-200</a:t>
            </a:r>
          </a:p>
        </p:txBody>
      </p:sp>
      <p:grpSp>
        <p:nvGrpSpPr>
          <p:cNvPr id="28" name="asset:ICN-200"/>
          <p:cNvGrpSpPr/>
          <p:nvPr/>
        </p:nvGrpSpPr>
        <p:grpSpPr>
          <a:xfrm>
            <a:off x="8800871" y="1834515"/>
            <a:ext cx="2705023" cy="1347597"/>
            <a:chOff x="8800871" y="1834515"/>
            <a:chExt cx="2705023" cy="1347597"/>
          </a:xfrm>
        </p:grpSpPr>
        <p:sp>
          <p:nvSpPr>
            <p:cNvPr id="24" name="Isosceles Triangle 23"/>
            <p:cNvSpPr/>
            <p:nvPr/>
          </p:nvSpPr>
          <p:spPr>
            <a:xfrm>
              <a:off x="9796195" y="1834515"/>
              <a:ext cx="714375" cy="404812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915258" y="2167890"/>
              <a:ext cx="476250" cy="47625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081945" y="2358390"/>
              <a:ext cx="142875" cy="28575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