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ICN-021 ~ ICN-028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(1/8)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ICN-021</a:t>
            </a:r>
          </a:p>
        </p:txBody>
      </p:sp>
      <p:grpSp>
        <p:nvGrpSpPr>
          <p:cNvPr id="10" name="asset:ICN-021"/>
          <p:cNvGrpSpPr/>
          <p:nvPr/>
        </p:nvGrpSpPr>
        <p:grpSpPr>
          <a:xfrm>
            <a:off x="685800" y="2001202"/>
            <a:ext cx="2705023" cy="1180910"/>
            <a:chOff x="685800" y="2001202"/>
            <a:chExt cx="2705023" cy="1180910"/>
          </a:xfrm>
        </p:grpSpPr>
        <p:sp>
          <p:nvSpPr>
            <p:cNvPr id="6" name="Round Same Side Corner Rectangle 5"/>
            <p:cNvSpPr/>
            <p:nvPr/>
          </p:nvSpPr>
          <p:spPr>
            <a:xfrm>
              <a:off x="1704936" y="2001202"/>
              <a:ext cx="309562" cy="119062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681124" y="2072640"/>
              <a:ext cx="714375" cy="5238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4936" y="2096452"/>
              <a:ext cx="666750" cy="83343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폴더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ICN-022</a:t>
            </a:r>
          </a:p>
        </p:txBody>
      </p:sp>
      <p:grpSp>
        <p:nvGrpSpPr>
          <p:cNvPr id="16" name="asset:ICN-022"/>
          <p:cNvGrpSpPr/>
          <p:nvPr/>
        </p:nvGrpSpPr>
        <p:grpSpPr>
          <a:xfrm>
            <a:off x="3390823" y="2001202"/>
            <a:ext cx="2705023" cy="1180910"/>
            <a:chOff x="3390823" y="2001202"/>
            <a:chExt cx="2705023" cy="1180910"/>
          </a:xfrm>
        </p:grpSpPr>
        <p:sp>
          <p:nvSpPr>
            <p:cNvPr id="12" name="Round Same Side Corner Rectangle 11"/>
            <p:cNvSpPr/>
            <p:nvPr/>
          </p:nvSpPr>
          <p:spPr>
            <a:xfrm>
              <a:off x="4409960" y="2001202"/>
              <a:ext cx="309562" cy="119062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386148" y="2072640"/>
              <a:ext cx="714375" cy="5238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09960" y="2096452"/>
              <a:ext cx="666750" cy="83343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폴더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ICN-023</a:t>
            </a:r>
          </a:p>
        </p:txBody>
      </p:sp>
      <p:grpSp>
        <p:nvGrpSpPr>
          <p:cNvPr id="22" name="asset:ICN-023"/>
          <p:cNvGrpSpPr/>
          <p:nvPr/>
        </p:nvGrpSpPr>
        <p:grpSpPr>
          <a:xfrm>
            <a:off x="6095847" y="2001202"/>
            <a:ext cx="2705023" cy="1180910"/>
            <a:chOff x="6095847" y="2001202"/>
            <a:chExt cx="2705023" cy="1180910"/>
          </a:xfrm>
        </p:grpSpPr>
        <p:sp>
          <p:nvSpPr>
            <p:cNvPr id="18" name="Round Same Side Corner Rectangle 17"/>
            <p:cNvSpPr/>
            <p:nvPr/>
          </p:nvSpPr>
          <p:spPr>
            <a:xfrm>
              <a:off x="7114984" y="2001202"/>
              <a:ext cx="309562" cy="119062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091172" y="2072640"/>
              <a:ext cx="714375" cy="5238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14984" y="2096452"/>
              <a:ext cx="666750" cy="83343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폴더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ICN-024</a:t>
            </a:r>
          </a:p>
        </p:txBody>
      </p:sp>
      <p:grpSp>
        <p:nvGrpSpPr>
          <p:cNvPr id="28" name="asset:ICN-024"/>
          <p:cNvGrpSpPr/>
          <p:nvPr/>
        </p:nvGrpSpPr>
        <p:grpSpPr>
          <a:xfrm>
            <a:off x="8800871" y="2001202"/>
            <a:ext cx="2705023" cy="1180910"/>
            <a:chOff x="8800871" y="2001202"/>
            <a:chExt cx="2705023" cy="1180910"/>
          </a:xfrm>
        </p:grpSpPr>
        <p:sp>
          <p:nvSpPr>
            <p:cNvPr id="24" name="Round Same Side Corner Rectangle 23"/>
            <p:cNvSpPr/>
            <p:nvPr/>
          </p:nvSpPr>
          <p:spPr>
            <a:xfrm>
              <a:off x="9820008" y="2001202"/>
              <a:ext cx="309562" cy="119062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796195" y="2072640"/>
              <a:ext cx="714375" cy="5238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820008" y="2096452"/>
              <a:ext cx="666750" cy="83343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폴더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ICN-025</a:t>
            </a:r>
          </a:p>
        </p:txBody>
      </p:sp>
      <p:grpSp>
        <p:nvGrpSpPr>
          <p:cNvPr id="34" name="asset:ICN-025"/>
          <p:cNvGrpSpPr/>
          <p:nvPr/>
        </p:nvGrpSpPr>
        <p:grpSpPr>
          <a:xfrm>
            <a:off x="685800" y="4515802"/>
            <a:ext cx="2705023" cy="1180909"/>
            <a:chOff x="685800" y="4515802"/>
            <a:chExt cx="2705023" cy="1180909"/>
          </a:xfrm>
        </p:grpSpPr>
        <p:sp>
          <p:nvSpPr>
            <p:cNvPr id="30" name="Round Same Side Corner Rectangle 29"/>
            <p:cNvSpPr/>
            <p:nvPr/>
          </p:nvSpPr>
          <p:spPr>
            <a:xfrm>
              <a:off x="1704936" y="4515802"/>
              <a:ext cx="309562" cy="119062"/>
            </a:xfrm>
            <a:prstGeom prst="round2Same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681124" y="4587240"/>
              <a:ext cx="714375" cy="5238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704936" y="4611052"/>
              <a:ext cx="666750" cy="83343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폴더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ICN-026</a:t>
            </a:r>
          </a:p>
        </p:txBody>
      </p:sp>
      <p:grpSp>
        <p:nvGrpSpPr>
          <p:cNvPr id="41" name="asset:ICN-026"/>
          <p:cNvGrpSpPr/>
          <p:nvPr/>
        </p:nvGrpSpPr>
        <p:grpSpPr>
          <a:xfrm>
            <a:off x="3390823" y="4349115"/>
            <a:ext cx="2705023" cy="1347596"/>
            <a:chOff x="3390823" y="4349115"/>
            <a:chExt cx="2705023" cy="1347596"/>
          </a:xfrm>
        </p:grpSpPr>
        <p:sp>
          <p:nvSpPr>
            <p:cNvPr id="36" name="Folded Corner 35"/>
            <p:cNvSpPr/>
            <p:nvPr/>
          </p:nvSpPr>
          <p:spPr>
            <a:xfrm>
              <a:off x="4505210" y="4349115"/>
              <a:ext cx="476250" cy="857250"/>
            </a:xfrm>
            <a:prstGeom prst="foldedCorner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4600460" y="4611052"/>
              <a:ext cx="285750" cy="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4600460" y="4753927"/>
              <a:ext cx="285750" cy="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4600460" y="4896802"/>
              <a:ext cx="285750" cy="0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ICN-027</a:t>
            </a:r>
          </a:p>
        </p:txBody>
      </p:sp>
      <p:grpSp>
        <p:nvGrpSpPr>
          <p:cNvPr id="48" name="asset:ICN-027"/>
          <p:cNvGrpSpPr/>
          <p:nvPr/>
        </p:nvGrpSpPr>
        <p:grpSpPr>
          <a:xfrm>
            <a:off x="6095847" y="4349115"/>
            <a:ext cx="2705023" cy="1347596"/>
            <a:chOff x="6095847" y="4349115"/>
            <a:chExt cx="2705023" cy="1347596"/>
          </a:xfrm>
        </p:grpSpPr>
        <p:sp>
          <p:nvSpPr>
            <p:cNvPr id="43" name="Folded Corner 42"/>
            <p:cNvSpPr/>
            <p:nvPr/>
          </p:nvSpPr>
          <p:spPr>
            <a:xfrm>
              <a:off x="7210234" y="4349115"/>
              <a:ext cx="476250" cy="857250"/>
            </a:xfrm>
            <a:prstGeom prst="foldedCorner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7305484" y="4611052"/>
              <a:ext cx="285750" cy="0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305484" y="4753927"/>
              <a:ext cx="285750" cy="0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7305484" y="4896802"/>
              <a:ext cx="285750" cy="0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ICN-028</a:t>
            </a:r>
          </a:p>
        </p:txBody>
      </p:sp>
      <p:grpSp>
        <p:nvGrpSpPr>
          <p:cNvPr id="55" name="asset:ICN-028"/>
          <p:cNvGrpSpPr/>
          <p:nvPr/>
        </p:nvGrpSpPr>
        <p:grpSpPr>
          <a:xfrm>
            <a:off x="8800871" y="4349115"/>
            <a:ext cx="2705023" cy="1347596"/>
            <a:chOff x="8800871" y="4349115"/>
            <a:chExt cx="2705023" cy="1347596"/>
          </a:xfrm>
        </p:grpSpPr>
        <p:sp>
          <p:nvSpPr>
            <p:cNvPr id="50" name="Folded Corner 49"/>
            <p:cNvSpPr/>
            <p:nvPr/>
          </p:nvSpPr>
          <p:spPr>
            <a:xfrm>
              <a:off x="9915258" y="4349115"/>
              <a:ext cx="476250" cy="857250"/>
            </a:xfrm>
            <a:prstGeom prst="foldedCorner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Connector 50"/>
            <p:cNvCxnSpPr/>
            <p:nvPr/>
          </p:nvCxnSpPr>
          <p:spPr>
            <a:xfrm>
              <a:off x="10010508" y="4611052"/>
              <a:ext cx="28575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10010508" y="4753927"/>
              <a:ext cx="28575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0010508" y="4896802"/>
              <a:ext cx="285750" cy="0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ICN-029 ~ ICN-036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(2/8)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ICN-029</a:t>
            </a:r>
          </a:p>
        </p:txBody>
      </p:sp>
      <p:grpSp>
        <p:nvGrpSpPr>
          <p:cNvPr id="11" name="asset:ICN-029"/>
          <p:cNvGrpSpPr/>
          <p:nvPr/>
        </p:nvGrpSpPr>
        <p:grpSpPr>
          <a:xfrm>
            <a:off x="685800" y="1834515"/>
            <a:ext cx="2705023" cy="1347597"/>
            <a:chOff x="685800" y="1834515"/>
            <a:chExt cx="2705023" cy="1347597"/>
          </a:xfrm>
        </p:grpSpPr>
        <p:sp>
          <p:nvSpPr>
            <p:cNvPr id="6" name="Folded Corner 5"/>
            <p:cNvSpPr/>
            <p:nvPr/>
          </p:nvSpPr>
          <p:spPr>
            <a:xfrm>
              <a:off x="1800186" y="1834515"/>
              <a:ext cx="476250" cy="857250"/>
            </a:xfrm>
            <a:prstGeom prst="foldedCorner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895436" y="2096452"/>
              <a:ext cx="285750" cy="0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1895436" y="2239327"/>
              <a:ext cx="285750" cy="0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1895436" y="2382202"/>
              <a:ext cx="285750" cy="0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ICN-030</a:t>
            </a:r>
          </a:p>
        </p:txBody>
      </p:sp>
      <p:grpSp>
        <p:nvGrpSpPr>
          <p:cNvPr id="18" name="asset:ICN-030"/>
          <p:cNvGrpSpPr/>
          <p:nvPr/>
        </p:nvGrpSpPr>
        <p:grpSpPr>
          <a:xfrm>
            <a:off x="3390823" y="1834515"/>
            <a:ext cx="2705023" cy="1347597"/>
            <a:chOff x="3390823" y="1834515"/>
            <a:chExt cx="2705023" cy="1347597"/>
          </a:xfrm>
        </p:grpSpPr>
        <p:sp>
          <p:nvSpPr>
            <p:cNvPr id="13" name="Folded Corner 12"/>
            <p:cNvSpPr/>
            <p:nvPr/>
          </p:nvSpPr>
          <p:spPr>
            <a:xfrm>
              <a:off x="4505210" y="1834515"/>
              <a:ext cx="476250" cy="857250"/>
            </a:xfrm>
            <a:prstGeom prst="foldedCorner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600460" y="2096452"/>
              <a:ext cx="285750" cy="0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600460" y="2239327"/>
              <a:ext cx="285750" cy="0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600460" y="2382202"/>
              <a:ext cx="285750" cy="0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파일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ICN-031</a:t>
            </a:r>
          </a:p>
        </p:txBody>
      </p:sp>
      <p:grpSp>
        <p:nvGrpSpPr>
          <p:cNvPr id="23" name="asset:ICN-031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20" name="Oval 19"/>
            <p:cNvSpPr/>
            <p:nvPr/>
          </p:nvSpPr>
          <p:spPr>
            <a:xfrm>
              <a:off x="7114984" y="1929765"/>
              <a:ext cx="666750" cy="66675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Pie 20"/>
            <p:cNvSpPr/>
            <p:nvPr/>
          </p:nvSpPr>
          <p:spPr>
            <a:xfrm>
              <a:off x="7448359" y="1953577"/>
              <a:ext cx="333375" cy="309562"/>
            </a:xfrm>
            <a:prstGeom prst="pi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파이차트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ICN-032</a:t>
            </a:r>
          </a:p>
        </p:txBody>
      </p:sp>
      <p:grpSp>
        <p:nvGrpSpPr>
          <p:cNvPr id="28" name="asset:ICN-032"/>
          <p:cNvGrpSpPr/>
          <p:nvPr/>
        </p:nvGrpSpPr>
        <p:grpSpPr>
          <a:xfrm>
            <a:off x="8800871" y="1929765"/>
            <a:ext cx="2705023" cy="1252347"/>
            <a:chOff x="8800871" y="1929765"/>
            <a:chExt cx="2705023" cy="1252347"/>
          </a:xfrm>
        </p:grpSpPr>
        <p:sp>
          <p:nvSpPr>
            <p:cNvPr id="25" name="Oval 24"/>
            <p:cNvSpPr/>
            <p:nvPr/>
          </p:nvSpPr>
          <p:spPr>
            <a:xfrm>
              <a:off x="9820008" y="1929765"/>
              <a:ext cx="666750" cy="66675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ie 25"/>
            <p:cNvSpPr/>
            <p:nvPr/>
          </p:nvSpPr>
          <p:spPr>
            <a:xfrm>
              <a:off x="10153383" y="1953577"/>
              <a:ext cx="333375" cy="309562"/>
            </a:xfrm>
            <a:prstGeom prst="pi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파이차트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ICN-033</a:t>
            </a:r>
          </a:p>
        </p:txBody>
      </p:sp>
      <p:grpSp>
        <p:nvGrpSpPr>
          <p:cNvPr id="33" name="asset:ICN-033"/>
          <p:cNvGrpSpPr/>
          <p:nvPr/>
        </p:nvGrpSpPr>
        <p:grpSpPr>
          <a:xfrm>
            <a:off x="685800" y="4444365"/>
            <a:ext cx="2705023" cy="1252346"/>
            <a:chOff x="685800" y="4444365"/>
            <a:chExt cx="2705023" cy="1252346"/>
          </a:xfrm>
        </p:grpSpPr>
        <p:sp>
          <p:nvSpPr>
            <p:cNvPr id="30" name="Oval 29"/>
            <p:cNvSpPr/>
            <p:nvPr/>
          </p:nvSpPr>
          <p:spPr>
            <a:xfrm>
              <a:off x="1704936" y="4444365"/>
              <a:ext cx="666750" cy="66675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ie 30"/>
            <p:cNvSpPr/>
            <p:nvPr/>
          </p:nvSpPr>
          <p:spPr>
            <a:xfrm>
              <a:off x="2038311" y="4468177"/>
              <a:ext cx="333375" cy="309562"/>
            </a:xfrm>
            <a:prstGeom prst="pi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파이차트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ICN-034</a:t>
            </a:r>
          </a:p>
        </p:txBody>
      </p:sp>
      <p:grpSp>
        <p:nvGrpSpPr>
          <p:cNvPr id="38" name="asset:ICN-034"/>
          <p:cNvGrpSpPr/>
          <p:nvPr/>
        </p:nvGrpSpPr>
        <p:grpSpPr>
          <a:xfrm>
            <a:off x="3390823" y="4444365"/>
            <a:ext cx="2705023" cy="1252346"/>
            <a:chOff x="3390823" y="4444365"/>
            <a:chExt cx="2705023" cy="1252346"/>
          </a:xfrm>
        </p:grpSpPr>
        <p:sp>
          <p:nvSpPr>
            <p:cNvPr id="35" name="Oval 34"/>
            <p:cNvSpPr/>
            <p:nvPr/>
          </p:nvSpPr>
          <p:spPr>
            <a:xfrm>
              <a:off x="4409960" y="4444365"/>
              <a:ext cx="666750" cy="66675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Pie 35"/>
            <p:cNvSpPr/>
            <p:nvPr/>
          </p:nvSpPr>
          <p:spPr>
            <a:xfrm>
              <a:off x="4743335" y="4468177"/>
              <a:ext cx="333375" cy="309562"/>
            </a:xfrm>
            <a:prstGeom prst="pi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파이차트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ICN-035</a:t>
            </a:r>
          </a:p>
        </p:txBody>
      </p:sp>
      <p:grpSp>
        <p:nvGrpSpPr>
          <p:cNvPr id="43" name="asset:ICN-035"/>
          <p:cNvGrpSpPr/>
          <p:nvPr/>
        </p:nvGrpSpPr>
        <p:grpSpPr>
          <a:xfrm>
            <a:off x="6095847" y="4444365"/>
            <a:ext cx="2705023" cy="1252346"/>
            <a:chOff x="6095847" y="4444365"/>
            <a:chExt cx="2705023" cy="1252346"/>
          </a:xfrm>
        </p:grpSpPr>
        <p:sp>
          <p:nvSpPr>
            <p:cNvPr id="40" name="Oval 39"/>
            <p:cNvSpPr/>
            <p:nvPr/>
          </p:nvSpPr>
          <p:spPr>
            <a:xfrm>
              <a:off x="7114984" y="4444365"/>
              <a:ext cx="666750" cy="66675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Pie 40"/>
            <p:cNvSpPr/>
            <p:nvPr/>
          </p:nvSpPr>
          <p:spPr>
            <a:xfrm>
              <a:off x="7448359" y="4468177"/>
              <a:ext cx="333375" cy="309562"/>
            </a:xfrm>
            <a:prstGeom prst="pi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파이차트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ICN-036</a:t>
            </a:r>
          </a:p>
        </p:txBody>
      </p:sp>
      <p:grpSp>
        <p:nvGrpSpPr>
          <p:cNvPr id="55" name="asset:ICN-036"/>
          <p:cNvGrpSpPr/>
          <p:nvPr/>
        </p:nvGrpSpPr>
        <p:grpSpPr>
          <a:xfrm>
            <a:off x="8800871" y="4396739"/>
            <a:ext cx="2705023" cy="1299972"/>
            <a:chOff x="8800871" y="4396739"/>
            <a:chExt cx="2705023" cy="1299972"/>
          </a:xfrm>
        </p:grpSpPr>
        <p:cxnSp>
          <p:nvCxnSpPr>
            <p:cNvPr id="45" name="Connector 44"/>
            <p:cNvCxnSpPr/>
            <p:nvPr/>
          </p:nvCxnSpPr>
          <p:spPr>
            <a:xfrm>
              <a:off x="9867633" y="4396739"/>
              <a:ext cx="0" cy="762001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9867633" y="5158740"/>
              <a:ext cx="690562" cy="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 flipV="1">
              <a:off x="9915258" y="4825364"/>
              <a:ext cx="190500" cy="166688"/>
            </a:xfrm>
            <a:prstGeom prst="line">
              <a:avLst/>
            </a:prstGeom>
            <a:ln w="381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10105758" y="4825364"/>
              <a:ext cx="166687" cy="95251"/>
            </a:xfrm>
            <a:prstGeom prst="line">
              <a:avLst/>
            </a:prstGeom>
            <a:ln w="381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 flipV="1">
              <a:off x="10272445" y="4563427"/>
              <a:ext cx="214313" cy="357188"/>
            </a:xfrm>
            <a:prstGeom prst="line">
              <a:avLst/>
            </a:prstGeom>
            <a:ln w="381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9879539" y="4956333"/>
              <a:ext cx="71437" cy="71437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10070039" y="4789646"/>
              <a:ext cx="71437" cy="71437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10236727" y="4884896"/>
              <a:ext cx="71437" cy="71437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10451039" y="4527708"/>
              <a:ext cx="71437" cy="71437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선그래프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ICN-037 ~ ICN-044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(3/8)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ICN-037</a:t>
            </a:r>
          </a:p>
        </p:txBody>
      </p:sp>
      <p:grpSp>
        <p:nvGrpSpPr>
          <p:cNvPr id="16" name="asset:ICN-037"/>
          <p:cNvGrpSpPr/>
          <p:nvPr/>
        </p:nvGrpSpPr>
        <p:grpSpPr>
          <a:xfrm>
            <a:off x="685800" y="1882140"/>
            <a:ext cx="2705023" cy="1299972"/>
            <a:chOff x="685800" y="1882140"/>
            <a:chExt cx="2705023" cy="1299972"/>
          </a:xfrm>
        </p:grpSpPr>
        <p:cxnSp>
          <p:nvCxnSpPr>
            <p:cNvPr id="6" name="Connector 5"/>
            <p:cNvCxnSpPr/>
            <p:nvPr/>
          </p:nvCxnSpPr>
          <p:spPr>
            <a:xfrm>
              <a:off x="1752561" y="1882140"/>
              <a:ext cx="0" cy="76200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>
              <a:off x="1752561" y="2644140"/>
              <a:ext cx="690563" cy="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1800186" y="2310765"/>
              <a:ext cx="190500" cy="166687"/>
            </a:xfrm>
            <a:prstGeom prst="line">
              <a:avLst/>
            </a:prstGeom>
            <a:ln w="3810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1990686" y="2310765"/>
              <a:ext cx="166688" cy="95250"/>
            </a:xfrm>
            <a:prstGeom prst="line">
              <a:avLst/>
            </a:prstGeom>
            <a:ln w="3810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V="1">
              <a:off x="2157374" y="2048827"/>
              <a:ext cx="214312" cy="357188"/>
            </a:xfrm>
            <a:prstGeom prst="line">
              <a:avLst/>
            </a:prstGeom>
            <a:ln w="3810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1764468" y="2441733"/>
              <a:ext cx="71437" cy="71437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954968" y="2275046"/>
              <a:ext cx="71437" cy="71437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121655" y="2370296"/>
              <a:ext cx="71437" cy="71437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335968" y="2013108"/>
              <a:ext cx="71437" cy="71437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선그래프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ICN-038</a:t>
            </a:r>
          </a:p>
        </p:txBody>
      </p:sp>
      <p:grpSp>
        <p:nvGrpSpPr>
          <p:cNvPr id="28" name="asset:ICN-038"/>
          <p:cNvGrpSpPr/>
          <p:nvPr/>
        </p:nvGrpSpPr>
        <p:grpSpPr>
          <a:xfrm>
            <a:off x="3390823" y="1882140"/>
            <a:ext cx="2705023" cy="1299972"/>
            <a:chOff x="3390823" y="1882140"/>
            <a:chExt cx="2705023" cy="1299972"/>
          </a:xfrm>
        </p:grpSpPr>
        <p:cxnSp>
          <p:nvCxnSpPr>
            <p:cNvPr id="18" name="Connector 17"/>
            <p:cNvCxnSpPr/>
            <p:nvPr/>
          </p:nvCxnSpPr>
          <p:spPr>
            <a:xfrm>
              <a:off x="4457585" y="1882140"/>
              <a:ext cx="0" cy="76200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57585" y="2644140"/>
              <a:ext cx="690563" cy="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4505210" y="2310765"/>
              <a:ext cx="190500" cy="166687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695710" y="2310765"/>
              <a:ext cx="166688" cy="9525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V="1">
              <a:off x="4862398" y="2048827"/>
              <a:ext cx="214312" cy="357188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4469491" y="2441733"/>
              <a:ext cx="71437" cy="71437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4659991" y="2275046"/>
              <a:ext cx="71437" cy="71437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826679" y="2370296"/>
              <a:ext cx="71437" cy="71437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040991" y="2013108"/>
              <a:ext cx="71437" cy="71437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선그래프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ICN-039</a:t>
            </a:r>
          </a:p>
        </p:txBody>
      </p:sp>
      <p:grpSp>
        <p:nvGrpSpPr>
          <p:cNvPr id="40" name="asset:ICN-039"/>
          <p:cNvGrpSpPr/>
          <p:nvPr/>
        </p:nvGrpSpPr>
        <p:grpSpPr>
          <a:xfrm>
            <a:off x="6095847" y="1882140"/>
            <a:ext cx="2705023" cy="1299972"/>
            <a:chOff x="6095847" y="1882140"/>
            <a:chExt cx="2705023" cy="1299972"/>
          </a:xfrm>
        </p:grpSpPr>
        <p:cxnSp>
          <p:nvCxnSpPr>
            <p:cNvPr id="30" name="Connector 29"/>
            <p:cNvCxnSpPr/>
            <p:nvPr/>
          </p:nvCxnSpPr>
          <p:spPr>
            <a:xfrm>
              <a:off x="7162609" y="1882140"/>
              <a:ext cx="0" cy="76200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7162609" y="2644140"/>
              <a:ext cx="690563" cy="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7210234" y="2310765"/>
              <a:ext cx="190500" cy="166687"/>
            </a:xfrm>
            <a:prstGeom prst="line">
              <a:avLst/>
            </a:prstGeom>
            <a:ln w="3810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7400734" y="2310765"/>
              <a:ext cx="166688" cy="95250"/>
            </a:xfrm>
            <a:prstGeom prst="line">
              <a:avLst/>
            </a:prstGeom>
            <a:ln w="3810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 flipV="1">
              <a:off x="7567422" y="2048827"/>
              <a:ext cx="214312" cy="357188"/>
            </a:xfrm>
            <a:prstGeom prst="line">
              <a:avLst/>
            </a:prstGeom>
            <a:ln w="3810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7174515" y="2441733"/>
              <a:ext cx="71437" cy="71437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7365015" y="2275046"/>
              <a:ext cx="71437" cy="71437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7531703" y="2370296"/>
              <a:ext cx="71437" cy="71437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746015" y="2013108"/>
              <a:ext cx="71437" cy="71437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선그래프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ICN-040</a:t>
            </a:r>
          </a:p>
        </p:txBody>
      </p:sp>
      <p:grpSp>
        <p:nvGrpSpPr>
          <p:cNvPr id="52" name="asset:ICN-040"/>
          <p:cNvGrpSpPr/>
          <p:nvPr/>
        </p:nvGrpSpPr>
        <p:grpSpPr>
          <a:xfrm>
            <a:off x="8800871" y="1882140"/>
            <a:ext cx="2705023" cy="1299972"/>
            <a:chOff x="8800871" y="1882140"/>
            <a:chExt cx="2705023" cy="1299972"/>
          </a:xfrm>
        </p:grpSpPr>
        <p:cxnSp>
          <p:nvCxnSpPr>
            <p:cNvPr id="42" name="Connector 41"/>
            <p:cNvCxnSpPr/>
            <p:nvPr/>
          </p:nvCxnSpPr>
          <p:spPr>
            <a:xfrm>
              <a:off x="9867633" y="1882140"/>
              <a:ext cx="0" cy="76200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9867633" y="2644140"/>
              <a:ext cx="690562" cy="0"/>
            </a:xfrm>
            <a:prstGeom prst="line">
              <a:avLst/>
            </a:prstGeom>
            <a:ln w="31750">
              <a:solidFill>
                <a:srgbClr val="1F38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 flipV="1">
              <a:off x="9915258" y="2310765"/>
              <a:ext cx="190500" cy="166687"/>
            </a:xfrm>
            <a:prstGeom prst="line">
              <a:avLst/>
            </a:prstGeom>
            <a:ln w="381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10105758" y="2310765"/>
              <a:ext cx="166687" cy="95250"/>
            </a:xfrm>
            <a:prstGeom prst="line">
              <a:avLst/>
            </a:prstGeom>
            <a:ln w="381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V="1">
              <a:off x="10272445" y="2048827"/>
              <a:ext cx="214313" cy="357188"/>
            </a:xfrm>
            <a:prstGeom prst="line">
              <a:avLst/>
            </a:prstGeom>
            <a:ln w="381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/>
            <p:cNvSpPr/>
            <p:nvPr/>
          </p:nvSpPr>
          <p:spPr>
            <a:xfrm>
              <a:off x="9879539" y="2441733"/>
              <a:ext cx="71437" cy="71437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Oval 47"/>
            <p:cNvSpPr/>
            <p:nvPr/>
          </p:nvSpPr>
          <p:spPr>
            <a:xfrm>
              <a:off x="10070039" y="2275046"/>
              <a:ext cx="71437" cy="71437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10236727" y="2370296"/>
              <a:ext cx="71437" cy="71437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0451039" y="2013108"/>
              <a:ext cx="71437" cy="71437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선그래프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ICN-041</a:t>
            </a:r>
          </a:p>
        </p:txBody>
      </p:sp>
      <p:grpSp>
        <p:nvGrpSpPr>
          <p:cNvPr id="59" name="asset:ICN-041"/>
          <p:cNvGrpSpPr/>
          <p:nvPr/>
        </p:nvGrpSpPr>
        <p:grpSpPr>
          <a:xfrm>
            <a:off x="685800" y="4468177"/>
            <a:ext cx="2705023" cy="1228534"/>
            <a:chOff x="685800" y="4468177"/>
            <a:chExt cx="2705023" cy="1228534"/>
          </a:xfrm>
        </p:grpSpPr>
        <p:sp>
          <p:nvSpPr>
            <p:cNvPr id="54" name="Rectangle 53"/>
            <p:cNvSpPr/>
            <p:nvPr/>
          </p:nvSpPr>
          <p:spPr>
            <a:xfrm>
              <a:off x="1728749" y="4468177"/>
              <a:ext cx="142875" cy="23812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919249" y="4611052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109749" y="47301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Down Arrow 56"/>
            <p:cNvSpPr/>
            <p:nvPr/>
          </p:nvSpPr>
          <p:spPr>
            <a:xfrm>
              <a:off x="2252624" y="4468177"/>
              <a:ext cx="190499" cy="666750"/>
            </a:xfrm>
            <a:prstGeom prst="down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감소</a:t>
              </a: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ICN-042</a:t>
            </a:r>
          </a:p>
        </p:txBody>
      </p:sp>
      <p:grpSp>
        <p:nvGrpSpPr>
          <p:cNvPr id="66" name="asset:ICN-042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61" name="Rectangle 60"/>
            <p:cNvSpPr/>
            <p:nvPr/>
          </p:nvSpPr>
          <p:spPr>
            <a:xfrm>
              <a:off x="4433773" y="4468177"/>
              <a:ext cx="142875" cy="23812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624273" y="4611052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814773" y="47301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own Arrow 63"/>
            <p:cNvSpPr/>
            <p:nvPr/>
          </p:nvSpPr>
          <p:spPr>
            <a:xfrm>
              <a:off x="4957648" y="4468177"/>
              <a:ext cx="190499" cy="666750"/>
            </a:xfrm>
            <a:prstGeom prst="down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감소</a:t>
              </a: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ICN-043</a:t>
            </a:r>
          </a:p>
        </p:txBody>
      </p:sp>
      <p:grpSp>
        <p:nvGrpSpPr>
          <p:cNvPr id="73" name="asset:ICN-043"/>
          <p:cNvGrpSpPr/>
          <p:nvPr/>
        </p:nvGrpSpPr>
        <p:grpSpPr>
          <a:xfrm>
            <a:off x="6095847" y="4468177"/>
            <a:ext cx="2705023" cy="1228534"/>
            <a:chOff x="6095847" y="4468177"/>
            <a:chExt cx="2705023" cy="1228534"/>
          </a:xfrm>
        </p:grpSpPr>
        <p:sp>
          <p:nvSpPr>
            <p:cNvPr id="68" name="Rectangle 67"/>
            <p:cNvSpPr/>
            <p:nvPr/>
          </p:nvSpPr>
          <p:spPr>
            <a:xfrm>
              <a:off x="7138797" y="4468177"/>
              <a:ext cx="142875" cy="23812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329297" y="4611052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519796" y="47301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Down Arrow 70"/>
            <p:cNvSpPr/>
            <p:nvPr/>
          </p:nvSpPr>
          <p:spPr>
            <a:xfrm>
              <a:off x="7662671" y="4468177"/>
              <a:ext cx="190499" cy="666750"/>
            </a:xfrm>
            <a:prstGeom prst="down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감소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ICN-044</a:t>
            </a:r>
          </a:p>
        </p:txBody>
      </p:sp>
      <p:grpSp>
        <p:nvGrpSpPr>
          <p:cNvPr id="80" name="asset:ICN-044"/>
          <p:cNvGrpSpPr/>
          <p:nvPr/>
        </p:nvGrpSpPr>
        <p:grpSpPr>
          <a:xfrm>
            <a:off x="8800871" y="4468177"/>
            <a:ext cx="2705023" cy="1228534"/>
            <a:chOff x="8800871" y="4468177"/>
            <a:chExt cx="2705023" cy="1228534"/>
          </a:xfrm>
        </p:grpSpPr>
        <p:sp>
          <p:nvSpPr>
            <p:cNvPr id="75" name="Rectangle 74"/>
            <p:cNvSpPr/>
            <p:nvPr/>
          </p:nvSpPr>
          <p:spPr>
            <a:xfrm>
              <a:off x="9843820" y="4468177"/>
              <a:ext cx="142875" cy="23812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034320" y="4611052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0224820" y="47301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own Arrow 77"/>
            <p:cNvSpPr/>
            <p:nvPr/>
          </p:nvSpPr>
          <p:spPr>
            <a:xfrm>
              <a:off x="10367695" y="4468177"/>
              <a:ext cx="190499" cy="666750"/>
            </a:xfrm>
            <a:prstGeom prst="down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감소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ICN-045 ~ ICN-052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(4/8)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ICN-045</a:t>
            </a:r>
          </a:p>
        </p:txBody>
      </p:sp>
      <p:grpSp>
        <p:nvGrpSpPr>
          <p:cNvPr id="11" name="asset:ICN-045"/>
          <p:cNvGrpSpPr/>
          <p:nvPr/>
        </p:nvGrpSpPr>
        <p:grpSpPr>
          <a:xfrm>
            <a:off x="685800" y="1953577"/>
            <a:ext cx="2705023" cy="1228535"/>
            <a:chOff x="685800" y="1953577"/>
            <a:chExt cx="2705023" cy="1228535"/>
          </a:xfrm>
        </p:grpSpPr>
        <p:sp>
          <p:nvSpPr>
            <p:cNvPr id="6" name="Rectangle 5"/>
            <p:cNvSpPr/>
            <p:nvPr/>
          </p:nvSpPr>
          <p:spPr>
            <a:xfrm>
              <a:off x="1728749" y="1953577"/>
              <a:ext cx="142875" cy="238125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19249" y="2096452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109749" y="2215515"/>
              <a:ext cx="142875" cy="238125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own Arrow 8"/>
            <p:cNvSpPr/>
            <p:nvPr/>
          </p:nvSpPr>
          <p:spPr>
            <a:xfrm>
              <a:off x="2252624" y="1953577"/>
              <a:ext cx="190499" cy="666750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감소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ICN-046</a:t>
            </a:r>
          </a:p>
        </p:txBody>
      </p:sp>
      <p:grpSp>
        <p:nvGrpSpPr>
          <p:cNvPr id="24" name="asset:ICN-046"/>
          <p:cNvGrpSpPr/>
          <p:nvPr/>
        </p:nvGrpSpPr>
        <p:grpSpPr>
          <a:xfrm>
            <a:off x="3390823" y="1953577"/>
            <a:ext cx="2705023" cy="1228535"/>
            <a:chOff x="3390823" y="1953577"/>
            <a:chExt cx="2705023" cy="1228535"/>
          </a:xfrm>
        </p:grpSpPr>
        <p:sp>
          <p:nvSpPr>
            <p:cNvPr id="13" name="Rectangle 12"/>
            <p:cNvSpPr/>
            <p:nvPr/>
          </p:nvSpPr>
          <p:spPr>
            <a:xfrm>
              <a:off x="4409960" y="1953577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48085" y="1989296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409960" y="2215515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648085" y="2251233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09960" y="2477452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48085" y="2513171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445679" y="2048827"/>
              <a:ext cx="47625" cy="47625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V="1">
              <a:off x="4493304" y="1989296"/>
              <a:ext cx="59531" cy="107156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445679" y="2310765"/>
              <a:ext cx="47625" cy="47625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V="1">
              <a:off x="4493304" y="2251233"/>
              <a:ext cx="59531" cy="107157"/>
            </a:xfrm>
            <a:prstGeom prst="line">
              <a:avLst/>
            </a:prstGeom>
            <a:ln w="3175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체크리스트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ICN-047</a:t>
            </a:r>
          </a:p>
        </p:txBody>
      </p:sp>
      <p:grpSp>
        <p:nvGrpSpPr>
          <p:cNvPr id="37" name="asset:ICN-047"/>
          <p:cNvGrpSpPr/>
          <p:nvPr/>
        </p:nvGrpSpPr>
        <p:grpSpPr>
          <a:xfrm>
            <a:off x="6095847" y="1953577"/>
            <a:ext cx="2705023" cy="1228535"/>
            <a:chOff x="6095847" y="1953577"/>
            <a:chExt cx="2705023" cy="1228535"/>
          </a:xfrm>
        </p:grpSpPr>
        <p:sp>
          <p:nvSpPr>
            <p:cNvPr id="26" name="Rectangle 25"/>
            <p:cNvSpPr/>
            <p:nvPr/>
          </p:nvSpPr>
          <p:spPr>
            <a:xfrm>
              <a:off x="7114984" y="1953577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353109" y="1989296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14984" y="2215515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353109" y="2251233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114984" y="2477452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353109" y="2513171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7150703" y="2048827"/>
              <a:ext cx="47625" cy="47625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V="1">
              <a:off x="7198328" y="1989296"/>
              <a:ext cx="59531" cy="107156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7150703" y="2310765"/>
              <a:ext cx="47625" cy="47625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 flipV="1">
              <a:off x="7198328" y="2251233"/>
              <a:ext cx="59531" cy="107157"/>
            </a:xfrm>
            <a:prstGeom prst="line">
              <a:avLst/>
            </a:prstGeom>
            <a:ln w="3175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체크리스트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ICN-048</a:t>
            </a:r>
          </a:p>
        </p:txBody>
      </p:sp>
      <p:grpSp>
        <p:nvGrpSpPr>
          <p:cNvPr id="50" name="asset:ICN-048"/>
          <p:cNvGrpSpPr/>
          <p:nvPr/>
        </p:nvGrpSpPr>
        <p:grpSpPr>
          <a:xfrm>
            <a:off x="8800871" y="1953577"/>
            <a:ext cx="2705023" cy="1228535"/>
            <a:chOff x="8800871" y="1953577"/>
            <a:chExt cx="2705023" cy="1228535"/>
          </a:xfrm>
        </p:grpSpPr>
        <p:sp>
          <p:nvSpPr>
            <p:cNvPr id="39" name="Rectangle 38"/>
            <p:cNvSpPr/>
            <p:nvPr/>
          </p:nvSpPr>
          <p:spPr>
            <a:xfrm>
              <a:off x="9820008" y="1953577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058133" y="1989296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820008" y="2215515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58133" y="2251233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820008" y="2477452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058133" y="2513171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9855727" y="2048827"/>
              <a:ext cx="47625" cy="47625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V="1">
              <a:off x="9903352" y="1989296"/>
              <a:ext cx="59531" cy="107156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9855727" y="2310765"/>
              <a:ext cx="47625" cy="47625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 flipV="1">
              <a:off x="9903352" y="2251233"/>
              <a:ext cx="59531" cy="107157"/>
            </a:xfrm>
            <a:prstGeom prst="line">
              <a:avLst/>
            </a:prstGeom>
            <a:ln w="3175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체크리스트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ICN-049</a:t>
            </a:r>
          </a:p>
        </p:txBody>
      </p:sp>
      <p:grpSp>
        <p:nvGrpSpPr>
          <p:cNvPr id="63" name="asset:ICN-049"/>
          <p:cNvGrpSpPr/>
          <p:nvPr/>
        </p:nvGrpSpPr>
        <p:grpSpPr>
          <a:xfrm>
            <a:off x="685800" y="4468177"/>
            <a:ext cx="2705023" cy="1228534"/>
            <a:chOff x="685800" y="4468177"/>
            <a:chExt cx="2705023" cy="1228534"/>
          </a:xfrm>
        </p:grpSpPr>
        <p:sp>
          <p:nvSpPr>
            <p:cNvPr id="52" name="Rectangle 51"/>
            <p:cNvSpPr/>
            <p:nvPr/>
          </p:nvSpPr>
          <p:spPr>
            <a:xfrm>
              <a:off x="1704936" y="4468177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43061" y="4503896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704936" y="4730115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943061" y="4765833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704936" y="4992052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943061" y="5027771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1740655" y="4563427"/>
              <a:ext cx="47625" cy="47625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V="1">
              <a:off x="1788280" y="4503896"/>
              <a:ext cx="59531" cy="107156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740655" y="4825364"/>
              <a:ext cx="47625" cy="47626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 flipV="1">
              <a:off x="1788280" y="4765833"/>
              <a:ext cx="59531" cy="107157"/>
            </a:xfrm>
            <a:prstGeom prst="line">
              <a:avLst/>
            </a:prstGeom>
            <a:ln w="3175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체크리스트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ICN-050</a:t>
            </a:r>
          </a:p>
        </p:txBody>
      </p:sp>
      <p:grpSp>
        <p:nvGrpSpPr>
          <p:cNvPr id="76" name="asset:ICN-050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65" name="Rectangle 64"/>
            <p:cNvSpPr/>
            <p:nvPr/>
          </p:nvSpPr>
          <p:spPr>
            <a:xfrm>
              <a:off x="4409960" y="4468177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648085" y="4503896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409960" y="4730115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648085" y="4765833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409960" y="4992052"/>
              <a:ext cx="166687" cy="166687"/>
            </a:xfrm>
            <a:prstGeom prst="rect">
              <a:avLst/>
            </a:prstGeom>
            <a:solidFill>
              <a:srgbClr val="FFFFFF"/>
            </a:solidFill>
            <a:ln w="2286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648085" y="5027771"/>
              <a:ext cx="428625" cy="95249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4445679" y="4563427"/>
              <a:ext cx="47625" cy="47625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 flipV="1">
              <a:off x="4493304" y="4503896"/>
              <a:ext cx="59531" cy="107156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4445679" y="4825364"/>
              <a:ext cx="47625" cy="47626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V="1">
              <a:off x="4493304" y="4765833"/>
              <a:ext cx="59531" cy="107157"/>
            </a:xfrm>
            <a:prstGeom prst="line">
              <a:avLst/>
            </a:prstGeom>
            <a:ln w="3175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체크리스트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ICN-051</a:t>
            </a:r>
          </a:p>
        </p:txBody>
      </p:sp>
      <p:grpSp>
        <p:nvGrpSpPr>
          <p:cNvPr id="82" name="asset:ICN-051"/>
          <p:cNvGrpSpPr/>
          <p:nvPr/>
        </p:nvGrpSpPr>
        <p:grpSpPr>
          <a:xfrm>
            <a:off x="6095847" y="4444365"/>
            <a:ext cx="2705023" cy="1252346"/>
            <a:chOff x="6095847" y="4444365"/>
            <a:chExt cx="2705023" cy="1252346"/>
          </a:xfrm>
        </p:grpSpPr>
        <p:sp>
          <p:nvSpPr>
            <p:cNvPr id="78" name="Oval 77"/>
            <p:cNvSpPr/>
            <p:nvPr/>
          </p:nvSpPr>
          <p:spPr>
            <a:xfrm>
              <a:off x="7114984" y="4444365"/>
              <a:ext cx="666750" cy="6667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7293578" y="4622958"/>
              <a:ext cx="309562" cy="309563"/>
            </a:xfrm>
            <a:prstGeom prst="line">
              <a:avLst/>
            </a:prstGeom>
            <a:ln w="635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 flipH="1">
              <a:off x="7293578" y="4622958"/>
              <a:ext cx="309562" cy="309563"/>
            </a:xfrm>
            <a:prstGeom prst="line">
              <a:avLst/>
            </a:prstGeom>
            <a:ln w="63500">
              <a:solidFill>
                <a:srgbClr val="29AB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취소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ICN-052</a:t>
            </a:r>
          </a:p>
        </p:txBody>
      </p:sp>
      <p:grpSp>
        <p:nvGrpSpPr>
          <p:cNvPr id="88" name="asset:ICN-052"/>
          <p:cNvGrpSpPr/>
          <p:nvPr/>
        </p:nvGrpSpPr>
        <p:grpSpPr>
          <a:xfrm>
            <a:off x="8800871" y="4444365"/>
            <a:ext cx="2705023" cy="1252346"/>
            <a:chOff x="8800871" y="4444365"/>
            <a:chExt cx="2705023" cy="1252346"/>
          </a:xfrm>
        </p:grpSpPr>
        <p:sp>
          <p:nvSpPr>
            <p:cNvPr id="84" name="Oval 83"/>
            <p:cNvSpPr/>
            <p:nvPr/>
          </p:nvSpPr>
          <p:spPr>
            <a:xfrm>
              <a:off x="9820008" y="4444365"/>
              <a:ext cx="666750" cy="6667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5" name="Connector 84"/>
            <p:cNvCxnSpPr/>
            <p:nvPr/>
          </p:nvCxnSpPr>
          <p:spPr>
            <a:xfrm>
              <a:off x="9998602" y="4622958"/>
              <a:ext cx="309562" cy="309563"/>
            </a:xfrm>
            <a:prstGeom prst="line">
              <a:avLst/>
            </a:prstGeom>
            <a:ln w="6350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 flipH="1">
              <a:off x="9998602" y="4622958"/>
              <a:ext cx="309562" cy="309563"/>
            </a:xfrm>
            <a:prstGeom prst="line">
              <a:avLst/>
            </a:prstGeom>
            <a:ln w="63500">
              <a:solidFill>
                <a:srgbClr val="1F9E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취소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ICN-053 ~ ICN-060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(5/8)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ICN-053</a:t>
            </a:r>
          </a:p>
        </p:txBody>
      </p:sp>
      <p:grpSp>
        <p:nvGrpSpPr>
          <p:cNvPr id="10" name="asset:ICN-053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Oval 5"/>
            <p:cNvSpPr/>
            <p:nvPr/>
          </p:nvSpPr>
          <p:spPr>
            <a:xfrm>
              <a:off x="1704936" y="1929765"/>
              <a:ext cx="666750" cy="6667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1883530" y="2108358"/>
              <a:ext cx="309563" cy="309563"/>
            </a:xfrm>
            <a:prstGeom prst="line">
              <a:avLst/>
            </a:prstGeom>
            <a:ln w="635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>
              <a:off x="1883530" y="2108358"/>
              <a:ext cx="309563" cy="309563"/>
            </a:xfrm>
            <a:prstGeom prst="line">
              <a:avLst/>
            </a:prstGeom>
            <a:ln w="635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취소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ICN-054</a:t>
            </a:r>
          </a:p>
        </p:txBody>
      </p:sp>
      <p:grpSp>
        <p:nvGrpSpPr>
          <p:cNvPr id="16" name="asset:ICN-054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2" name="Oval 11"/>
            <p:cNvSpPr/>
            <p:nvPr/>
          </p:nvSpPr>
          <p:spPr>
            <a:xfrm>
              <a:off x="4409960" y="1929765"/>
              <a:ext cx="666750" cy="6667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588554" y="2108358"/>
              <a:ext cx="309562" cy="309563"/>
            </a:xfrm>
            <a:prstGeom prst="line">
              <a:avLst/>
            </a:prstGeom>
            <a:ln w="6350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4588554" y="2108358"/>
              <a:ext cx="309562" cy="309563"/>
            </a:xfrm>
            <a:prstGeom prst="line">
              <a:avLst/>
            </a:prstGeom>
            <a:ln w="63500">
              <a:solidFill>
                <a:srgbClr val="7B2D8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취소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ICN-055</a:t>
            </a:r>
          </a:p>
        </p:txBody>
      </p:sp>
      <p:grpSp>
        <p:nvGrpSpPr>
          <p:cNvPr id="22" name="asset:ICN-055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18" name="Oval 17"/>
            <p:cNvSpPr/>
            <p:nvPr/>
          </p:nvSpPr>
          <p:spPr>
            <a:xfrm>
              <a:off x="7114984" y="1929765"/>
              <a:ext cx="666750" cy="66675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293578" y="2108358"/>
              <a:ext cx="309562" cy="309563"/>
            </a:xfrm>
            <a:prstGeom prst="line">
              <a:avLst/>
            </a:prstGeom>
            <a:ln w="635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H="1">
              <a:off x="7293578" y="2108358"/>
              <a:ext cx="309562" cy="309563"/>
            </a:xfrm>
            <a:prstGeom prst="line">
              <a:avLst/>
            </a:prstGeom>
            <a:ln w="63500">
              <a:solidFill>
                <a:srgbClr val="2A4A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취소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ICN-056</a:t>
            </a:r>
          </a:p>
        </p:txBody>
      </p:sp>
      <p:grpSp>
        <p:nvGrpSpPr>
          <p:cNvPr id="28" name="asset:ICN-056"/>
          <p:cNvGrpSpPr/>
          <p:nvPr/>
        </p:nvGrpSpPr>
        <p:grpSpPr>
          <a:xfrm>
            <a:off x="8800871" y="1882140"/>
            <a:ext cx="2705023" cy="1299972"/>
            <a:chOff x="8800871" y="1882140"/>
            <a:chExt cx="2705023" cy="1299972"/>
          </a:xfrm>
        </p:grpSpPr>
        <p:sp>
          <p:nvSpPr>
            <p:cNvPr id="24" name="Isosceles Triangle 23"/>
            <p:cNvSpPr/>
            <p:nvPr/>
          </p:nvSpPr>
          <p:spPr>
            <a:xfrm>
              <a:off x="9748570" y="1882140"/>
              <a:ext cx="809625" cy="738187"/>
            </a:xfrm>
            <a:prstGeom prst="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0117664" y="2120265"/>
              <a:ext cx="71437" cy="2619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10117664" y="2429827"/>
              <a:ext cx="71437" cy="714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경고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ICN-057</a:t>
            </a:r>
          </a:p>
        </p:txBody>
      </p:sp>
      <p:grpSp>
        <p:nvGrpSpPr>
          <p:cNvPr id="34" name="asset:ICN-057"/>
          <p:cNvGrpSpPr/>
          <p:nvPr/>
        </p:nvGrpSpPr>
        <p:grpSpPr>
          <a:xfrm>
            <a:off x="685800" y="4396739"/>
            <a:ext cx="2705023" cy="1299972"/>
            <a:chOff x="685800" y="4396739"/>
            <a:chExt cx="2705023" cy="1299972"/>
          </a:xfrm>
        </p:grpSpPr>
        <p:sp>
          <p:nvSpPr>
            <p:cNvPr id="30" name="Isosceles Triangle 29"/>
            <p:cNvSpPr/>
            <p:nvPr/>
          </p:nvSpPr>
          <p:spPr>
            <a:xfrm>
              <a:off x="1633499" y="4396739"/>
              <a:ext cx="809625" cy="738187"/>
            </a:xfrm>
            <a:prstGeom prst="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002593" y="4634865"/>
              <a:ext cx="71437" cy="2619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2002593" y="4944427"/>
              <a:ext cx="71437" cy="714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경고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ICN-058</a:t>
            </a:r>
          </a:p>
        </p:txBody>
      </p:sp>
      <p:grpSp>
        <p:nvGrpSpPr>
          <p:cNvPr id="40" name="asset:ICN-058"/>
          <p:cNvGrpSpPr/>
          <p:nvPr/>
        </p:nvGrpSpPr>
        <p:grpSpPr>
          <a:xfrm>
            <a:off x="3390823" y="4396739"/>
            <a:ext cx="2705023" cy="1299972"/>
            <a:chOff x="3390823" y="4396739"/>
            <a:chExt cx="2705023" cy="1299972"/>
          </a:xfrm>
        </p:grpSpPr>
        <p:sp>
          <p:nvSpPr>
            <p:cNvPr id="36" name="Isosceles Triangle 35"/>
            <p:cNvSpPr/>
            <p:nvPr/>
          </p:nvSpPr>
          <p:spPr>
            <a:xfrm>
              <a:off x="4338523" y="4396739"/>
              <a:ext cx="809625" cy="738187"/>
            </a:xfrm>
            <a:prstGeom prst="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707616" y="4634865"/>
              <a:ext cx="71437" cy="2619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4707616" y="4944427"/>
              <a:ext cx="71437" cy="714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경고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ICN-059</a:t>
            </a:r>
          </a:p>
        </p:txBody>
      </p:sp>
      <p:grpSp>
        <p:nvGrpSpPr>
          <p:cNvPr id="46" name="asset:ICN-059"/>
          <p:cNvGrpSpPr/>
          <p:nvPr/>
        </p:nvGrpSpPr>
        <p:grpSpPr>
          <a:xfrm>
            <a:off x="6095847" y="4396739"/>
            <a:ext cx="2705023" cy="1299972"/>
            <a:chOff x="6095847" y="4396739"/>
            <a:chExt cx="2705023" cy="1299972"/>
          </a:xfrm>
        </p:grpSpPr>
        <p:sp>
          <p:nvSpPr>
            <p:cNvPr id="42" name="Isosceles Triangle 41"/>
            <p:cNvSpPr/>
            <p:nvPr/>
          </p:nvSpPr>
          <p:spPr>
            <a:xfrm>
              <a:off x="7043547" y="4396739"/>
              <a:ext cx="809625" cy="738187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12640" y="4634865"/>
              <a:ext cx="71437" cy="2619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7412640" y="4944427"/>
              <a:ext cx="71437" cy="714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경고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ICN-060</a:t>
            </a:r>
          </a:p>
        </p:txBody>
      </p:sp>
      <p:grpSp>
        <p:nvGrpSpPr>
          <p:cNvPr id="52" name="asset:ICN-060"/>
          <p:cNvGrpSpPr/>
          <p:nvPr/>
        </p:nvGrpSpPr>
        <p:grpSpPr>
          <a:xfrm>
            <a:off x="8800871" y="4396739"/>
            <a:ext cx="2705023" cy="1299972"/>
            <a:chOff x="8800871" y="4396739"/>
            <a:chExt cx="2705023" cy="1299972"/>
          </a:xfrm>
        </p:grpSpPr>
        <p:sp>
          <p:nvSpPr>
            <p:cNvPr id="48" name="Isosceles Triangle 47"/>
            <p:cNvSpPr/>
            <p:nvPr/>
          </p:nvSpPr>
          <p:spPr>
            <a:xfrm>
              <a:off x="9748570" y="4396739"/>
              <a:ext cx="809625" cy="738187"/>
            </a:xfrm>
            <a:prstGeom prst="triangl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117664" y="4634865"/>
              <a:ext cx="71437" cy="2619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10117664" y="4944427"/>
              <a:ext cx="71437" cy="714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경고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ICN-061 ~ ICN-068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(6/8)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ICN-061</a:t>
            </a:r>
          </a:p>
        </p:txBody>
      </p:sp>
      <p:grpSp>
        <p:nvGrpSpPr>
          <p:cNvPr id="8" name="asset:ICN-061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Oval 5"/>
            <p:cNvSpPr/>
            <p:nvPr/>
          </p:nvSpPr>
          <p:spPr>
            <a:xfrm>
              <a:off x="1704936" y="1929765"/>
              <a:ext cx="666750" cy="66675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ICN-062</a:t>
            </a:r>
          </a:p>
        </p:txBody>
      </p:sp>
      <p:grpSp>
        <p:nvGrpSpPr>
          <p:cNvPr id="12" name="asset:ICN-062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0" name="Oval 9"/>
            <p:cNvSpPr/>
            <p:nvPr/>
          </p:nvSpPr>
          <p:spPr>
            <a:xfrm>
              <a:off x="4409960" y="1929765"/>
              <a:ext cx="666750" cy="66675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ICN-063</a:t>
            </a:r>
          </a:p>
        </p:txBody>
      </p:sp>
      <p:grpSp>
        <p:nvGrpSpPr>
          <p:cNvPr id="16" name="asset:ICN-063"/>
          <p:cNvGrpSpPr/>
          <p:nvPr/>
        </p:nvGrpSpPr>
        <p:grpSpPr>
          <a:xfrm>
            <a:off x="6095847" y="1929765"/>
            <a:ext cx="2705023" cy="1252347"/>
            <a:chOff x="6095847" y="1929765"/>
            <a:chExt cx="2705023" cy="1252347"/>
          </a:xfrm>
        </p:grpSpPr>
        <p:sp>
          <p:nvSpPr>
            <p:cNvPr id="14" name="Oval 13"/>
            <p:cNvSpPr/>
            <p:nvPr/>
          </p:nvSpPr>
          <p:spPr>
            <a:xfrm>
              <a:off x="7114984" y="1929765"/>
              <a:ext cx="666750" cy="66675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ICN-064</a:t>
            </a:r>
          </a:p>
        </p:txBody>
      </p:sp>
      <p:grpSp>
        <p:nvGrpSpPr>
          <p:cNvPr id="20" name="asset:ICN-064"/>
          <p:cNvGrpSpPr/>
          <p:nvPr/>
        </p:nvGrpSpPr>
        <p:grpSpPr>
          <a:xfrm>
            <a:off x="8800871" y="1929765"/>
            <a:ext cx="2705023" cy="1252347"/>
            <a:chOff x="8800871" y="1929765"/>
            <a:chExt cx="2705023" cy="1252347"/>
          </a:xfrm>
        </p:grpSpPr>
        <p:sp>
          <p:nvSpPr>
            <p:cNvPr id="18" name="Oval 17"/>
            <p:cNvSpPr/>
            <p:nvPr/>
          </p:nvSpPr>
          <p:spPr>
            <a:xfrm>
              <a:off x="9820008" y="1929765"/>
              <a:ext cx="666750" cy="66675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ICN-065</a:t>
            </a:r>
          </a:p>
        </p:txBody>
      </p:sp>
      <p:grpSp>
        <p:nvGrpSpPr>
          <p:cNvPr id="24" name="asset:ICN-065"/>
          <p:cNvGrpSpPr/>
          <p:nvPr/>
        </p:nvGrpSpPr>
        <p:grpSpPr>
          <a:xfrm>
            <a:off x="685800" y="4444365"/>
            <a:ext cx="2705023" cy="1252346"/>
            <a:chOff x="685800" y="4444365"/>
            <a:chExt cx="2705023" cy="1252346"/>
          </a:xfrm>
        </p:grpSpPr>
        <p:sp>
          <p:nvSpPr>
            <p:cNvPr id="22" name="Oval 21"/>
            <p:cNvSpPr/>
            <p:nvPr/>
          </p:nvSpPr>
          <p:spPr>
            <a:xfrm>
              <a:off x="1704936" y="4444365"/>
              <a:ext cx="666750" cy="66675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i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ICN-066</a:t>
            </a:r>
          </a:p>
        </p:txBody>
      </p:sp>
      <p:grpSp>
        <p:nvGrpSpPr>
          <p:cNvPr id="28" name="asset:ICN-066"/>
          <p:cNvGrpSpPr/>
          <p:nvPr/>
        </p:nvGrpSpPr>
        <p:grpSpPr>
          <a:xfrm>
            <a:off x="3390823" y="4444365"/>
            <a:ext cx="2705023" cy="1252346"/>
            <a:chOff x="3390823" y="4444365"/>
            <a:chExt cx="2705023" cy="1252346"/>
          </a:xfrm>
        </p:grpSpPr>
        <p:sp>
          <p:nvSpPr>
            <p:cNvPr id="26" name="Oval 25"/>
            <p:cNvSpPr/>
            <p:nvPr/>
          </p:nvSpPr>
          <p:spPr>
            <a:xfrm>
              <a:off x="4409960" y="4444365"/>
              <a:ext cx="666750" cy="66675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?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문의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ICN-067</a:t>
            </a:r>
          </a:p>
        </p:txBody>
      </p:sp>
      <p:grpSp>
        <p:nvGrpSpPr>
          <p:cNvPr id="32" name="asset:ICN-067"/>
          <p:cNvGrpSpPr/>
          <p:nvPr/>
        </p:nvGrpSpPr>
        <p:grpSpPr>
          <a:xfrm>
            <a:off x="6095847" y="4444365"/>
            <a:ext cx="2705023" cy="1252346"/>
            <a:chOff x="6095847" y="4444365"/>
            <a:chExt cx="2705023" cy="1252346"/>
          </a:xfrm>
        </p:grpSpPr>
        <p:sp>
          <p:nvSpPr>
            <p:cNvPr id="30" name="Oval 29"/>
            <p:cNvSpPr/>
            <p:nvPr/>
          </p:nvSpPr>
          <p:spPr>
            <a:xfrm>
              <a:off x="7114984" y="4444365"/>
              <a:ext cx="666750" cy="66675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?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문의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ICN-068</a:t>
            </a:r>
          </a:p>
        </p:txBody>
      </p:sp>
      <p:grpSp>
        <p:nvGrpSpPr>
          <p:cNvPr id="36" name="asset:ICN-068"/>
          <p:cNvGrpSpPr/>
          <p:nvPr/>
        </p:nvGrpSpPr>
        <p:grpSpPr>
          <a:xfrm>
            <a:off x="8800871" y="4444365"/>
            <a:ext cx="2705023" cy="1252346"/>
            <a:chOff x="8800871" y="4444365"/>
            <a:chExt cx="2705023" cy="1252346"/>
          </a:xfrm>
        </p:grpSpPr>
        <p:sp>
          <p:nvSpPr>
            <p:cNvPr id="34" name="Oval 33"/>
            <p:cNvSpPr/>
            <p:nvPr/>
          </p:nvSpPr>
          <p:spPr>
            <a:xfrm>
              <a:off x="9820008" y="4444365"/>
              <a:ext cx="666750" cy="66675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?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문의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ICN-069 ~ ICN-076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(7/8)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ICN-069</a:t>
            </a:r>
          </a:p>
        </p:txBody>
      </p:sp>
      <p:grpSp>
        <p:nvGrpSpPr>
          <p:cNvPr id="8" name="asset:ICN-069"/>
          <p:cNvGrpSpPr/>
          <p:nvPr/>
        </p:nvGrpSpPr>
        <p:grpSpPr>
          <a:xfrm>
            <a:off x="685800" y="1929765"/>
            <a:ext cx="2705023" cy="1252347"/>
            <a:chOff x="685800" y="1929765"/>
            <a:chExt cx="2705023" cy="1252347"/>
          </a:xfrm>
        </p:grpSpPr>
        <p:sp>
          <p:nvSpPr>
            <p:cNvPr id="6" name="Oval 5"/>
            <p:cNvSpPr/>
            <p:nvPr/>
          </p:nvSpPr>
          <p:spPr>
            <a:xfrm>
              <a:off x="1704936" y="1929765"/>
              <a:ext cx="666750" cy="66675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문의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ICN-070</a:t>
            </a:r>
          </a:p>
        </p:txBody>
      </p:sp>
      <p:grpSp>
        <p:nvGrpSpPr>
          <p:cNvPr id="12" name="asset:ICN-070"/>
          <p:cNvGrpSpPr/>
          <p:nvPr/>
        </p:nvGrpSpPr>
        <p:grpSpPr>
          <a:xfrm>
            <a:off x="3390823" y="1929765"/>
            <a:ext cx="2705023" cy="1252347"/>
            <a:chOff x="3390823" y="1929765"/>
            <a:chExt cx="2705023" cy="1252347"/>
          </a:xfrm>
        </p:grpSpPr>
        <p:sp>
          <p:nvSpPr>
            <p:cNvPr id="10" name="Oval 9"/>
            <p:cNvSpPr/>
            <p:nvPr/>
          </p:nvSpPr>
          <p:spPr>
            <a:xfrm>
              <a:off x="4409960" y="1929765"/>
              <a:ext cx="666750" cy="66675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?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문의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ICN-071</a:t>
            </a:r>
          </a:p>
        </p:txBody>
      </p:sp>
      <p:grpSp>
        <p:nvGrpSpPr>
          <p:cNvPr id="21" name="asset:ICN-071"/>
          <p:cNvGrpSpPr/>
          <p:nvPr/>
        </p:nvGrpSpPr>
        <p:grpSpPr>
          <a:xfrm>
            <a:off x="6095847" y="1953577"/>
            <a:ext cx="2705023" cy="1228535"/>
            <a:chOff x="6095847" y="1953577"/>
            <a:chExt cx="2705023" cy="1228535"/>
          </a:xfrm>
        </p:grpSpPr>
        <p:sp>
          <p:nvSpPr>
            <p:cNvPr id="14" name="Rounded Rectangle 13"/>
            <p:cNvSpPr/>
            <p:nvPr/>
          </p:nvSpPr>
          <p:spPr>
            <a:xfrm>
              <a:off x="7114984" y="1953577"/>
              <a:ext cx="666750" cy="26193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114984" y="2310765"/>
              <a:ext cx="666750" cy="26193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7210234" y="2036921"/>
              <a:ext cx="95249" cy="95249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7210234" y="2394108"/>
              <a:ext cx="95249" cy="95249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7400734" y="2084546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7400734" y="2441733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ICN-072</a:t>
            </a:r>
          </a:p>
        </p:txBody>
      </p:sp>
      <p:grpSp>
        <p:nvGrpSpPr>
          <p:cNvPr id="30" name="asset:ICN-072"/>
          <p:cNvGrpSpPr/>
          <p:nvPr/>
        </p:nvGrpSpPr>
        <p:grpSpPr>
          <a:xfrm>
            <a:off x="8800871" y="1953577"/>
            <a:ext cx="2705023" cy="1228535"/>
            <a:chOff x="8800871" y="1953577"/>
            <a:chExt cx="2705023" cy="1228535"/>
          </a:xfrm>
        </p:grpSpPr>
        <p:sp>
          <p:nvSpPr>
            <p:cNvPr id="23" name="Rounded Rectangle 22"/>
            <p:cNvSpPr/>
            <p:nvPr/>
          </p:nvSpPr>
          <p:spPr>
            <a:xfrm>
              <a:off x="9820008" y="1953577"/>
              <a:ext cx="666750" cy="26193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820008" y="2310765"/>
              <a:ext cx="666750" cy="26193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9915258" y="2036921"/>
              <a:ext cx="95249" cy="95249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9915258" y="2394108"/>
              <a:ext cx="95249" cy="95249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105758" y="2084546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10105758" y="2441733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466811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ICN-073</a:t>
            </a:r>
          </a:p>
        </p:txBody>
      </p:sp>
      <p:grpSp>
        <p:nvGrpSpPr>
          <p:cNvPr id="39" name="asset:ICN-073"/>
          <p:cNvGrpSpPr/>
          <p:nvPr/>
        </p:nvGrpSpPr>
        <p:grpSpPr>
          <a:xfrm>
            <a:off x="685800" y="4468177"/>
            <a:ext cx="2705023" cy="1228534"/>
            <a:chOff x="685800" y="4468177"/>
            <a:chExt cx="2705023" cy="1228534"/>
          </a:xfrm>
        </p:grpSpPr>
        <p:sp>
          <p:nvSpPr>
            <p:cNvPr id="32" name="Rounded Rectangle 31"/>
            <p:cNvSpPr/>
            <p:nvPr/>
          </p:nvSpPr>
          <p:spPr>
            <a:xfrm>
              <a:off x="1704936" y="4468177"/>
              <a:ext cx="666750" cy="26193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704936" y="4825364"/>
              <a:ext cx="666750" cy="26193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800186" y="4551521"/>
              <a:ext cx="95249" cy="95249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1800186" y="4908708"/>
              <a:ext cx="95249" cy="95249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1990686" y="4599146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1990686" y="4956333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685800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171835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ICN-074</a:t>
            </a:r>
          </a:p>
        </p:txBody>
      </p:sp>
      <p:grpSp>
        <p:nvGrpSpPr>
          <p:cNvPr id="48" name="asset:ICN-074"/>
          <p:cNvGrpSpPr/>
          <p:nvPr/>
        </p:nvGrpSpPr>
        <p:grpSpPr>
          <a:xfrm>
            <a:off x="3390823" y="4468177"/>
            <a:ext cx="2705023" cy="1228534"/>
            <a:chOff x="3390823" y="4468177"/>
            <a:chExt cx="2705023" cy="1228534"/>
          </a:xfrm>
        </p:grpSpPr>
        <p:sp>
          <p:nvSpPr>
            <p:cNvPr id="41" name="Rounded Rectangle 40"/>
            <p:cNvSpPr/>
            <p:nvPr/>
          </p:nvSpPr>
          <p:spPr>
            <a:xfrm>
              <a:off x="4409960" y="4468177"/>
              <a:ext cx="666750" cy="26193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409960" y="4825364"/>
              <a:ext cx="666750" cy="26193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Oval 42"/>
            <p:cNvSpPr/>
            <p:nvPr/>
          </p:nvSpPr>
          <p:spPr>
            <a:xfrm>
              <a:off x="4505210" y="4551521"/>
              <a:ext cx="95249" cy="95249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Oval 43"/>
            <p:cNvSpPr/>
            <p:nvPr/>
          </p:nvSpPr>
          <p:spPr>
            <a:xfrm>
              <a:off x="4505210" y="4908708"/>
              <a:ext cx="95249" cy="95249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4695710" y="4599146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4695710" y="4956333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390823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876859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ICN-075</a:t>
            </a:r>
          </a:p>
        </p:txBody>
      </p:sp>
      <p:grpSp>
        <p:nvGrpSpPr>
          <p:cNvPr id="57" name="asset:ICN-075"/>
          <p:cNvGrpSpPr/>
          <p:nvPr/>
        </p:nvGrpSpPr>
        <p:grpSpPr>
          <a:xfrm>
            <a:off x="6095847" y="4468177"/>
            <a:ext cx="2705023" cy="1228534"/>
            <a:chOff x="6095847" y="4468177"/>
            <a:chExt cx="2705023" cy="1228534"/>
          </a:xfrm>
        </p:grpSpPr>
        <p:sp>
          <p:nvSpPr>
            <p:cNvPr id="50" name="Rounded Rectangle 49"/>
            <p:cNvSpPr/>
            <p:nvPr/>
          </p:nvSpPr>
          <p:spPr>
            <a:xfrm>
              <a:off x="7114984" y="4468177"/>
              <a:ext cx="666750" cy="261937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114984" y="4825364"/>
              <a:ext cx="666750" cy="261937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7210234" y="4551521"/>
              <a:ext cx="95249" cy="95249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7210234" y="4908708"/>
              <a:ext cx="95249" cy="95249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7400734" y="4599146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7400734" y="4956333"/>
              <a:ext cx="285750" cy="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6095847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서버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9581883" y="39319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ICN-076</a:t>
            </a:r>
          </a:p>
        </p:txBody>
      </p:sp>
      <p:grpSp>
        <p:nvGrpSpPr>
          <p:cNvPr id="62" name="asset:ICN-076"/>
          <p:cNvGrpSpPr/>
          <p:nvPr/>
        </p:nvGrpSpPr>
        <p:grpSpPr>
          <a:xfrm>
            <a:off x="8800871" y="4420552"/>
            <a:ext cx="2705023" cy="1276159"/>
            <a:chOff x="8800871" y="4420552"/>
            <a:chExt cx="2705023" cy="1276159"/>
          </a:xfrm>
        </p:grpSpPr>
        <p:sp>
          <p:nvSpPr>
            <p:cNvPr id="59" name="Rounded Rectangle 58"/>
            <p:cNvSpPr/>
            <p:nvPr/>
          </p:nvSpPr>
          <p:spPr>
            <a:xfrm>
              <a:off x="9820008" y="48968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Up Arrow 59"/>
            <p:cNvSpPr/>
            <p:nvPr/>
          </p:nvSpPr>
          <p:spPr>
            <a:xfrm>
              <a:off x="10070039" y="4420552"/>
              <a:ext cx="166687" cy="428625"/>
            </a:xfrm>
            <a:prstGeom prst="up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800871" y="5404103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업로드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ICN-077 ~ ICN-080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아이콘 대량세트 · ICN [g1] (8/8)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네이티브 도형 조합 · 2색(네이비+포인트) · 편집 가능 · 36글리프×5색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6811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ICN-077</a:t>
            </a:r>
          </a:p>
        </p:txBody>
      </p:sp>
      <p:grpSp>
        <p:nvGrpSpPr>
          <p:cNvPr id="9" name="asset:ICN-077"/>
          <p:cNvGrpSpPr/>
          <p:nvPr/>
        </p:nvGrpSpPr>
        <p:grpSpPr>
          <a:xfrm>
            <a:off x="685800" y="1905952"/>
            <a:ext cx="2705023" cy="1276160"/>
            <a:chOff x="685800" y="1905952"/>
            <a:chExt cx="2705023" cy="1276160"/>
          </a:xfrm>
        </p:grpSpPr>
        <p:sp>
          <p:nvSpPr>
            <p:cNvPr id="6" name="Rounded Rectangle 5"/>
            <p:cNvSpPr/>
            <p:nvPr/>
          </p:nvSpPr>
          <p:spPr>
            <a:xfrm>
              <a:off x="1704936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Up Arrow 6"/>
            <p:cNvSpPr/>
            <p:nvPr/>
          </p:nvSpPr>
          <p:spPr>
            <a:xfrm>
              <a:off x="1954968" y="1905952"/>
              <a:ext cx="166687" cy="428625"/>
            </a:xfrm>
            <a:prstGeom prst="upArrow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5800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업로드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171835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ICN-078</a:t>
            </a:r>
          </a:p>
        </p:txBody>
      </p:sp>
      <p:grpSp>
        <p:nvGrpSpPr>
          <p:cNvPr id="14" name="asset:ICN-078"/>
          <p:cNvGrpSpPr/>
          <p:nvPr/>
        </p:nvGrpSpPr>
        <p:grpSpPr>
          <a:xfrm>
            <a:off x="3390823" y="1905952"/>
            <a:ext cx="2705023" cy="1276160"/>
            <a:chOff x="3390823" y="1905952"/>
            <a:chExt cx="2705023" cy="1276160"/>
          </a:xfrm>
        </p:grpSpPr>
        <p:sp>
          <p:nvSpPr>
            <p:cNvPr id="11" name="Rounded Rectangle 10"/>
            <p:cNvSpPr/>
            <p:nvPr/>
          </p:nvSpPr>
          <p:spPr>
            <a:xfrm>
              <a:off x="4409960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Up Arrow 11"/>
            <p:cNvSpPr/>
            <p:nvPr/>
          </p:nvSpPr>
          <p:spPr>
            <a:xfrm>
              <a:off x="4659991" y="1905952"/>
              <a:ext cx="166687" cy="428625"/>
            </a:xfrm>
            <a:prstGeom prst="up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90823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업로드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876859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ICN-079</a:t>
            </a:r>
          </a:p>
        </p:txBody>
      </p:sp>
      <p:grpSp>
        <p:nvGrpSpPr>
          <p:cNvPr id="19" name="asset:ICN-079"/>
          <p:cNvGrpSpPr/>
          <p:nvPr/>
        </p:nvGrpSpPr>
        <p:grpSpPr>
          <a:xfrm>
            <a:off x="6095847" y="1905952"/>
            <a:ext cx="2705023" cy="1276160"/>
            <a:chOff x="6095847" y="1905952"/>
            <a:chExt cx="2705023" cy="1276160"/>
          </a:xfrm>
        </p:grpSpPr>
        <p:sp>
          <p:nvSpPr>
            <p:cNvPr id="16" name="Rounded Rectangle 15"/>
            <p:cNvSpPr/>
            <p:nvPr/>
          </p:nvSpPr>
          <p:spPr>
            <a:xfrm>
              <a:off x="7114984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Up Arrow 16"/>
            <p:cNvSpPr/>
            <p:nvPr/>
          </p:nvSpPr>
          <p:spPr>
            <a:xfrm>
              <a:off x="7365015" y="1905952"/>
              <a:ext cx="166687" cy="428625"/>
            </a:xfrm>
            <a:prstGeom prst="upArrow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095847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업로드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9581883" y="1417320"/>
            <a:ext cx="1143000" cy="21945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ICN-080</a:t>
            </a:r>
          </a:p>
        </p:txBody>
      </p:sp>
      <p:grpSp>
        <p:nvGrpSpPr>
          <p:cNvPr id="24" name="asset:ICN-080"/>
          <p:cNvGrpSpPr/>
          <p:nvPr/>
        </p:nvGrpSpPr>
        <p:grpSpPr>
          <a:xfrm>
            <a:off x="8800871" y="1905952"/>
            <a:ext cx="2705023" cy="1276160"/>
            <a:chOff x="8800871" y="1905952"/>
            <a:chExt cx="2705023" cy="1276160"/>
          </a:xfrm>
        </p:grpSpPr>
        <p:sp>
          <p:nvSpPr>
            <p:cNvPr id="21" name="Rounded Rectangle 20"/>
            <p:cNvSpPr/>
            <p:nvPr/>
          </p:nvSpPr>
          <p:spPr>
            <a:xfrm>
              <a:off x="9820008" y="2382202"/>
              <a:ext cx="666750" cy="214312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Up Arrow 21"/>
            <p:cNvSpPr/>
            <p:nvPr/>
          </p:nvSpPr>
          <p:spPr>
            <a:xfrm>
              <a:off x="10070039" y="1905952"/>
              <a:ext cx="166687" cy="428625"/>
            </a:xfrm>
            <a:prstGeom prst="up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00871" y="2889504"/>
              <a:ext cx="2705023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업로드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