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PRC-101</a:t>
            </a:r>
          </a:p>
        </p:txBody>
      </p:sp>
      <p:grpSp>
        <p:nvGrpSpPr>
          <p:cNvPr id="12" name="asset:PRC-101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652016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2014727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468879" y="2968752"/>
              <a:ext cx="3931920" cy="1652016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968752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3428999" y="4748784"/>
              <a:ext cx="2011680" cy="1652016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4748784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394959" y="5574792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PRC-102</a:t>
            </a:r>
          </a:p>
        </p:txBody>
      </p:sp>
      <p:grpSp>
        <p:nvGrpSpPr>
          <p:cNvPr id="15" name="asset:PRC-102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207008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792224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148839" y="2523744"/>
              <a:ext cx="4572000" cy="1207008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523744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675120" y="3127248"/>
              <a:ext cx="10972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788919" y="3858768"/>
              <a:ext cx="3291840" cy="1207008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858768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35040" y="4462272"/>
              <a:ext cx="17373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3428999" y="5193792"/>
              <a:ext cx="2011680" cy="1207008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5193792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394959" y="5797296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PRC-103</a:t>
            </a:r>
          </a:p>
        </p:txBody>
      </p:sp>
      <p:grpSp>
        <p:nvGrpSpPr>
          <p:cNvPr id="18" name="asset:PRC-103"/>
          <p:cNvGrpSpPr/>
          <p:nvPr/>
        </p:nvGrpSpPr>
        <p:grpSpPr>
          <a:xfrm>
            <a:off x="1508759" y="1188720"/>
            <a:ext cx="10515601" cy="5212079"/>
            <a:chOff x="1508759" y="1188720"/>
            <a:chExt cx="10515601" cy="5212079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940003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658721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988819" y="2256739"/>
              <a:ext cx="4892040" cy="940003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256739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835140" y="2726740"/>
              <a:ext cx="9372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468879" y="3324758"/>
              <a:ext cx="3931920" cy="940003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324758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948939" y="4392777"/>
              <a:ext cx="2971800" cy="940003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4392777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875020" y="4862779"/>
              <a:ext cx="18973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428999" y="5460796"/>
              <a:ext cx="2011680" cy="940003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5460796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394959" y="5930798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PRC-104</a:t>
            </a:r>
          </a:p>
        </p:txBody>
      </p:sp>
      <p:grpSp>
        <p:nvGrpSpPr>
          <p:cNvPr id="21" name="asset:PRC-104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762000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569720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892807" y="2078736"/>
              <a:ext cx="5084064" cy="762000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078736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931152" y="2459736"/>
              <a:ext cx="84124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276855" y="2968752"/>
              <a:ext cx="4315968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2968752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547104" y="3349752"/>
              <a:ext cx="1225296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660903" y="3858768"/>
              <a:ext cx="3547872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3858768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163056" y="4239768"/>
              <a:ext cx="1609344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044951" y="4748784"/>
              <a:ext cx="2779776" cy="762000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4748784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779007" y="5129784"/>
              <a:ext cx="1993393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apezoid 17"/>
            <p:cNvSpPr/>
            <p:nvPr/>
          </p:nvSpPr>
          <p:spPr>
            <a:xfrm rot="10800000">
              <a:off x="3428999" y="5638800"/>
              <a:ext cx="2011680" cy="762000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18120" y="563880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5394959" y="6019800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PRC-105</a:t>
            </a:r>
          </a:p>
        </p:txBody>
      </p:sp>
      <p:grpSp>
        <p:nvGrpSpPr>
          <p:cNvPr id="12" name="asset:PRC-105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652016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2014727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468879" y="2968752"/>
              <a:ext cx="3931920" cy="1652016"/>
            </a:xfrm>
            <a:prstGeom prst="trapezoi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968752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3428999" y="4748784"/>
              <a:ext cx="2011680" cy="1652016"/>
            </a:xfrm>
            <a:prstGeom prst="trapezoi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4748784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394959" y="5574792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PRC-106</a:t>
            </a:r>
          </a:p>
        </p:txBody>
      </p:sp>
      <p:grpSp>
        <p:nvGrpSpPr>
          <p:cNvPr id="15" name="asset:PRC-106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207008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792224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148839" y="2523744"/>
              <a:ext cx="4572000" cy="1207008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523744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675120" y="3127248"/>
              <a:ext cx="10972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788919" y="3858768"/>
              <a:ext cx="3291840" cy="1207008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858768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35040" y="4462272"/>
              <a:ext cx="17373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3428999" y="5193792"/>
              <a:ext cx="2011680" cy="1207008"/>
            </a:xfrm>
            <a:prstGeom prst="trapezoi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5193792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394959" y="5797296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PRC-107</a:t>
            </a:r>
          </a:p>
        </p:txBody>
      </p:sp>
      <p:grpSp>
        <p:nvGrpSpPr>
          <p:cNvPr id="18" name="asset:PRC-107"/>
          <p:cNvGrpSpPr/>
          <p:nvPr/>
        </p:nvGrpSpPr>
        <p:grpSpPr>
          <a:xfrm>
            <a:off x="1508759" y="1188720"/>
            <a:ext cx="10515601" cy="5212079"/>
            <a:chOff x="1508759" y="1188720"/>
            <a:chExt cx="10515601" cy="5212079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940003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658721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988819" y="2256739"/>
              <a:ext cx="4892040" cy="940003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256739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835140" y="2726740"/>
              <a:ext cx="9372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468879" y="3324758"/>
              <a:ext cx="3931920" cy="940003"/>
            </a:xfrm>
            <a:prstGeom prst="trapezoi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324758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948939" y="4392777"/>
              <a:ext cx="2971800" cy="940003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4392777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875020" y="4862779"/>
              <a:ext cx="18973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428999" y="5460796"/>
              <a:ext cx="2011680" cy="940003"/>
            </a:xfrm>
            <a:prstGeom prst="trapezoi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5460796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394959" y="5930798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PRC-108</a:t>
            </a:r>
          </a:p>
        </p:txBody>
      </p:sp>
      <p:grpSp>
        <p:nvGrpSpPr>
          <p:cNvPr id="21" name="asset:PRC-108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762000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569720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892807" y="2078736"/>
              <a:ext cx="5084064" cy="762000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078736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931152" y="2459736"/>
              <a:ext cx="84124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276855" y="2968752"/>
              <a:ext cx="4315968" cy="762000"/>
            </a:xfrm>
            <a:prstGeom prst="trapezoi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2968752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547104" y="3349752"/>
              <a:ext cx="1225296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660903" y="3858768"/>
              <a:ext cx="3547872" cy="762000"/>
            </a:xfrm>
            <a:prstGeom prst="trapezoid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3858768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163056" y="4239768"/>
              <a:ext cx="1609344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044951" y="4748784"/>
              <a:ext cx="2779776" cy="762000"/>
            </a:xfrm>
            <a:prstGeom prst="trapezoid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4748784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779007" y="5129784"/>
              <a:ext cx="1993393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apezoid 17"/>
            <p:cNvSpPr/>
            <p:nvPr/>
          </p:nvSpPr>
          <p:spPr>
            <a:xfrm rot="10800000">
              <a:off x="3428999" y="5638800"/>
              <a:ext cx="2011680" cy="762000"/>
            </a:xfrm>
            <a:prstGeom prst="trapezoid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18120" y="563880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5394959" y="6019800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PRC-109</a:t>
            </a:r>
          </a:p>
        </p:txBody>
      </p:sp>
      <p:grpSp>
        <p:nvGrpSpPr>
          <p:cNvPr id="12" name="asset:PRC-109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652016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2014727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468879" y="2968752"/>
              <a:ext cx="3931920" cy="1652016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968752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3428999" y="4748784"/>
              <a:ext cx="2011680" cy="1652016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4748784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394959" y="5574792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PRC-110</a:t>
            </a:r>
          </a:p>
        </p:txBody>
      </p:sp>
      <p:grpSp>
        <p:nvGrpSpPr>
          <p:cNvPr id="15" name="asset:PRC-110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207008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792224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148839" y="2523744"/>
              <a:ext cx="4572000" cy="1207008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523744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675120" y="3127248"/>
              <a:ext cx="10972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788919" y="3858768"/>
              <a:ext cx="3291840" cy="1207008"/>
            </a:xfrm>
            <a:prstGeom prst="trapezoi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858768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35040" y="4462272"/>
              <a:ext cx="17373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3428999" y="5193792"/>
              <a:ext cx="2011680" cy="1207008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5193792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394959" y="5797296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PRC-111</a:t>
            </a:r>
          </a:p>
        </p:txBody>
      </p:sp>
      <p:grpSp>
        <p:nvGrpSpPr>
          <p:cNvPr id="18" name="asset:PRC-111"/>
          <p:cNvGrpSpPr/>
          <p:nvPr/>
        </p:nvGrpSpPr>
        <p:grpSpPr>
          <a:xfrm>
            <a:off x="1508759" y="1188720"/>
            <a:ext cx="10515601" cy="5212079"/>
            <a:chOff x="1508759" y="1188720"/>
            <a:chExt cx="10515601" cy="5212079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940003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658721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988819" y="2256739"/>
              <a:ext cx="4892040" cy="940003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256739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835140" y="2726740"/>
              <a:ext cx="9372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468879" y="3324758"/>
              <a:ext cx="3931920" cy="940003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324758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948939" y="4392777"/>
              <a:ext cx="2971800" cy="940003"/>
            </a:xfrm>
            <a:prstGeom prst="trapezoi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4392777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875020" y="4862779"/>
              <a:ext cx="18973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428999" y="5460796"/>
              <a:ext cx="2011680" cy="940003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5460796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394959" y="5930798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PRC-112</a:t>
            </a:r>
          </a:p>
        </p:txBody>
      </p:sp>
      <p:grpSp>
        <p:nvGrpSpPr>
          <p:cNvPr id="21" name="asset:PRC-112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762000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569720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892807" y="2078736"/>
              <a:ext cx="5084064" cy="762000"/>
            </a:xfrm>
            <a:prstGeom prst="trapezoid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078736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931152" y="2459736"/>
              <a:ext cx="84124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276855" y="2968752"/>
              <a:ext cx="4315968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2968752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547104" y="3349752"/>
              <a:ext cx="1225296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660903" y="3858768"/>
              <a:ext cx="3547872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3858768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163056" y="4239768"/>
              <a:ext cx="1609344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044951" y="4748784"/>
              <a:ext cx="2779776" cy="762000"/>
            </a:xfrm>
            <a:prstGeom prst="trapezoid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4748784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779007" y="5129784"/>
              <a:ext cx="1993393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apezoid 17"/>
            <p:cNvSpPr/>
            <p:nvPr/>
          </p:nvSpPr>
          <p:spPr>
            <a:xfrm rot="10800000">
              <a:off x="3428999" y="5638800"/>
              <a:ext cx="2011680" cy="762000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18120" y="563880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5394959" y="6019800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PRC-113</a:t>
            </a:r>
          </a:p>
        </p:txBody>
      </p:sp>
      <p:grpSp>
        <p:nvGrpSpPr>
          <p:cNvPr id="12" name="asset:PRC-113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652016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2014727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468879" y="2968752"/>
              <a:ext cx="3931920" cy="1652016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968752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3428999" y="4748784"/>
              <a:ext cx="2011680" cy="1652016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4748784"/>
              <a:ext cx="4206240" cy="1652016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5394959" y="5574792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PRC-114</a:t>
            </a:r>
          </a:p>
        </p:txBody>
      </p:sp>
      <p:grpSp>
        <p:nvGrpSpPr>
          <p:cNvPr id="15" name="asset:PRC-114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1207008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792224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2148839" y="2523744"/>
              <a:ext cx="4572000" cy="1207008"/>
            </a:xfrm>
            <a:prstGeom prst="trapezoi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523744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675120" y="3127248"/>
              <a:ext cx="10972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788919" y="3858768"/>
              <a:ext cx="3291840" cy="1207008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858768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035040" y="4462272"/>
              <a:ext cx="17373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3428999" y="5193792"/>
              <a:ext cx="2011680" cy="1207008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5193792"/>
              <a:ext cx="4206240" cy="12070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394959" y="5797296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PRC-115</a:t>
            </a:r>
          </a:p>
        </p:txBody>
      </p:sp>
      <p:grpSp>
        <p:nvGrpSpPr>
          <p:cNvPr id="18" name="asset:PRC-115"/>
          <p:cNvGrpSpPr/>
          <p:nvPr/>
        </p:nvGrpSpPr>
        <p:grpSpPr>
          <a:xfrm>
            <a:off x="1508759" y="1188720"/>
            <a:ext cx="10515601" cy="5212079"/>
            <a:chOff x="1508759" y="1188720"/>
            <a:chExt cx="10515601" cy="5212079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940003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658721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988819" y="2256739"/>
              <a:ext cx="4892040" cy="940003"/>
            </a:xfrm>
            <a:prstGeom prst="trapezoi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256739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835140" y="2726740"/>
              <a:ext cx="93726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468879" y="3324758"/>
              <a:ext cx="3931920" cy="940003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3324758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355080" y="3794760"/>
              <a:ext cx="141732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948939" y="4392777"/>
              <a:ext cx="2971800" cy="940003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4392777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875020" y="4862779"/>
              <a:ext cx="189738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428999" y="5460796"/>
              <a:ext cx="2011680" cy="940003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5460796"/>
              <a:ext cx="4206240" cy="940003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394959" y="5930798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PRC-116</a:t>
            </a:r>
          </a:p>
        </p:txBody>
      </p:sp>
      <p:grpSp>
        <p:nvGrpSpPr>
          <p:cNvPr id="21" name="asset:PRC-116"/>
          <p:cNvGrpSpPr/>
          <p:nvPr/>
        </p:nvGrpSpPr>
        <p:grpSpPr>
          <a:xfrm>
            <a:off x="1508759" y="1188720"/>
            <a:ext cx="10515601" cy="5212080"/>
            <a:chOff x="1508759" y="1188720"/>
            <a:chExt cx="10515601" cy="5212080"/>
          </a:xfrm>
        </p:grpSpPr>
        <p:sp>
          <p:nvSpPr>
            <p:cNvPr id="3" name="Trapezoid 2"/>
            <p:cNvSpPr/>
            <p:nvPr/>
          </p:nvSpPr>
          <p:spPr>
            <a:xfrm rot="10800000">
              <a:off x="1508759" y="1188720"/>
              <a:ext cx="5852160" cy="762000"/>
            </a:xfrm>
            <a:prstGeom prst="trapezoid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818120" y="118872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7315200" y="1569720"/>
              <a:ext cx="457200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rapezoid 5"/>
            <p:cNvSpPr/>
            <p:nvPr/>
          </p:nvSpPr>
          <p:spPr>
            <a:xfrm rot="10800000">
              <a:off x="1892807" y="2078736"/>
              <a:ext cx="5084064" cy="762000"/>
            </a:xfrm>
            <a:prstGeom prst="trapezoid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18120" y="2078736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6931152" y="2459736"/>
              <a:ext cx="841248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rapezoid 8"/>
            <p:cNvSpPr/>
            <p:nvPr/>
          </p:nvSpPr>
          <p:spPr>
            <a:xfrm rot="10800000">
              <a:off x="2276855" y="2968752"/>
              <a:ext cx="4315968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818120" y="2968752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547104" y="3349752"/>
              <a:ext cx="1225296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rapezoid 11"/>
            <p:cNvSpPr/>
            <p:nvPr/>
          </p:nvSpPr>
          <p:spPr>
            <a:xfrm rot="10800000">
              <a:off x="2660903" y="3858768"/>
              <a:ext cx="3547872" cy="762000"/>
            </a:xfrm>
            <a:prstGeom prst="trapezoid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18120" y="3858768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163056" y="4239768"/>
              <a:ext cx="1609344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apezoid 14"/>
            <p:cNvSpPr/>
            <p:nvPr/>
          </p:nvSpPr>
          <p:spPr>
            <a:xfrm rot="10800000">
              <a:off x="3044951" y="4748784"/>
              <a:ext cx="2779776" cy="762000"/>
            </a:xfrm>
            <a:prstGeom prst="trapezoid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18120" y="4748784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779007" y="5129784"/>
              <a:ext cx="1993393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rapezoid 17"/>
            <p:cNvSpPr/>
            <p:nvPr/>
          </p:nvSpPr>
          <p:spPr>
            <a:xfrm rot="10800000">
              <a:off x="3428999" y="5638800"/>
              <a:ext cx="2011680" cy="762000"/>
            </a:xfrm>
            <a:prstGeom prst="trapezoi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818120" y="5638800"/>
              <a:ext cx="4206240" cy="7620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5394959" y="6019800"/>
              <a:ext cx="2377441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