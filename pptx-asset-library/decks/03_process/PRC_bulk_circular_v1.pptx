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PRC-085</a:t>
            </a:r>
          </a:p>
        </p:txBody>
      </p:sp>
      <p:grpSp>
        <p:nvGrpSpPr>
          <p:cNvPr id="10" name="asset:PRC-085"/>
          <p:cNvGrpSpPr/>
          <p:nvPr/>
        </p:nvGrpSpPr>
        <p:grpSpPr>
          <a:xfrm>
            <a:off x="3456285" y="777239"/>
            <a:ext cx="5276381" cy="4777741"/>
            <a:chOff x="3456285" y="777239"/>
            <a:chExt cx="5276381" cy="4777741"/>
          </a:xfrm>
        </p:grpSpPr>
        <p:sp>
          <p:nvSpPr>
            <p:cNvPr id="3" name="Oval 2"/>
            <p:cNvSpPr/>
            <p:nvPr/>
          </p:nvSpPr>
          <p:spPr>
            <a:xfrm>
              <a:off x="5134356" y="3017520"/>
              <a:ext cx="1920240" cy="1371600"/>
            </a:xfrm>
            <a:prstGeom prst="ellipse">
              <a:avLst/>
            </a:prstGeom>
            <a:solidFill>
              <a:srgbClr val="F7F9FC"/>
            </a:solidFill>
            <a:ln w="1587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지속 개선</a:t>
              </a:r>
            </a:p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순환 체계</a:t>
              </a:r>
            </a:p>
          </p:txBody>
        </p:sp>
        <p:cxnSp>
          <p:nvCxnSpPr>
            <p:cNvPr id="4" name="Connector 3"/>
            <p:cNvCxnSpPr/>
            <p:nvPr/>
          </p:nvCxnSpPr>
          <p:spPr>
            <a:xfrm>
              <a:off x="6515100" y="2283022"/>
              <a:ext cx="1019702" cy="1766175"/>
            </a:xfrm>
            <a:prstGeom prst="line">
              <a:avLst/>
            </a:prstGeom>
            <a:ln w="25400">
              <a:solidFill>
                <a:srgbClr val="2E75D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nector 4"/>
            <p:cNvCxnSpPr/>
            <p:nvPr/>
          </p:nvCxnSpPr>
          <p:spPr>
            <a:xfrm flipH="1">
              <a:off x="5074773" y="4777740"/>
              <a:ext cx="2039405" cy="0"/>
            </a:xfrm>
            <a:prstGeom prst="line">
              <a:avLst/>
            </a:prstGeom>
            <a:ln w="25400">
              <a:solidFill>
                <a:srgbClr val="2E75D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or 5"/>
            <p:cNvCxnSpPr/>
            <p:nvPr/>
          </p:nvCxnSpPr>
          <p:spPr>
            <a:xfrm flipV="1">
              <a:off x="4654149" y="2283022"/>
              <a:ext cx="1019703" cy="1766175"/>
            </a:xfrm>
            <a:prstGeom prst="line">
              <a:avLst/>
            </a:prstGeom>
            <a:ln w="25400">
              <a:solidFill>
                <a:srgbClr val="2E75D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/>
            <p:cNvSpPr/>
            <p:nvPr/>
          </p:nvSpPr>
          <p:spPr>
            <a:xfrm>
              <a:off x="5317236" y="777239"/>
              <a:ext cx="1554480" cy="1554480"/>
            </a:xfrm>
            <a:prstGeom prst="ellipse">
              <a:avLst/>
            </a:prstGeom>
            <a:solidFill>
              <a:srgbClr val="16233B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7178186" y="4000500"/>
              <a:ext cx="1554480" cy="1554480"/>
            </a:xfrm>
            <a:prstGeom prst="ellipse">
              <a:avLst/>
            </a:prstGeom>
            <a:solidFill>
              <a:srgbClr val="2A4A7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3456285" y="4000500"/>
              <a:ext cx="1554480" cy="1554480"/>
            </a:xfrm>
            <a:prstGeom prst="ellipse">
              <a:avLst/>
            </a:prstGeom>
            <a:solidFill>
              <a:srgbClr val="29ABE2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PRC-086</a:t>
            </a:r>
          </a:p>
        </p:txBody>
      </p:sp>
      <p:grpSp>
        <p:nvGrpSpPr>
          <p:cNvPr id="12" name="asset:PRC-086"/>
          <p:cNvGrpSpPr/>
          <p:nvPr/>
        </p:nvGrpSpPr>
        <p:grpSpPr>
          <a:xfrm>
            <a:off x="3168395" y="777239"/>
            <a:ext cx="5852161" cy="5852161"/>
            <a:chOff x="3168395" y="777239"/>
            <a:chExt cx="5852161" cy="5852161"/>
          </a:xfrm>
        </p:grpSpPr>
        <p:sp>
          <p:nvSpPr>
            <p:cNvPr id="3" name="Oval 2"/>
            <p:cNvSpPr/>
            <p:nvPr/>
          </p:nvSpPr>
          <p:spPr>
            <a:xfrm>
              <a:off x="5134356" y="3017520"/>
              <a:ext cx="1920240" cy="1371600"/>
            </a:xfrm>
            <a:prstGeom prst="ellipse">
              <a:avLst/>
            </a:prstGeom>
            <a:solidFill>
              <a:srgbClr val="F7F9FC"/>
            </a:solidFill>
            <a:ln w="1587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지속 개선</a:t>
              </a:r>
            </a:p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순환 체계</a:t>
              </a:r>
            </a:p>
          </p:txBody>
        </p:sp>
        <p:cxnSp>
          <p:nvCxnSpPr>
            <p:cNvPr id="4" name="Connector 3"/>
            <p:cNvCxnSpPr/>
            <p:nvPr/>
          </p:nvCxnSpPr>
          <p:spPr>
            <a:xfrm>
              <a:off x="6689328" y="2149332"/>
              <a:ext cx="959135" cy="959135"/>
            </a:xfrm>
            <a:prstGeom prst="line">
              <a:avLst/>
            </a:prstGeom>
            <a:ln w="25400">
              <a:solidFill>
                <a:srgbClr val="2E75D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nector 4"/>
            <p:cNvCxnSpPr/>
            <p:nvPr/>
          </p:nvCxnSpPr>
          <p:spPr>
            <a:xfrm flipH="1">
              <a:off x="6689328" y="4298172"/>
              <a:ext cx="959135" cy="959135"/>
            </a:xfrm>
            <a:prstGeom prst="line">
              <a:avLst/>
            </a:prstGeom>
            <a:ln w="25400">
              <a:solidFill>
                <a:srgbClr val="2E75D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or 5"/>
            <p:cNvCxnSpPr/>
            <p:nvPr/>
          </p:nvCxnSpPr>
          <p:spPr>
            <a:xfrm flipH="1" flipV="1">
              <a:off x="4540488" y="4298172"/>
              <a:ext cx="959135" cy="959135"/>
            </a:xfrm>
            <a:prstGeom prst="line">
              <a:avLst/>
            </a:prstGeom>
            <a:ln w="25400">
              <a:solidFill>
                <a:srgbClr val="2E75D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or 6"/>
            <p:cNvCxnSpPr/>
            <p:nvPr/>
          </p:nvCxnSpPr>
          <p:spPr>
            <a:xfrm flipV="1">
              <a:off x="4540488" y="2149332"/>
              <a:ext cx="959135" cy="959135"/>
            </a:xfrm>
            <a:prstGeom prst="line">
              <a:avLst/>
            </a:prstGeom>
            <a:ln w="25400">
              <a:solidFill>
                <a:srgbClr val="2E75D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/>
            <p:cNvSpPr/>
            <p:nvPr/>
          </p:nvSpPr>
          <p:spPr>
            <a:xfrm>
              <a:off x="5317236" y="777239"/>
              <a:ext cx="1554480" cy="1554480"/>
            </a:xfrm>
            <a:prstGeom prst="ellipse">
              <a:avLst/>
            </a:prstGeom>
            <a:solidFill>
              <a:srgbClr val="16233B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7466076" y="2926079"/>
              <a:ext cx="1554480" cy="1554480"/>
            </a:xfrm>
            <a:prstGeom prst="ellipse">
              <a:avLst/>
            </a:prstGeom>
            <a:solidFill>
              <a:srgbClr val="1F3864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5317236" y="5074920"/>
              <a:ext cx="1554480" cy="1554480"/>
            </a:xfrm>
            <a:prstGeom prst="ellipse">
              <a:avLst/>
            </a:prstGeom>
            <a:solidFill>
              <a:srgbClr val="2E75D6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3168395" y="2926079"/>
              <a:ext cx="1554480" cy="1554480"/>
            </a:xfrm>
            <a:prstGeom prst="ellipse">
              <a:avLst/>
            </a:prstGeom>
            <a:solidFill>
              <a:srgbClr val="29ABE2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PRC-087</a:t>
            </a:r>
          </a:p>
        </p:txBody>
      </p:sp>
      <p:grpSp>
        <p:nvGrpSpPr>
          <p:cNvPr id="14" name="asset:PRC-087"/>
          <p:cNvGrpSpPr/>
          <p:nvPr/>
        </p:nvGrpSpPr>
        <p:grpSpPr>
          <a:xfrm>
            <a:off x="3387867" y="891539"/>
            <a:ext cx="5413217" cy="5213169"/>
            <a:chOff x="3387867" y="891539"/>
            <a:chExt cx="5413217" cy="5213169"/>
          </a:xfrm>
        </p:grpSpPr>
        <p:sp>
          <p:nvSpPr>
            <p:cNvPr id="3" name="Oval 2"/>
            <p:cNvSpPr/>
            <p:nvPr/>
          </p:nvSpPr>
          <p:spPr>
            <a:xfrm>
              <a:off x="5134356" y="3017520"/>
              <a:ext cx="1920240" cy="1371600"/>
            </a:xfrm>
            <a:prstGeom prst="ellipse">
              <a:avLst/>
            </a:prstGeom>
            <a:solidFill>
              <a:srgbClr val="F7F9FC"/>
            </a:solidFill>
            <a:ln w="1587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지속 개선</a:t>
              </a:r>
            </a:p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순환 체계</a:t>
              </a:r>
            </a:p>
          </p:txBody>
        </p:sp>
        <p:cxnSp>
          <p:nvCxnSpPr>
            <p:cNvPr id="4" name="Connector 3"/>
            <p:cNvCxnSpPr/>
            <p:nvPr/>
          </p:nvCxnSpPr>
          <p:spPr>
            <a:xfrm>
              <a:off x="6682589" y="1981769"/>
              <a:ext cx="867441" cy="630233"/>
            </a:xfrm>
            <a:prstGeom prst="line">
              <a:avLst/>
            </a:prstGeom>
            <a:ln w="25400">
              <a:solidFill>
                <a:srgbClr val="2E75D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nector 4"/>
            <p:cNvCxnSpPr/>
            <p:nvPr/>
          </p:nvCxnSpPr>
          <p:spPr>
            <a:xfrm flipH="1">
              <a:off x="7582171" y="3730660"/>
              <a:ext cx="331333" cy="1019739"/>
            </a:xfrm>
            <a:prstGeom prst="line">
              <a:avLst/>
            </a:prstGeom>
            <a:ln w="25400">
              <a:solidFill>
                <a:srgbClr val="2E75D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or 5"/>
            <p:cNvCxnSpPr/>
            <p:nvPr/>
          </p:nvCxnSpPr>
          <p:spPr>
            <a:xfrm flipH="1">
              <a:off x="5558367" y="5441768"/>
              <a:ext cx="1072217" cy="0"/>
            </a:xfrm>
            <a:prstGeom prst="line">
              <a:avLst/>
            </a:prstGeom>
            <a:ln w="25400">
              <a:solidFill>
                <a:srgbClr val="2E75D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or 6"/>
            <p:cNvCxnSpPr/>
            <p:nvPr/>
          </p:nvCxnSpPr>
          <p:spPr>
            <a:xfrm flipH="1" flipV="1">
              <a:off x="4275447" y="3730660"/>
              <a:ext cx="331333" cy="1019739"/>
            </a:xfrm>
            <a:prstGeom prst="line">
              <a:avLst/>
            </a:prstGeom>
            <a:ln w="25400">
              <a:solidFill>
                <a:srgbClr val="2E75D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 7"/>
            <p:cNvCxnSpPr/>
            <p:nvPr/>
          </p:nvCxnSpPr>
          <p:spPr>
            <a:xfrm flipV="1">
              <a:off x="4638921" y="1981769"/>
              <a:ext cx="867441" cy="630233"/>
            </a:xfrm>
            <a:prstGeom prst="line">
              <a:avLst/>
            </a:prstGeom>
            <a:ln w="25400">
              <a:solidFill>
                <a:srgbClr val="2E75D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/>
            <p:cNvSpPr/>
            <p:nvPr/>
          </p:nvSpPr>
          <p:spPr>
            <a:xfrm>
              <a:off x="5431536" y="891539"/>
              <a:ext cx="1325880" cy="1325880"/>
            </a:xfrm>
            <a:prstGeom prst="ellipse">
              <a:avLst/>
            </a:prstGeom>
            <a:solidFill>
              <a:srgbClr val="16233B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475204" y="2376351"/>
              <a:ext cx="1325880" cy="1325880"/>
            </a:xfrm>
            <a:prstGeom prst="ellipse">
              <a:avLst/>
            </a:prstGeom>
            <a:solidFill>
              <a:srgbClr val="1F3864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6694592" y="4778828"/>
              <a:ext cx="1325880" cy="1325880"/>
            </a:xfrm>
            <a:prstGeom prst="ellipse">
              <a:avLst/>
            </a:prstGeom>
            <a:solidFill>
              <a:srgbClr val="2A4A7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4168479" y="4778828"/>
              <a:ext cx="1325880" cy="1325880"/>
            </a:xfrm>
            <a:prstGeom prst="ellipse">
              <a:avLst/>
            </a:prstGeom>
            <a:solidFill>
              <a:srgbClr val="2E75D6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3387867" y="2376351"/>
              <a:ext cx="1325880" cy="1325880"/>
            </a:xfrm>
            <a:prstGeom prst="ellipse">
              <a:avLst/>
            </a:prstGeom>
            <a:solidFill>
              <a:srgbClr val="29ABE2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검증·안정화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PRC-088</a:t>
            </a:r>
          </a:p>
        </p:txBody>
      </p:sp>
      <p:grpSp>
        <p:nvGrpSpPr>
          <p:cNvPr id="16" name="asset:PRC-088"/>
          <p:cNvGrpSpPr/>
          <p:nvPr/>
        </p:nvGrpSpPr>
        <p:grpSpPr>
          <a:xfrm>
            <a:off x="3570585" y="891539"/>
            <a:ext cx="5047781" cy="5623561"/>
            <a:chOff x="3570585" y="891539"/>
            <a:chExt cx="5047781" cy="5623561"/>
          </a:xfrm>
        </p:grpSpPr>
        <p:sp>
          <p:nvSpPr>
            <p:cNvPr id="3" name="Oval 2"/>
            <p:cNvSpPr/>
            <p:nvPr/>
          </p:nvSpPr>
          <p:spPr>
            <a:xfrm>
              <a:off x="5134356" y="3017520"/>
              <a:ext cx="1920240" cy="1371600"/>
            </a:xfrm>
            <a:prstGeom prst="ellipse">
              <a:avLst/>
            </a:prstGeom>
            <a:solidFill>
              <a:srgbClr val="F7F9FC"/>
            </a:solidFill>
            <a:ln w="1587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지속 개선</a:t>
              </a:r>
            </a:p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순환 체계</a:t>
              </a:r>
            </a:p>
          </p:txBody>
        </p:sp>
        <p:cxnSp>
          <p:nvCxnSpPr>
            <p:cNvPr id="4" name="Connector 3"/>
            <p:cNvCxnSpPr/>
            <p:nvPr/>
          </p:nvCxnSpPr>
          <p:spPr>
            <a:xfrm>
              <a:off x="6724031" y="1917953"/>
              <a:ext cx="601839" cy="347473"/>
            </a:xfrm>
            <a:prstGeom prst="line">
              <a:avLst/>
            </a:prstGeom>
            <a:ln w="25400">
              <a:solidFill>
                <a:srgbClr val="2E75D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nector 4"/>
            <p:cNvCxnSpPr/>
            <p:nvPr/>
          </p:nvCxnSpPr>
          <p:spPr>
            <a:xfrm>
              <a:off x="7955426" y="3355848"/>
              <a:ext cx="0" cy="694943"/>
            </a:xfrm>
            <a:prstGeom prst="line">
              <a:avLst/>
            </a:prstGeom>
            <a:ln w="25400">
              <a:solidFill>
                <a:srgbClr val="2E75D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or 5"/>
            <p:cNvCxnSpPr/>
            <p:nvPr/>
          </p:nvCxnSpPr>
          <p:spPr>
            <a:xfrm flipH="1">
              <a:off x="6724031" y="5141214"/>
              <a:ext cx="601839" cy="347472"/>
            </a:xfrm>
            <a:prstGeom prst="line">
              <a:avLst/>
            </a:prstGeom>
            <a:ln w="25400">
              <a:solidFill>
                <a:srgbClr val="2E75D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or 6"/>
            <p:cNvCxnSpPr/>
            <p:nvPr/>
          </p:nvCxnSpPr>
          <p:spPr>
            <a:xfrm flipH="1" flipV="1">
              <a:off x="4863081" y="5141214"/>
              <a:ext cx="601839" cy="347472"/>
            </a:xfrm>
            <a:prstGeom prst="line">
              <a:avLst/>
            </a:prstGeom>
            <a:ln w="25400">
              <a:solidFill>
                <a:srgbClr val="2E75D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 7"/>
            <p:cNvCxnSpPr/>
            <p:nvPr/>
          </p:nvCxnSpPr>
          <p:spPr>
            <a:xfrm flipV="1">
              <a:off x="4233525" y="3355847"/>
              <a:ext cx="0" cy="694944"/>
            </a:xfrm>
            <a:prstGeom prst="line">
              <a:avLst/>
            </a:prstGeom>
            <a:ln w="25400">
              <a:solidFill>
                <a:srgbClr val="2E75D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/>
            <p:nvPr/>
          </p:nvCxnSpPr>
          <p:spPr>
            <a:xfrm flipV="1">
              <a:off x="4863081" y="1917953"/>
              <a:ext cx="601839" cy="347472"/>
            </a:xfrm>
            <a:prstGeom prst="line">
              <a:avLst/>
            </a:prstGeom>
            <a:ln w="25400">
              <a:solidFill>
                <a:srgbClr val="2E75D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5431536" y="891539"/>
              <a:ext cx="1325880" cy="1325880"/>
            </a:xfrm>
            <a:prstGeom prst="ellipse">
              <a:avLst/>
            </a:prstGeom>
            <a:solidFill>
              <a:srgbClr val="16233B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7292486" y="1965960"/>
              <a:ext cx="1325880" cy="1325880"/>
            </a:xfrm>
            <a:prstGeom prst="ellipse">
              <a:avLst/>
            </a:prstGeom>
            <a:solidFill>
              <a:srgbClr val="1F3864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7292486" y="4114800"/>
              <a:ext cx="1325880" cy="1325880"/>
            </a:xfrm>
            <a:prstGeom prst="ellipse">
              <a:avLst/>
            </a:prstGeom>
            <a:solidFill>
              <a:srgbClr val="2A4A7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5431536" y="5189220"/>
              <a:ext cx="1325880" cy="1325880"/>
            </a:xfrm>
            <a:prstGeom prst="ellipse">
              <a:avLst/>
            </a:prstGeom>
            <a:solidFill>
              <a:srgbClr val="2A4A7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3570585" y="4114800"/>
              <a:ext cx="1325880" cy="1325880"/>
            </a:xfrm>
            <a:prstGeom prst="ellipse">
              <a:avLst/>
            </a:prstGeom>
            <a:solidFill>
              <a:srgbClr val="2E75D6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검증·안정화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3570585" y="1965959"/>
              <a:ext cx="1325880" cy="1325880"/>
            </a:xfrm>
            <a:prstGeom prst="ellipse">
              <a:avLst/>
            </a:prstGeom>
            <a:solidFill>
              <a:srgbClr val="29ABE2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6. 운영·확산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PRC-089</a:t>
            </a:r>
          </a:p>
        </p:txBody>
      </p:sp>
      <p:grpSp>
        <p:nvGrpSpPr>
          <p:cNvPr id="10" name="asset:PRC-089"/>
          <p:cNvGrpSpPr/>
          <p:nvPr/>
        </p:nvGrpSpPr>
        <p:grpSpPr>
          <a:xfrm>
            <a:off x="3456285" y="777239"/>
            <a:ext cx="5276381" cy="4777741"/>
            <a:chOff x="3456285" y="777239"/>
            <a:chExt cx="5276381" cy="4777741"/>
          </a:xfrm>
        </p:grpSpPr>
        <p:sp>
          <p:nvSpPr>
            <p:cNvPr id="3" name="Oval 2"/>
            <p:cNvSpPr/>
            <p:nvPr/>
          </p:nvSpPr>
          <p:spPr>
            <a:xfrm>
              <a:off x="5134356" y="3017520"/>
              <a:ext cx="1920240" cy="1371600"/>
            </a:xfrm>
            <a:prstGeom prst="ellipse">
              <a:avLst/>
            </a:prstGeom>
            <a:solidFill>
              <a:srgbClr val="F7F9FC"/>
            </a:solidFill>
            <a:ln w="1587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지속 개선</a:t>
              </a:r>
            </a:p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순환 체계</a:t>
              </a:r>
            </a:p>
          </p:txBody>
        </p:sp>
        <p:cxnSp>
          <p:nvCxnSpPr>
            <p:cNvPr id="4" name="Connector 3"/>
            <p:cNvCxnSpPr/>
            <p:nvPr/>
          </p:nvCxnSpPr>
          <p:spPr>
            <a:xfrm>
              <a:off x="6515100" y="2283022"/>
              <a:ext cx="1019702" cy="1766175"/>
            </a:xfrm>
            <a:prstGeom prst="line">
              <a:avLst/>
            </a:prstGeom>
            <a:ln w="25400">
              <a:solidFill>
                <a:srgbClr val="2A4A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nector 4"/>
            <p:cNvCxnSpPr/>
            <p:nvPr/>
          </p:nvCxnSpPr>
          <p:spPr>
            <a:xfrm flipH="1">
              <a:off x="5074773" y="4777740"/>
              <a:ext cx="2039405" cy="0"/>
            </a:xfrm>
            <a:prstGeom prst="line">
              <a:avLst/>
            </a:prstGeom>
            <a:ln w="25400">
              <a:solidFill>
                <a:srgbClr val="2A4A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or 5"/>
            <p:cNvCxnSpPr/>
            <p:nvPr/>
          </p:nvCxnSpPr>
          <p:spPr>
            <a:xfrm flipV="1">
              <a:off x="4654149" y="2283022"/>
              <a:ext cx="1019703" cy="1766175"/>
            </a:xfrm>
            <a:prstGeom prst="line">
              <a:avLst/>
            </a:prstGeom>
            <a:ln w="25400">
              <a:solidFill>
                <a:srgbClr val="2A4A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/>
            <p:cNvSpPr/>
            <p:nvPr/>
          </p:nvSpPr>
          <p:spPr>
            <a:xfrm>
              <a:off x="5317236" y="777239"/>
              <a:ext cx="1554480" cy="1554480"/>
            </a:xfrm>
            <a:prstGeom prst="ellipse">
              <a:avLst/>
            </a:prstGeom>
            <a:solidFill>
              <a:srgbClr val="16233B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7178186" y="4000500"/>
              <a:ext cx="1554480" cy="1554480"/>
            </a:xfrm>
            <a:prstGeom prst="ellipse">
              <a:avLst/>
            </a:prstGeom>
            <a:solidFill>
              <a:srgbClr val="595959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3456285" y="4000500"/>
              <a:ext cx="1554480" cy="1554480"/>
            </a:xfrm>
            <a:prstGeom prst="ellipse">
              <a:avLst/>
            </a:prstGeom>
            <a:solidFill>
              <a:srgbClr val="D9D9D9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PRC-090</a:t>
            </a:r>
          </a:p>
        </p:txBody>
      </p:sp>
      <p:grpSp>
        <p:nvGrpSpPr>
          <p:cNvPr id="12" name="asset:PRC-090"/>
          <p:cNvGrpSpPr/>
          <p:nvPr/>
        </p:nvGrpSpPr>
        <p:grpSpPr>
          <a:xfrm>
            <a:off x="3168395" y="777239"/>
            <a:ext cx="5852161" cy="5852161"/>
            <a:chOff x="3168395" y="777239"/>
            <a:chExt cx="5852161" cy="5852161"/>
          </a:xfrm>
        </p:grpSpPr>
        <p:sp>
          <p:nvSpPr>
            <p:cNvPr id="3" name="Oval 2"/>
            <p:cNvSpPr/>
            <p:nvPr/>
          </p:nvSpPr>
          <p:spPr>
            <a:xfrm>
              <a:off x="5134356" y="3017520"/>
              <a:ext cx="1920240" cy="1371600"/>
            </a:xfrm>
            <a:prstGeom prst="ellipse">
              <a:avLst/>
            </a:prstGeom>
            <a:solidFill>
              <a:srgbClr val="F7F9FC"/>
            </a:solidFill>
            <a:ln w="1587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지속 개선</a:t>
              </a:r>
            </a:p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순환 체계</a:t>
              </a:r>
            </a:p>
          </p:txBody>
        </p:sp>
        <p:cxnSp>
          <p:nvCxnSpPr>
            <p:cNvPr id="4" name="Connector 3"/>
            <p:cNvCxnSpPr/>
            <p:nvPr/>
          </p:nvCxnSpPr>
          <p:spPr>
            <a:xfrm>
              <a:off x="6689328" y="2149332"/>
              <a:ext cx="959135" cy="959135"/>
            </a:xfrm>
            <a:prstGeom prst="line">
              <a:avLst/>
            </a:prstGeom>
            <a:ln w="25400">
              <a:solidFill>
                <a:srgbClr val="2A4A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nector 4"/>
            <p:cNvCxnSpPr/>
            <p:nvPr/>
          </p:nvCxnSpPr>
          <p:spPr>
            <a:xfrm flipH="1">
              <a:off x="6689328" y="4298172"/>
              <a:ext cx="959135" cy="959135"/>
            </a:xfrm>
            <a:prstGeom prst="line">
              <a:avLst/>
            </a:prstGeom>
            <a:ln w="25400">
              <a:solidFill>
                <a:srgbClr val="2A4A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or 5"/>
            <p:cNvCxnSpPr/>
            <p:nvPr/>
          </p:nvCxnSpPr>
          <p:spPr>
            <a:xfrm flipH="1" flipV="1">
              <a:off x="4540488" y="4298172"/>
              <a:ext cx="959135" cy="959135"/>
            </a:xfrm>
            <a:prstGeom prst="line">
              <a:avLst/>
            </a:prstGeom>
            <a:ln w="25400">
              <a:solidFill>
                <a:srgbClr val="2A4A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or 6"/>
            <p:cNvCxnSpPr/>
            <p:nvPr/>
          </p:nvCxnSpPr>
          <p:spPr>
            <a:xfrm flipV="1">
              <a:off x="4540488" y="2149332"/>
              <a:ext cx="959135" cy="959135"/>
            </a:xfrm>
            <a:prstGeom prst="line">
              <a:avLst/>
            </a:prstGeom>
            <a:ln w="25400">
              <a:solidFill>
                <a:srgbClr val="2A4A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/>
            <p:cNvSpPr/>
            <p:nvPr/>
          </p:nvSpPr>
          <p:spPr>
            <a:xfrm>
              <a:off x="5317236" y="777239"/>
              <a:ext cx="1554480" cy="1554480"/>
            </a:xfrm>
            <a:prstGeom prst="ellipse">
              <a:avLst/>
            </a:prstGeom>
            <a:solidFill>
              <a:srgbClr val="16233B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7466076" y="2926079"/>
              <a:ext cx="1554480" cy="1554480"/>
            </a:xfrm>
            <a:prstGeom prst="ellipse">
              <a:avLst/>
            </a:prstGeom>
            <a:solidFill>
              <a:srgbClr val="1F3864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5317236" y="5074920"/>
              <a:ext cx="1554480" cy="1554480"/>
            </a:xfrm>
            <a:prstGeom prst="ellipse">
              <a:avLst/>
            </a:prstGeom>
            <a:solidFill>
              <a:srgbClr val="808080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3168395" y="2926079"/>
              <a:ext cx="1554480" cy="1554480"/>
            </a:xfrm>
            <a:prstGeom prst="ellipse">
              <a:avLst/>
            </a:prstGeom>
            <a:solidFill>
              <a:srgbClr val="D9D9D9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PRC-091</a:t>
            </a:r>
          </a:p>
        </p:txBody>
      </p:sp>
      <p:grpSp>
        <p:nvGrpSpPr>
          <p:cNvPr id="14" name="asset:PRC-091"/>
          <p:cNvGrpSpPr/>
          <p:nvPr/>
        </p:nvGrpSpPr>
        <p:grpSpPr>
          <a:xfrm>
            <a:off x="3387867" y="891539"/>
            <a:ext cx="5413217" cy="5213169"/>
            <a:chOff x="3387867" y="891539"/>
            <a:chExt cx="5413217" cy="5213169"/>
          </a:xfrm>
        </p:grpSpPr>
        <p:sp>
          <p:nvSpPr>
            <p:cNvPr id="3" name="Oval 2"/>
            <p:cNvSpPr/>
            <p:nvPr/>
          </p:nvSpPr>
          <p:spPr>
            <a:xfrm>
              <a:off x="5134356" y="3017520"/>
              <a:ext cx="1920240" cy="1371600"/>
            </a:xfrm>
            <a:prstGeom prst="ellipse">
              <a:avLst/>
            </a:prstGeom>
            <a:solidFill>
              <a:srgbClr val="F7F9FC"/>
            </a:solidFill>
            <a:ln w="1587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지속 개선</a:t>
              </a:r>
            </a:p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순환 체계</a:t>
              </a:r>
            </a:p>
          </p:txBody>
        </p:sp>
        <p:cxnSp>
          <p:nvCxnSpPr>
            <p:cNvPr id="4" name="Connector 3"/>
            <p:cNvCxnSpPr/>
            <p:nvPr/>
          </p:nvCxnSpPr>
          <p:spPr>
            <a:xfrm>
              <a:off x="6682589" y="1981769"/>
              <a:ext cx="867441" cy="630233"/>
            </a:xfrm>
            <a:prstGeom prst="line">
              <a:avLst/>
            </a:prstGeom>
            <a:ln w="25400">
              <a:solidFill>
                <a:srgbClr val="2A4A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nector 4"/>
            <p:cNvCxnSpPr/>
            <p:nvPr/>
          </p:nvCxnSpPr>
          <p:spPr>
            <a:xfrm flipH="1">
              <a:off x="7582171" y="3730660"/>
              <a:ext cx="331333" cy="1019739"/>
            </a:xfrm>
            <a:prstGeom prst="line">
              <a:avLst/>
            </a:prstGeom>
            <a:ln w="25400">
              <a:solidFill>
                <a:srgbClr val="2A4A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or 5"/>
            <p:cNvCxnSpPr/>
            <p:nvPr/>
          </p:nvCxnSpPr>
          <p:spPr>
            <a:xfrm flipH="1">
              <a:off x="5558367" y="5441768"/>
              <a:ext cx="1072217" cy="0"/>
            </a:xfrm>
            <a:prstGeom prst="line">
              <a:avLst/>
            </a:prstGeom>
            <a:ln w="25400">
              <a:solidFill>
                <a:srgbClr val="2A4A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or 6"/>
            <p:cNvCxnSpPr/>
            <p:nvPr/>
          </p:nvCxnSpPr>
          <p:spPr>
            <a:xfrm flipH="1" flipV="1">
              <a:off x="4275447" y="3730660"/>
              <a:ext cx="331333" cy="1019739"/>
            </a:xfrm>
            <a:prstGeom prst="line">
              <a:avLst/>
            </a:prstGeom>
            <a:ln w="25400">
              <a:solidFill>
                <a:srgbClr val="2A4A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 7"/>
            <p:cNvCxnSpPr/>
            <p:nvPr/>
          </p:nvCxnSpPr>
          <p:spPr>
            <a:xfrm flipV="1">
              <a:off x="4638921" y="1981769"/>
              <a:ext cx="867441" cy="630233"/>
            </a:xfrm>
            <a:prstGeom prst="line">
              <a:avLst/>
            </a:prstGeom>
            <a:ln w="25400">
              <a:solidFill>
                <a:srgbClr val="2A4A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/>
            <p:cNvSpPr/>
            <p:nvPr/>
          </p:nvSpPr>
          <p:spPr>
            <a:xfrm>
              <a:off x="5431536" y="891539"/>
              <a:ext cx="1325880" cy="1325880"/>
            </a:xfrm>
            <a:prstGeom prst="ellipse">
              <a:avLst/>
            </a:prstGeom>
            <a:solidFill>
              <a:srgbClr val="16233B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475204" y="2376351"/>
              <a:ext cx="1325880" cy="1325880"/>
            </a:xfrm>
            <a:prstGeom prst="ellipse">
              <a:avLst/>
            </a:prstGeom>
            <a:solidFill>
              <a:srgbClr val="1F3864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6694592" y="4778828"/>
              <a:ext cx="1325880" cy="1325880"/>
            </a:xfrm>
            <a:prstGeom prst="ellipse">
              <a:avLst/>
            </a:prstGeom>
            <a:solidFill>
              <a:srgbClr val="595959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4168479" y="4778828"/>
              <a:ext cx="1325880" cy="1325880"/>
            </a:xfrm>
            <a:prstGeom prst="ellipse">
              <a:avLst/>
            </a:prstGeom>
            <a:solidFill>
              <a:srgbClr val="808080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3387867" y="2376351"/>
              <a:ext cx="1325880" cy="1325880"/>
            </a:xfrm>
            <a:prstGeom prst="ellipse">
              <a:avLst/>
            </a:prstGeom>
            <a:solidFill>
              <a:srgbClr val="D9D9D9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5. 검증·안정화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PRC-092</a:t>
            </a:r>
          </a:p>
        </p:txBody>
      </p:sp>
      <p:grpSp>
        <p:nvGrpSpPr>
          <p:cNvPr id="16" name="asset:PRC-092"/>
          <p:cNvGrpSpPr/>
          <p:nvPr/>
        </p:nvGrpSpPr>
        <p:grpSpPr>
          <a:xfrm>
            <a:off x="3570585" y="891539"/>
            <a:ext cx="5047781" cy="5623561"/>
            <a:chOff x="3570585" y="891539"/>
            <a:chExt cx="5047781" cy="5623561"/>
          </a:xfrm>
        </p:grpSpPr>
        <p:sp>
          <p:nvSpPr>
            <p:cNvPr id="3" name="Oval 2"/>
            <p:cNvSpPr/>
            <p:nvPr/>
          </p:nvSpPr>
          <p:spPr>
            <a:xfrm>
              <a:off x="5134356" y="3017520"/>
              <a:ext cx="1920240" cy="1371600"/>
            </a:xfrm>
            <a:prstGeom prst="ellipse">
              <a:avLst/>
            </a:prstGeom>
            <a:solidFill>
              <a:srgbClr val="F7F9FC"/>
            </a:solidFill>
            <a:ln w="1587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지속 개선</a:t>
              </a:r>
            </a:p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순환 체계</a:t>
              </a:r>
            </a:p>
          </p:txBody>
        </p:sp>
        <p:cxnSp>
          <p:nvCxnSpPr>
            <p:cNvPr id="4" name="Connector 3"/>
            <p:cNvCxnSpPr/>
            <p:nvPr/>
          </p:nvCxnSpPr>
          <p:spPr>
            <a:xfrm>
              <a:off x="6724031" y="1917953"/>
              <a:ext cx="601839" cy="347473"/>
            </a:xfrm>
            <a:prstGeom prst="line">
              <a:avLst/>
            </a:prstGeom>
            <a:ln w="25400">
              <a:solidFill>
                <a:srgbClr val="2A4A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nector 4"/>
            <p:cNvCxnSpPr/>
            <p:nvPr/>
          </p:nvCxnSpPr>
          <p:spPr>
            <a:xfrm>
              <a:off x="7955426" y="3355848"/>
              <a:ext cx="0" cy="694943"/>
            </a:xfrm>
            <a:prstGeom prst="line">
              <a:avLst/>
            </a:prstGeom>
            <a:ln w="25400">
              <a:solidFill>
                <a:srgbClr val="2A4A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or 5"/>
            <p:cNvCxnSpPr/>
            <p:nvPr/>
          </p:nvCxnSpPr>
          <p:spPr>
            <a:xfrm flipH="1">
              <a:off x="6724031" y="5141214"/>
              <a:ext cx="601839" cy="347472"/>
            </a:xfrm>
            <a:prstGeom prst="line">
              <a:avLst/>
            </a:prstGeom>
            <a:ln w="25400">
              <a:solidFill>
                <a:srgbClr val="2A4A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or 6"/>
            <p:cNvCxnSpPr/>
            <p:nvPr/>
          </p:nvCxnSpPr>
          <p:spPr>
            <a:xfrm flipH="1" flipV="1">
              <a:off x="4863081" y="5141214"/>
              <a:ext cx="601839" cy="347472"/>
            </a:xfrm>
            <a:prstGeom prst="line">
              <a:avLst/>
            </a:prstGeom>
            <a:ln w="25400">
              <a:solidFill>
                <a:srgbClr val="2A4A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 7"/>
            <p:cNvCxnSpPr/>
            <p:nvPr/>
          </p:nvCxnSpPr>
          <p:spPr>
            <a:xfrm flipV="1">
              <a:off x="4233525" y="3355847"/>
              <a:ext cx="0" cy="694944"/>
            </a:xfrm>
            <a:prstGeom prst="line">
              <a:avLst/>
            </a:prstGeom>
            <a:ln w="25400">
              <a:solidFill>
                <a:srgbClr val="2A4A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/>
            <p:nvPr/>
          </p:nvCxnSpPr>
          <p:spPr>
            <a:xfrm flipV="1">
              <a:off x="4863081" y="1917953"/>
              <a:ext cx="601839" cy="347472"/>
            </a:xfrm>
            <a:prstGeom prst="line">
              <a:avLst/>
            </a:prstGeom>
            <a:ln w="25400">
              <a:solidFill>
                <a:srgbClr val="2A4A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5431536" y="891539"/>
              <a:ext cx="1325880" cy="1325880"/>
            </a:xfrm>
            <a:prstGeom prst="ellipse">
              <a:avLst/>
            </a:prstGeom>
            <a:solidFill>
              <a:srgbClr val="16233B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7292486" y="1965960"/>
              <a:ext cx="1325880" cy="1325880"/>
            </a:xfrm>
            <a:prstGeom prst="ellipse">
              <a:avLst/>
            </a:prstGeom>
            <a:solidFill>
              <a:srgbClr val="1F3864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7292486" y="4114800"/>
              <a:ext cx="1325880" cy="1325880"/>
            </a:xfrm>
            <a:prstGeom prst="ellipse">
              <a:avLst/>
            </a:prstGeom>
            <a:solidFill>
              <a:srgbClr val="595959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5431536" y="5189220"/>
              <a:ext cx="1325880" cy="1325880"/>
            </a:xfrm>
            <a:prstGeom prst="ellipse">
              <a:avLst/>
            </a:prstGeom>
            <a:solidFill>
              <a:srgbClr val="595959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3570585" y="4114800"/>
              <a:ext cx="1325880" cy="1325880"/>
            </a:xfrm>
            <a:prstGeom prst="ellipse">
              <a:avLst/>
            </a:prstGeom>
            <a:solidFill>
              <a:srgbClr val="808080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검증·안정화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3570585" y="1965959"/>
              <a:ext cx="1325880" cy="1325880"/>
            </a:xfrm>
            <a:prstGeom prst="ellipse">
              <a:avLst/>
            </a:prstGeom>
            <a:solidFill>
              <a:srgbClr val="D9D9D9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6. 운영·확산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PRC-093</a:t>
            </a:r>
          </a:p>
        </p:txBody>
      </p:sp>
      <p:grpSp>
        <p:nvGrpSpPr>
          <p:cNvPr id="10" name="asset:PRC-093"/>
          <p:cNvGrpSpPr/>
          <p:nvPr/>
        </p:nvGrpSpPr>
        <p:grpSpPr>
          <a:xfrm>
            <a:off x="3456285" y="777239"/>
            <a:ext cx="5276381" cy="4777741"/>
            <a:chOff x="3456285" y="777239"/>
            <a:chExt cx="5276381" cy="4777741"/>
          </a:xfrm>
        </p:grpSpPr>
        <p:sp>
          <p:nvSpPr>
            <p:cNvPr id="3" name="Oval 2"/>
            <p:cNvSpPr/>
            <p:nvPr/>
          </p:nvSpPr>
          <p:spPr>
            <a:xfrm>
              <a:off x="5134356" y="3017520"/>
              <a:ext cx="1920240" cy="1371600"/>
            </a:xfrm>
            <a:prstGeom prst="ellipse">
              <a:avLst/>
            </a:prstGeom>
            <a:solidFill>
              <a:srgbClr val="F7F9FC"/>
            </a:solidFill>
            <a:ln w="1587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지속 개선</a:t>
              </a:r>
            </a:p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순환 체계</a:t>
              </a:r>
            </a:p>
          </p:txBody>
        </p:sp>
        <p:cxnSp>
          <p:nvCxnSpPr>
            <p:cNvPr id="4" name="Connector 3"/>
            <p:cNvCxnSpPr/>
            <p:nvPr/>
          </p:nvCxnSpPr>
          <p:spPr>
            <a:xfrm>
              <a:off x="6515100" y="2283022"/>
              <a:ext cx="1019702" cy="1766175"/>
            </a:xfrm>
            <a:prstGeom prst="line">
              <a:avLst/>
            </a:prstGeom>
            <a:ln w="25400">
              <a:solidFill>
                <a:srgbClr val="1F9E8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nector 4"/>
            <p:cNvCxnSpPr/>
            <p:nvPr/>
          </p:nvCxnSpPr>
          <p:spPr>
            <a:xfrm flipH="1">
              <a:off x="5074773" y="4777740"/>
              <a:ext cx="2039405" cy="0"/>
            </a:xfrm>
            <a:prstGeom prst="line">
              <a:avLst/>
            </a:prstGeom>
            <a:ln w="25400">
              <a:solidFill>
                <a:srgbClr val="1F9E8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or 5"/>
            <p:cNvCxnSpPr/>
            <p:nvPr/>
          </p:nvCxnSpPr>
          <p:spPr>
            <a:xfrm flipV="1">
              <a:off x="4654149" y="2283022"/>
              <a:ext cx="1019703" cy="1766175"/>
            </a:xfrm>
            <a:prstGeom prst="line">
              <a:avLst/>
            </a:prstGeom>
            <a:ln w="25400">
              <a:solidFill>
                <a:srgbClr val="1F9E8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/>
            <p:cNvSpPr/>
            <p:nvPr/>
          </p:nvSpPr>
          <p:spPr>
            <a:xfrm>
              <a:off x="5317236" y="777239"/>
              <a:ext cx="1554480" cy="1554480"/>
            </a:xfrm>
            <a:prstGeom prst="ellipse">
              <a:avLst/>
            </a:prstGeom>
            <a:solidFill>
              <a:srgbClr val="16233B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7178186" y="4000500"/>
              <a:ext cx="1554480" cy="1554480"/>
            </a:xfrm>
            <a:prstGeom prst="ellipse">
              <a:avLst/>
            </a:prstGeom>
            <a:solidFill>
              <a:srgbClr val="2A4A7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3456285" y="4000500"/>
              <a:ext cx="1554480" cy="1554480"/>
            </a:xfrm>
            <a:prstGeom prst="ellipse">
              <a:avLst/>
            </a:prstGeom>
            <a:solidFill>
              <a:srgbClr val="29ABE2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PRC-094</a:t>
            </a:r>
          </a:p>
        </p:txBody>
      </p:sp>
      <p:grpSp>
        <p:nvGrpSpPr>
          <p:cNvPr id="12" name="asset:PRC-094"/>
          <p:cNvGrpSpPr/>
          <p:nvPr/>
        </p:nvGrpSpPr>
        <p:grpSpPr>
          <a:xfrm>
            <a:off x="3168395" y="777239"/>
            <a:ext cx="5852161" cy="5852161"/>
            <a:chOff x="3168395" y="777239"/>
            <a:chExt cx="5852161" cy="5852161"/>
          </a:xfrm>
        </p:grpSpPr>
        <p:sp>
          <p:nvSpPr>
            <p:cNvPr id="3" name="Oval 2"/>
            <p:cNvSpPr/>
            <p:nvPr/>
          </p:nvSpPr>
          <p:spPr>
            <a:xfrm>
              <a:off x="5134356" y="3017520"/>
              <a:ext cx="1920240" cy="1371600"/>
            </a:xfrm>
            <a:prstGeom prst="ellipse">
              <a:avLst/>
            </a:prstGeom>
            <a:solidFill>
              <a:srgbClr val="F7F9FC"/>
            </a:solidFill>
            <a:ln w="1587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지속 개선</a:t>
              </a:r>
            </a:p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순환 체계</a:t>
              </a:r>
            </a:p>
          </p:txBody>
        </p:sp>
        <p:cxnSp>
          <p:nvCxnSpPr>
            <p:cNvPr id="4" name="Connector 3"/>
            <p:cNvCxnSpPr/>
            <p:nvPr/>
          </p:nvCxnSpPr>
          <p:spPr>
            <a:xfrm>
              <a:off x="6689328" y="2149332"/>
              <a:ext cx="959135" cy="959135"/>
            </a:xfrm>
            <a:prstGeom prst="line">
              <a:avLst/>
            </a:prstGeom>
            <a:ln w="25400">
              <a:solidFill>
                <a:srgbClr val="1F9E8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nector 4"/>
            <p:cNvCxnSpPr/>
            <p:nvPr/>
          </p:nvCxnSpPr>
          <p:spPr>
            <a:xfrm flipH="1">
              <a:off x="6689328" y="4298172"/>
              <a:ext cx="959135" cy="959135"/>
            </a:xfrm>
            <a:prstGeom prst="line">
              <a:avLst/>
            </a:prstGeom>
            <a:ln w="25400">
              <a:solidFill>
                <a:srgbClr val="1F9E8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or 5"/>
            <p:cNvCxnSpPr/>
            <p:nvPr/>
          </p:nvCxnSpPr>
          <p:spPr>
            <a:xfrm flipH="1" flipV="1">
              <a:off x="4540488" y="4298172"/>
              <a:ext cx="959135" cy="959135"/>
            </a:xfrm>
            <a:prstGeom prst="line">
              <a:avLst/>
            </a:prstGeom>
            <a:ln w="25400">
              <a:solidFill>
                <a:srgbClr val="1F9E8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or 6"/>
            <p:cNvCxnSpPr/>
            <p:nvPr/>
          </p:nvCxnSpPr>
          <p:spPr>
            <a:xfrm flipV="1">
              <a:off x="4540488" y="2149332"/>
              <a:ext cx="959135" cy="959135"/>
            </a:xfrm>
            <a:prstGeom prst="line">
              <a:avLst/>
            </a:prstGeom>
            <a:ln w="25400">
              <a:solidFill>
                <a:srgbClr val="1F9E8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/>
            <p:cNvSpPr/>
            <p:nvPr/>
          </p:nvSpPr>
          <p:spPr>
            <a:xfrm>
              <a:off x="5317236" y="777239"/>
              <a:ext cx="1554480" cy="1554480"/>
            </a:xfrm>
            <a:prstGeom prst="ellipse">
              <a:avLst/>
            </a:prstGeom>
            <a:solidFill>
              <a:srgbClr val="16233B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7466076" y="2926079"/>
              <a:ext cx="1554480" cy="1554480"/>
            </a:xfrm>
            <a:prstGeom prst="ellipse">
              <a:avLst/>
            </a:prstGeom>
            <a:solidFill>
              <a:srgbClr val="1F3864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5317236" y="5074920"/>
              <a:ext cx="1554480" cy="1554480"/>
            </a:xfrm>
            <a:prstGeom prst="ellipse">
              <a:avLst/>
            </a:prstGeom>
            <a:solidFill>
              <a:srgbClr val="1F9E8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3168395" y="2926079"/>
              <a:ext cx="1554480" cy="1554480"/>
            </a:xfrm>
            <a:prstGeom prst="ellipse">
              <a:avLst/>
            </a:prstGeom>
            <a:solidFill>
              <a:srgbClr val="29ABE2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PRC-095</a:t>
            </a:r>
          </a:p>
        </p:txBody>
      </p:sp>
      <p:grpSp>
        <p:nvGrpSpPr>
          <p:cNvPr id="14" name="asset:PRC-095"/>
          <p:cNvGrpSpPr/>
          <p:nvPr/>
        </p:nvGrpSpPr>
        <p:grpSpPr>
          <a:xfrm>
            <a:off x="3387867" y="891539"/>
            <a:ext cx="5413217" cy="5213169"/>
            <a:chOff x="3387867" y="891539"/>
            <a:chExt cx="5413217" cy="5213169"/>
          </a:xfrm>
        </p:grpSpPr>
        <p:sp>
          <p:nvSpPr>
            <p:cNvPr id="3" name="Oval 2"/>
            <p:cNvSpPr/>
            <p:nvPr/>
          </p:nvSpPr>
          <p:spPr>
            <a:xfrm>
              <a:off x="5134356" y="3017520"/>
              <a:ext cx="1920240" cy="1371600"/>
            </a:xfrm>
            <a:prstGeom prst="ellipse">
              <a:avLst/>
            </a:prstGeom>
            <a:solidFill>
              <a:srgbClr val="F7F9FC"/>
            </a:solidFill>
            <a:ln w="1587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지속 개선</a:t>
              </a:r>
            </a:p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순환 체계</a:t>
              </a:r>
            </a:p>
          </p:txBody>
        </p:sp>
        <p:cxnSp>
          <p:nvCxnSpPr>
            <p:cNvPr id="4" name="Connector 3"/>
            <p:cNvCxnSpPr/>
            <p:nvPr/>
          </p:nvCxnSpPr>
          <p:spPr>
            <a:xfrm>
              <a:off x="6682589" y="1981769"/>
              <a:ext cx="867441" cy="630233"/>
            </a:xfrm>
            <a:prstGeom prst="line">
              <a:avLst/>
            </a:prstGeom>
            <a:ln w="25400">
              <a:solidFill>
                <a:srgbClr val="1F9E8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nector 4"/>
            <p:cNvCxnSpPr/>
            <p:nvPr/>
          </p:nvCxnSpPr>
          <p:spPr>
            <a:xfrm flipH="1">
              <a:off x="7582171" y="3730660"/>
              <a:ext cx="331333" cy="1019739"/>
            </a:xfrm>
            <a:prstGeom prst="line">
              <a:avLst/>
            </a:prstGeom>
            <a:ln w="25400">
              <a:solidFill>
                <a:srgbClr val="1F9E8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or 5"/>
            <p:cNvCxnSpPr/>
            <p:nvPr/>
          </p:nvCxnSpPr>
          <p:spPr>
            <a:xfrm flipH="1">
              <a:off x="5558367" y="5441768"/>
              <a:ext cx="1072217" cy="0"/>
            </a:xfrm>
            <a:prstGeom prst="line">
              <a:avLst/>
            </a:prstGeom>
            <a:ln w="25400">
              <a:solidFill>
                <a:srgbClr val="1F9E8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or 6"/>
            <p:cNvCxnSpPr/>
            <p:nvPr/>
          </p:nvCxnSpPr>
          <p:spPr>
            <a:xfrm flipH="1" flipV="1">
              <a:off x="4275447" y="3730660"/>
              <a:ext cx="331333" cy="1019739"/>
            </a:xfrm>
            <a:prstGeom prst="line">
              <a:avLst/>
            </a:prstGeom>
            <a:ln w="25400">
              <a:solidFill>
                <a:srgbClr val="1F9E8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 7"/>
            <p:cNvCxnSpPr/>
            <p:nvPr/>
          </p:nvCxnSpPr>
          <p:spPr>
            <a:xfrm flipV="1">
              <a:off x="4638921" y="1981769"/>
              <a:ext cx="867441" cy="630233"/>
            </a:xfrm>
            <a:prstGeom prst="line">
              <a:avLst/>
            </a:prstGeom>
            <a:ln w="25400">
              <a:solidFill>
                <a:srgbClr val="1F9E8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/>
            <p:cNvSpPr/>
            <p:nvPr/>
          </p:nvSpPr>
          <p:spPr>
            <a:xfrm>
              <a:off x="5431536" y="891539"/>
              <a:ext cx="1325880" cy="1325880"/>
            </a:xfrm>
            <a:prstGeom prst="ellipse">
              <a:avLst/>
            </a:prstGeom>
            <a:solidFill>
              <a:srgbClr val="16233B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475204" y="2376351"/>
              <a:ext cx="1325880" cy="1325880"/>
            </a:xfrm>
            <a:prstGeom prst="ellipse">
              <a:avLst/>
            </a:prstGeom>
            <a:solidFill>
              <a:srgbClr val="1F3864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6694592" y="4778828"/>
              <a:ext cx="1325880" cy="1325880"/>
            </a:xfrm>
            <a:prstGeom prst="ellipse">
              <a:avLst/>
            </a:prstGeom>
            <a:solidFill>
              <a:srgbClr val="2A4A7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4168479" y="4778828"/>
              <a:ext cx="1325880" cy="1325880"/>
            </a:xfrm>
            <a:prstGeom prst="ellipse">
              <a:avLst/>
            </a:prstGeom>
            <a:solidFill>
              <a:srgbClr val="1F9E8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3387867" y="2376351"/>
              <a:ext cx="1325880" cy="1325880"/>
            </a:xfrm>
            <a:prstGeom prst="ellipse">
              <a:avLst/>
            </a:prstGeom>
            <a:solidFill>
              <a:srgbClr val="29ABE2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검증·안정화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PRC-096</a:t>
            </a:r>
          </a:p>
        </p:txBody>
      </p:sp>
      <p:grpSp>
        <p:nvGrpSpPr>
          <p:cNvPr id="16" name="asset:PRC-096"/>
          <p:cNvGrpSpPr/>
          <p:nvPr/>
        </p:nvGrpSpPr>
        <p:grpSpPr>
          <a:xfrm>
            <a:off x="3570585" y="891539"/>
            <a:ext cx="5047781" cy="5623561"/>
            <a:chOff x="3570585" y="891539"/>
            <a:chExt cx="5047781" cy="5623561"/>
          </a:xfrm>
        </p:grpSpPr>
        <p:sp>
          <p:nvSpPr>
            <p:cNvPr id="3" name="Oval 2"/>
            <p:cNvSpPr/>
            <p:nvPr/>
          </p:nvSpPr>
          <p:spPr>
            <a:xfrm>
              <a:off x="5134356" y="3017520"/>
              <a:ext cx="1920240" cy="1371600"/>
            </a:xfrm>
            <a:prstGeom prst="ellipse">
              <a:avLst/>
            </a:prstGeom>
            <a:solidFill>
              <a:srgbClr val="F7F9FC"/>
            </a:solidFill>
            <a:ln w="1587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지속 개선</a:t>
              </a:r>
            </a:p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순환 체계</a:t>
              </a:r>
            </a:p>
          </p:txBody>
        </p:sp>
        <p:cxnSp>
          <p:nvCxnSpPr>
            <p:cNvPr id="4" name="Connector 3"/>
            <p:cNvCxnSpPr/>
            <p:nvPr/>
          </p:nvCxnSpPr>
          <p:spPr>
            <a:xfrm>
              <a:off x="6724031" y="1917953"/>
              <a:ext cx="601839" cy="347473"/>
            </a:xfrm>
            <a:prstGeom prst="line">
              <a:avLst/>
            </a:prstGeom>
            <a:ln w="25400">
              <a:solidFill>
                <a:srgbClr val="1F9E8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nector 4"/>
            <p:cNvCxnSpPr/>
            <p:nvPr/>
          </p:nvCxnSpPr>
          <p:spPr>
            <a:xfrm>
              <a:off x="7955426" y="3355848"/>
              <a:ext cx="0" cy="694943"/>
            </a:xfrm>
            <a:prstGeom prst="line">
              <a:avLst/>
            </a:prstGeom>
            <a:ln w="25400">
              <a:solidFill>
                <a:srgbClr val="1F9E8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or 5"/>
            <p:cNvCxnSpPr/>
            <p:nvPr/>
          </p:nvCxnSpPr>
          <p:spPr>
            <a:xfrm flipH="1">
              <a:off x="6724031" y="5141214"/>
              <a:ext cx="601839" cy="347472"/>
            </a:xfrm>
            <a:prstGeom prst="line">
              <a:avLst/>
            </a:prstGeom>
            <a:ln w="25400">
              <a:solidFill>
                <a:srgbClr val="1F9E8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or 6"/>
            <p:cNvCxnSpPr/>
            <p:nvPr/>
          </p:nvCxnSpPr>
          <p:spPr>
            <a:xfrm flipH="1" flipV="1">
              <a:off x="4863081" y="5141214"/>
              <a:ext cx="601839" cy="347472"/>
            </a:xfrm>
            <a:prstGeom prst="line">
              <a:avLst/>
            </a:prstGeom>
            <a:ln w="25400">
              <a:solidFill>
                <a:srgbClr val="1F9E8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 7"/>
            <p:cNvCxnSpPr/>
            <p:nvPr/>
          </p:nvCxnSpPr>
          <p:spPr>
            <a:xfrm flipV="1">
              <a:off x="4233525" y="3355847"/>
              <a:ext cx="0" cy="694944"/>
            </a:xfrm>
            <a:prstGeom prst="line">
              <a:avLst/>
            </a:prstGeom>
            <a:ln w="25400">
              <a:solidFill>
                <a:srgbClr val="1F9E8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/>
            <p:nvPr/>
          </p:nvCxnSpPr>
          <p:spPr>
            <a:xfrm flipV="1">
              <a:off x="4863081" y="1917953"/>
              <a:ext cx="601839" cy="347472"/>
            </a:xfrm>
            <a:prstGeom prst="line">
              <a:avLst/>
            </a:prstGeom>
            <a:ln w="25400">
              <a:solidFill>
                <a:srgbClr val="1F9E8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5431536" y="891539"/>
              <a:ext cx="1325880" cy="1325880"/>
            </a:xfrm>
            <a:prstGeom prst="ellipse">
              <a:avLst/>
            </a:prstGeom>
            <a:solidFill>
              <a:srgbClr val="16233B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7292486" y="1965960"/>
              <a:ext cx="1325880" cy="1325880"/>
            </a:xfrm>
            <a:prstGeom prst="ellipse">
              <a:avLst/>
            </a:prstGeom>
            <a:solidFill>
              <a:srgbClr val="1F3864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7292486" y="4114800"/>
              <a:ext cx="1325880" cy="1325880"/>
            </a:xfrm>
            <a:prstGeom prst="ellipse">
              <a:avLst/>
            </a:prstGeom>
            <a:solidFill>
              <a:srgbClr val="2A4A7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5431536" y="5189220"/>
              <a:ext cx="1325880" cy="1325880"/>
            </a:xfrm>
            <a:prstGeom prst="ellipse">
              <a:avLst/>
            </a:prstGeom>
            <a:solidFill>
              <a:srgbClr val="2A4A7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3570585" y="4114800"/>
              <a:ext cx="1325880" cy="1325880"/>
            </a:xfrm>
            <a:prstGeom prst="ellipse">
              <a:avLst/>
            </a:prstGeom>
            <a:solidFill>
              <a:srgbClr val="1F9E8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검증·안정화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3570585" y="1965959"/>
              <a:ext cx="1325880" cy="1325880"/>
            </a:xfrm>
            <a:prstGeom prst="ellipse">
              <a:avLst/>
            </a:prstGeom>
            <a:solidFill>
              <a:srgbClr val="29ABE2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6. 운영·확산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PRC-097</a:t>
            </a:r>
          </a:p>
        </p:txBody>
      </p:sp>
      <p:grpSp>
        <p:nvGrpSpPr>
          <p:cNvPr id="10" name="asset:PRC-097"/>
          <p:cNvGrpSpPr/>
          <p:nvPr/>
        </p:nvGrpSpPr>
        <p:grpSpPr>
          <a:xfrm>
            <a:off x="3456285" y="777239"/>
            <a:ext cx="5276381" cy="4777741"/>
            <a:chOff x="3456285" y="777239"/>
            <a:chExt cx="5276381" cy="4777741"/>
          </a:xfrm>
        </p:grpSpPr>
        <p:sp>
          <p:nvSpPr>
            <p:cNvPr id="3" name="Oval 2"/>
            <p:cNvSpPr/>
            <p:nvPr/>
          </p:nvSpPr>
          <p:spPr>
            <a:xfrm>
              <a:off x="5134356" y="3017520"/>
              <a:ext cx="1920240" cy="1371600"/>
            </a:xfrm>
            <a:prstGeom prst="ellipse">
              <a:avLst/>
            </a:prstGeom>
            <a:solidFill>
              <a:srgbClr val="F7F9FC"/>
            </a:solidFill>
            <a:ln w="1587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지속 개선</a:t>
              </a:r>
            </a:p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순환 체계</a:t>
              </a:r>
            </a:p>
          </p:txBody>
        </p:sp>
        <p:cxnSp>
          <p:nvCxnSpPr>
            <p:cNvPr id="4" name="Connector 3"/>
            <p:cNvCxnSpPr/>
            <p:nvPr/>
          </p:nvCxnSpPr>
          <p:spPr>
            <a:xfrm>
              <a:off x="6515100" y="2283022"/>
              <a:ext cx="1019702" cy="1766175"/>
            </a:xfrm>
            <a:prstGeom prst="line">
              <a:avLst/>
            </a:prstGeom>
            <a:ln w="25400">
              <a:solidFill>
                <a:srgbClr val="7B2D8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nector 4"/>
            <p:cNvCxnSpPr/>
            <p:nvPr/>
          </p:nvCxnSpPr>
          <p:spPr>
            <a:xfrm flipH="1">
              <a:off x="5074773" y="4777740"/>
              <a:ext cx="2039405" cy="0"/>
            </a:xfrm>
            <a:prstGeom prst="line">
              <a:avLst/>
            </a:prstGeom>
            <a:ln w="25400">
              <a:solidFill>
                <a:srgbClr val="7B2D8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or 5"/>
            <p:cNvCxnSpPr/>
            <p:nvPr/>
          </p:nvCxnSpPr>
          <p:spPr>
            <a:xfrm flipV="1">
              <a:off x="4654149" y="2283022"/>
              <a:ext cx="1019703" cy="1766175"/>
            </a:xfrm>
            <a:prstGeom prst="line">
              <a:avLst/>
            </a:prstGeom>
            <a:ln w="25400">
              <a:solidFill>
                <a:srgbClr val="7B2D8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/>
            <p:cNvSpPr/>
            <p:nvPr/>
          </p:nvSpPr>
          <p:spPr>
            <a:xfrm>
              <a:off x="5317236" y="777239"/>
              <a:ext cx="1554480" cy="1554480"/>
            </a:xfrm>
            <a:prstGeom prst="ellipse">
              <a:avLst/>
            </a:prstGeom>
            <a:solidFill>
              <a:srgbClr val="16233B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7178186" y="4000500"/>
              <a:ext cx="1554480" cy="1554480"/>
            </a:xfrm>
            <a:prstGeom prst="ellipse">
              <a:avLst/>
            </a:prstGeom>
            <a:solidFill>
              <a:srgbClr val="2A4A7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3456285" y="4000500"/>
              <a:ext cx="1554480" cy="1554480"/>
            </a:xfrm>
            <a:prstGeom prst="ellipse">
              <a:avLst/>
            </a:prstGeom>
            <a:solidFill>
              <a:srgbClr val="29ABE2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PRC-098</a:t>
            </a:r>
          </a:p>
        </p:txBody>
      </p:sp>
      <p:grpSp>
        <p:nvGrpSpPr>
          <p:cNvPr id="12" name="asset:PRC-098"/>
          <p:cNvGrpSpPr/>
          <p:nvPr/>
        </p:nvGrpSpPr>
        <p:grpSpPr>
          <a:xfrm>
            <a:off x="3168395" y="777239"/>
            <a:ext cx="5852161" cy="5852161"/>
            <a:chOff x="3168395" y="777239"/>
            <a:chExt cx="5852161" cy="5852161"/>
          </a:xfrm>
        </p:grpSpPr>
        <p:sp>
          <p:nvSpPr>
            <p:cNvPr id="3" name="Oval 2"/>
            <p:cNvSpPr/>
            <p:nvPr/>
          </p:nvSpPr>
          <p:spPr>
            <a:xfrm>
              <a:off x="5134356" y="3017520"/>
              <a:ext cx="1920240" cy="1371600"/>
            </a:xfrm>
            <a:prstGeom prst="ellipse">
              <a:avLst/>
            </a:prstGeom>
            <a:solidFill>
              <a:srgbClr val="F7F9FC"/>
            </a:solidFill>
            <a:ln w="1587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지속 개선</a:t>
              </a:r>
            </a:p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순환 체계</a:t>
              </a:r>
            </a:p>
          </p:txBody>
        </p:sp>
        <p:cxnSp>
          <p:nvCxnSpPr>
            <p:cNvPr id="4" name="Connector 3"/>
            <p:cNvCxnSpPr/>
            <p:nvPr/>
          </p:nvCxnSpPr>
          <p:spPr>
            <a:xfrm>
              <a:off x="6689328" y="2149332"/>
              <a:ext cx="959135" cy="959135"/>
            </a:xfrm>
            <a:prstGeom prst="line">
              <a:avLst/>
            </a:prstGeom>
            <a:ln w="25400">
              <a:solidFill>
                <a:srgbClr val="7B2D8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nector 4"/>
            <p:cNvCxnSpPr/>
            <p:nvPr/>
          </p:nvCxnSpPr>
          <p:spPr>
            <a:xfrm flipH="1">
              <a:off x="6689328" y="4298172"/>
              <a:ext cx="959135" cy="959135"/>
            </a:xfrm>
            <a:prstGeom prst="line">
              <a:avLst/>
            </a:prstGeom>
            <a:ln w="25400">
              <a:solidFill>
                <a:srgbClr val="7B2D8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or 5"/>
            <p:cNvCxnSpPr/>
            <p:nvPr/>
          </p:nvCxnSpPr>
          <p:spPr>
            <a:xfrm flipH="1" flipV="1">
              <a:off x="4540488" y="4298172"/>
              <a:ext cx="959135" cy="959135"/>
            </a:xfrm>
            <a:prstGeom prst="line">
              <a:avLst/>
            </a:prstGeom>
            <a:ln w="25400">
              <a:solidFill>
                <a:srgbClr val="7B2D8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or 6"/>
            <p:cNvCxnSpPr/>
            <p:nvPr/>
          </p:nvCxnSpPr>
          <p:spPr>
            <a:xfrm flipV="1">
              <a:off x="4540488" y="2149332"/>
              <a:ext cx="959135" cy="959135"/>
            </a:xfrm>
            <a:prstGeom prst="line">
              <a:avLst/>
            </a:prstGeom>
            <a:ln w="25400">
              <a:solidFill>
                <a:srgbClr val="7B2D8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/>
            <p:cNvSpPr/>
            <p:nvPr/>
          </p:nvSpPr>
          <p:spPr>
            <a:xfrm>
              <a:off x="5317236" y="777239"/>
              <a:ext cx="1554480" cy="1554480"/>
            </a:xfrm>
            <a:prstGeom prst="ellipse">
              <a:avLst/>
            </a:prstGeom>
            <a:solidFill>
              <a:srgbClr val="16233B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7466076" y="2926079"/>
              <a:ext cx="1554480" cy="1554480"/>
            </a:xfrm>
            <a:prstGeom prst="ellipse">
              <a:avLst/>
            </a:prstGeom>
            <a:solidFill>
              <a:srgbClr val="7B2D8E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5317236" y="5074920"/>
              <a:ext cx="1554480" cy="1554480"/>
            </a:xfrm>
            <a:prstGeom prst="ellipse">
              <a:avLst/>
            </a:prstGeom>
            <a:solidFill>
              <a:srgbClr val="2E75D6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3168395" y="2926079"/>
              <a:ext cx="1554480" cy="1554480"/>
            </a:xfrm>
            <a:prstGeom prst="ellipse">
              <a:avLst/>
            </a:prstGeom>
            <a:solidFill>
              <a:srgbClr val="29ABE2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PRC-099</a:t>
            </a:r>
          </a:p>
        </p:txBody>
      </p:sp>
      <p:grpSp>
        <p:nvGrpSpPr>
          <p:cNvPr id="14" name="asset:PRC-099"/>
          <p:cNvGrpSpPr/>
          <p:nvPr/>
        </p:nvGrpSpPr>
        <p:grpSpPr>
          <a:xfrm>
            <a:off x="3387867" y="891539"/>
            <a:ext cx="5413217" cy="5213169"/>
            <a:chOff x="3387867" y="891539"/>
            <a:chExt cx="5413217" cy="5213169"/>
          </a:xfrm>
        </p:grpSpPr>
        <p:sp>
          <p:nvSpPr>
            <p:cNvPr id="3" name="Oval 2"/>
            <p:cNvSpPr/>
            <p:nvPr/>
          </p:nvSpPr>
          <p:spPr>
            <a:xfrm>
              <a:off x="5134356" y="3017520"/>
              <a:ext cx="1920240" cy="1371600"/>
            </a:xfrm>
            <a:prstGeom prst="ellipse">
              <a:avLst/>
            </a:prstGeom>
            <a:solidFill>
              <a:srgbClr val="F7F9FC"/>
            </a:solidFill>
            <a:ln w="1587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지속 개선</a:t>
              </a:r>
            </a:p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순환 체계</a:t>
              </a:r>
            </a:p>
          </p:txBody>
        </p:sp>
        <p:cxnSp>
          <p:nvCxnSpPr>
            <p:cNvPr id="4" name="Connector 3"/>
            <p:cNvCxnSpPr/>
            <p:nvPr/>
          </p:nvCxnSpPr>
          <p:spPr>
            <a:xfrm>
              <a:off x="6682589" y="1981769"/>
              <a:ext cx="867441" cy="630233"/>
            </a:xfrm>
            <a:prstGeom prst="line">
              <a:avLst/>
            </a:prstGeom>
            <a:ln w="25400">
              <a:solidFill>
                <a:srgbClr val="7B2D8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nector 4"/>
            <p:cNvCxnSpPr/>
            <p:nvPr/>
          </p:nvCxnSpPr>
          <p:spPr>
            <a:xfrm flipH="1">
              <a:off x="7582171" y="3730660"/>
              <a:ext cx="331333" cy="1019739"/>
            </a:xfrm>
            <a:prstGeom prst="line">
              <a:avLst/>
            </a:prstGeom>
            <a:ln w="25400">
              <a:solidFill>
                <a:srgbClr val="7B2D8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or 5"/>
            <p:cNvCxnSpPr/>
            <p:nvPr/>
          </p:nvCxnSpPr>
          <p:spPr>
            <a:xfrm flipH="1">
              <a:off x="5558367" y="5441768"/>
              <a:ext cx="1072217" cy="0"/>
            </a:xfrm>
            <a:prstGeom prst="line">
              <a:avLst/>
            </a:prstGeom>
            <a:ln w="25400">
              <a:solidFill>
                <a:srgbClr val="7B2D8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or 6"/>
            <p:cNvCxnSpPr/>
            <p:nvPr/>
          </p:nvCxnSpPr>
          <p:spPr>
            <a:xfrm flipH="1" flipV="1">
              <a:off x="4275447" y="3730660"/>
              <a:ext cx="331333" cy="1019739"/>
            </a:xfrm>
            <a:prstGeom prst="line">
              <a:avLst/>
            </a:prstGeom>
            <a:ln w="25400">
              <a:solidFill>
                <a:srgbClr val="7B2D8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 7"/>
            <p:cNvCxnSpPr/>
            <p:nvPr/>
          </p:nvCxnSpPr>
          <p:spPr>
            <a:xfrm flipV="1">
              <a:off x="4638921" y="1981769"/>
              <a:ext cx="867441" cy="630233"/>
            </a:xfrm>
            <a:prstGeom prst="line">
              <a:avLst/>
            </a:prstGeom>
            <a:ln w="25400">
              <a:solidFill>
                <a:srgbClr val="7B2D8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/>
            <p:cNvSpPr/>
            <p:nvPr/>
          </p:nvSpPr>
          <p:spPr>
            <a:xfrm>
              <a:off x="5431536" y="891539"/>
              <a:ext cx="1325880" cy="1325880"/>
            </a:xfrm>
            <a:prstGeom prst="ellipse">
              <a:avLst/>
            </a:prstGeom>
            <a:solidFill>
              <a:srgbClr val="16233B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475204" y="2376351"/>
              <a:ext cx="1325880" cy="1325880"/>
            </a:xfrm>
            <a:prstGeom prst="ellipse">
              <a:avLst/>
            </a:prstGeom>
            <a:solidFill>
              <a:srgbClr val="7B2D8E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6694592" y="4778828"/>
              <a:ext cx="1325880" cy="1325880"/>
            </a:xfrm>
            <a:prstGeom prst="ellipse">
              <a:avLst/>
            </a:prstGeom>
            <a:solidFill>
              <a:srgbClr val="2A4A7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4168479" y="4778828"/>
              <a:ext cx="1325880" cy="1325880"/>
            </a:xfrm>
            <a:prstGeom prst="ellipse">
              <a:avLst/>
            </a:prstGeom>
            <a:solidFill>
              <a:srgbClr val="2E75D6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3387867" y="2376351"/>
              <a:ext cx="1325880" cy="1325880"/>
            </a:xfrm>
            <a:prstGeom prst="ellipse">
              <a:avLst/>
            </a:prstGeom>
            <a:solidFill>
              <a:srgbClr val="29ABE2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검증·안정화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PRC-100</a:t>
            </a:r>
          </a:p>
        </p:txBody>
      </p:sp>
      <p:grpSp>
        <p:nvGrpSpPr>
          <p:cNvPr id="16" name="asset:PRC-100"/>
          <p:cNvGrpSpPr/>
          <p:nvPr/>
        </p:nvGrpSpPr>
        <p:grpSpPr>
          <a:xfrm>
            <a:off x="3570585" y="891539"/>
            <a:ext cx="5047781" cy="5623561"/>
            <a:chOff x="3570585" y="891539"/>
            <a:chExt cx="5047781" cy="5623561"/>
          </a:xfrm>
        </p:grpSpPr>
        <p:sp>
          <p:nvSpPr>
            <p:cNvPr id="3" name="Oval 2"/>
            <p:cNvSpPr/>
            <p:nvPr/>
          </p:nvSpPr>
          <p:spPr>
            <a:xfrm>
              <a:off x="5134356" y="3017520"/>
              <a:ext cx="1920240" cy="1371600"/>
            </a:xfrm>
            <a:prstGeom prst="ellipse">
              <a:avLst/>
            </a:prstGeom>
            <a:solidFill>
              <a:srgbClr val="F7F9FC"/>
            </a:solidFill>
            <a:ln w="1587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지속 개선</a:t>
              </a:r>
            </a:p>
            <a:p>
              <a:pPr algn="ctr"/>
              <a:r>
                <a:rPr sz="12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순환 체계</a:t>
              </a:r>
            </a:p>
          </p:txBody>
        </p:sp>
        <p:cxnSp>
          <p:nvCxnSpPr>
            <p:cNvPr id="4" name="Connector 3"/>
            <p:cNvCxnSpPr/>
            <p:nvPr/>
          </p:nvCxnSpPr>
          <p:spPr>
            <a:xfrm>
              <a:off x="6724031" y="1917953"/>
              <a:ext cx="601839" cy="347473"/>
            </a:xfrm>
            <a:prstGeom prst="line">
              <a:avLst/>
            </a:prstGeom>
            <a:ln w="25400">
              <a:solidFill>
                <a:srgbClr val="7B2D8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nector 4"/>
            <p:cNvCxnSpPr/>
            <p:nvPr/>
          </p:nvCxnSpPr>
          <p:spPr>
            <a:xfrm>
              <a:off x="7955426" y="3355848"/>
              <a:ext cx="0" cy="694943"/>
            </a:xfrm>
            <a:prstGeom prst="line">
              <a:avLst/>
            </a:prstGeom>
            <a:ln w="25400">
              <a:solidFill>
                <a:srgbClr val="7B2D8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or 5"/>
            <p:cNvCxnSpPr/>
            <p:nvPr/>
          </p:nvCxnSpPr>
          <p:spPr>
            <a:xfrm flipH="1">
              <a:off x="6724031" y="5141214"/>
              <a:ext cx="601839" cy="347472"/>
            </a:xfrm>
            <a:prstGeom prst="line">
              <a:avLst/>
            </a:prstGeom>
            <a:ln w="25400">
              <a:solidFill>
                <a:srgbClr val="7B2D8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or 6"/>
            <p:cNvCxnSpPr/>
            <p:nvPr/>
          </p:nvCxnSpPr>
          <p:spPr>
            <a:xfrm flipH="1" flipV="1">
              <a:off x="4863081" y="5141214"/>
              <a:ext cx="601839" cy="347472"/>
            </a:xfrm>
            <a:prstGeom prst="line">
              <a:avLst/>
            </a:prstGeom>
            <a:ln w="25400">
              <a:solidFill>
                <a:srgbClr val="7B2D8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 7"/>
            <p:cNvCxnSpPr/>
            <p:nvPr/>
          </p:nvCxnSpPr>
          <p:spPr>
            <a:xfrm flipV="1">
              <a:off x="4233525" y="3355847"/>
              <a:ext cx="0" cy="694944"/>
            </a:xfrm>
            <a:prstGeom prst="line">
              <a:avLst/>
            </a:prstGeom>
            <a:ln w="25400">
              <a:solidFill>
                <a:srgbClr val="7B2D8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 8"/>
            <p:cNvCxnSpPr/>
            <p:nvPr/>
          </p:nvCxnSpPr>
          <p:spPr>
            <a:xfrm flipV="1">
              <a:off x="4863081" y="1917953"/>
              <a:ext cx="601839" cy="347472"/>
            </a:xfrm>
            <a:prstGeom prst="line">
              <a:avLst/>
            </a:prstGeom>
            <a:ln w="25400">
              <a:solidFill>
                <a:srgbClr val="7B2D8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5431536" y="891539"/>
              <a:ext cx="1325880" cy="1325880"/>
            </a:xfrm>
            <a:prstGeom prst="ellipse">
              <a:avLst/>
            </a:prstGeom>
            <a:solidFill>
              <a:srgbClr val="16233B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현황 분석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7292486" y="1965960"/>
              <a:ext cx="1325880" cy="1325880"/>
            </a:xfrm>
            <a:prstGeom prst="ellipse">
              <a:avLst/>
            </a:prstGeom>
            <a:solidFill>
              <a:srgbClr val="7B2D8E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전략 수립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7292486" y="4114800"/>
              <a:ext cx="1325880" cy="1325880"/>
            </a:xfrm>
            <a:prstGeom prst="ellipse">
              <a:avLst/>
            </a:prstGeom>
            <a:solidFill>
              <a:srgbClr val="2A4A7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체계 설계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5431536" y="5189220"/>
              <a:ext cx="1325880" cy="1325880"/>
            </a:xfrm>
            <a:prstGeom prst="ellipse">
              <a:avLst/>
            </a:prstGeom>
            <a:solidFill>
              <a:srgbClr val="2A4A7F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구축·개발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3570585" y="4114800"/>
              <a:ext cx="1325880" cy="1325880"/>
            </a:xfrm>
            <a:prstGeom prst="ellipse">
              <a:avLst/>
            </a:prstGeom>
            <a:solidFill>
              <a:srgbClr val="2E75D6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검증·안정화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3570585" y="1965959"/>
              <a:ext cx="1325880" cy="1325880"/>
            </a:xfrm>
            <a:prstGeom prst="ellipse">
              <a:avLst/>
            </a:prstGeom>
            <a:solidFill>
              <a:srgbClr val="29ABE2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6. 운영·확산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