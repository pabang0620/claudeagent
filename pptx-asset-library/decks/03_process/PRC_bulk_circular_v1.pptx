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PRC-085</a:t>
            </a:r>
          </a:p>
        </p:txBody>
      </p:sp>
      <p:grpSp>
        <p:nvGrpSpPr>
          <p:cNvPr id="10" name="asset:PRC-085"/>
          <p:cNvGrpSpPr/>
          <p:nvPr/>
        </p:nvGrpSpPr>
        <p:grpSpPr>
          <a:xfrm>
            <a:off x="3456285" y="777239"/>
            <a:ext cx="5276381" cy="4777741"/>
            <a:chOff x="3456285" y="777239"/>
            <a:chExt cx="5276381" cy="477774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515100" y="2283022"/>
              <a:ext cx="1019702" cy="176617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5074773" y="4777740"/>
              <a:ext cx="2039405" cy="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V="1">
              <a:off x="4654149" y="2283022"/>
              <a:ext cx="1019703" cy="176617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78186" y="4000500"/>
              <a:ext cx="1554480" cy="15544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56285" y="4000500"/>
              <a:ext cx="1554480" cy="15544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PRC-086</a:t>
            </a:r>
          </a:p>
        </p:txBody>
      </p:sp>
      <p:grpSp>
        <p:nvGrpSpPr>
          <p:cNvPr id="12" name="asset:PRC-086"/>
          <p:cNvGrpSpPr/>
          <p:nvPr/>
        </p:nvGrpSpPr>
        <p:grpSpPr>
          <a:xfrm>
            <a:off x="3168395" y="777239"/>
            <a:ext cx="5852161" cy="5852161"/>
            <a:chOff x="3168395" y="777239"/>
            <a:chExt cx="5852161" cy="58521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9328" y="2149332"/>
              <a:ext cx="959135" cy="95913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6689328" y="4298172"/>
              <a:ext cx="959135" cy="95913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 flipV="1">
              <a:off x="4540488" y="4298172"/>
              <a:ext cx="959135" cy="95913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4540488" y="2149332"/>
              <a:ext cx="959135" cy="959135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466076" y="2926079"/>
              <a:ext cx="1554480" cy="15544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317236" y="5074920"/>
              <a:ext cx="1554480" cy="155448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168395" y="2926079"/>
              <a:ext cx="1554480" cy="15544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PRC-087</a:t>
            </a:r>
          </a:p>
        </p:txBody>
      </p:sp>
      <p:grpSp>
        <p:nvGrpSpPr>
          <p:cNvPr id="14" name="asset:PRC-087"/>
          <p:cNvGrpSpPr/>
          <p:nvPr/>
        </p:nvGrpSpPr>
        <p:grpSpPr>
          <a:xfrm>
            <a:off x="3387867" y="891539"/>
            <a:ext cx="5413217" cy="5213169"/>
            <a:chOff x="3387867" y="891539"/>
            <a:chExt cx="5413217" cy="5213169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2589" y="1981769"/>
              <a:ext cx="867441" cy="630233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7582171" y="3730660"/>
              <a:ext cx="331333" cy="1019739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5558367" y="5441768"/>
              <a:ext cx="1072217" cy="0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275447" y="3730660"/>
              <a:ext cx="331333" cy="1019739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638921" y="1981769"/>
              <a:ext cx="867441" cy="630233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475204" y="2376351"/>
              <a:ext cx="1325880" cy="13258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694592" y="4778828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168479" y="4778828"/>
              <a:ext cx="1325880" cy="132588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387867" y="2376351"/>
              <a:ext cx="1325880" cy="13258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PRC-088</a:t>
            </a:r>
          </a:p>
        </p:txBody>
      </p:sp>
      <p:grpSp>
        <p:nvGrpSpPr>
          <p:cNvPr id="16" name="asset:PRC-088"/>
          <p:cNvGrpSpPr/>
          <p:nvPr/>
        </p:nvGrpSpPr>
        <p:grpSpPr>
          <a:xfrm>
            <a:off x="3570585" y="891539"/>
            <a:ext cx="5047781" cy="5623561"/>
            <a:chOff x="3570585" y="891539"/>
            <a:chExt cx="5047781" cy="56235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724031" y="1917953"/>
              <a:ext cx="601839" cy="347473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7955426" y="3355848"/>
              <a:ext cx="0" cy="694943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6724031" y="5141214"/>
              <a:ext cx="601839" cy="347472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863081" y="5141214"/>
              <a:ext cx="601839" cy="347472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233525" y="3355847"/>
              <a:ext cx="0" cy="694944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 flipV="1">
              <a:off x="4863081" y="1917953"/>
              <a:ext cx="601839" cy="347472"/>
            </a:xfrm>
            <a:prstGeom prst="line">
              <a:avLst/>
            </a:prstGeom>
            <a:ln w="25400">
              <a:solidFill>
                <a:srgbClr val="2E75D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292486" y="1965960"/>
              <a:ext cx="1325880" cy="13258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292486" y="4114800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31536" y="5189220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570585" y="4114800"/>
              <a:ext cx="1325880" cy="132588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570585" y="1965959"/>
              <a:ext cx="1325880" cy="13258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PRC-089</a:t>
            </a:r>
          </a:p>
        </p:txBody>
      </p:sp>
      <p:grpSp>
        <p:nvGrpSpPr>
          <p:cNvPr id="10" name="asset:PRC-089"/>
          <p:cNvGrpSpPr/>
          <p:nvPr/>
        </p:nvGrpSpPr>
        <p:grpSpPr>
          <a:xfrm>
            <a:off x="3456285" y="777239"/>
            <a:ext cx="5276381" cy="4777741"/>
            <a:chOff x="3456285" y="777239"/>
            <a:chExt cx="5276381" cy="477774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515100" y="2283022"/>
              <a:ext cx="1019702" cy="1766175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5074773" y="4777740"/>
              <a:ext cx="2039405" cy="0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V="1">
              <a:off x="4654149" y="2283022"/>
              <a:ext cx="1019703" cy="1766175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78186" y="4000500"/>
              <a:ext cx="1554480" cy="155448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56285" y="4000500"/>
              <a:ext cx="1554480" cy="155448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PRC-090</a:t>
            </a:r>
          </a:p>
        </p:txBody>
      </p:sp>
      <p:grpSp>
        <p:nvGrpSpPr>
          <p:cNvPr id="12" name="asset:PRC-090"/>
          <p:cNvGrpSpPr/>
          <p:nvPr/>
        </p:nvGrpSpPr>
        <p:grpSpPr>
          <a:xfrm>
            <a:off x="3168395" y="777239"/>
            <a:ext cx="5852161" cy="5852161"/>
            <a:chOff x="3168395" y="777239"/>
            <a:chExt cx="5852161" cy="58521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9328" y="2149332"/>
              <a:ext cx="959135" cy="959135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6689328" y="4298172"/>
              <a:ext cx="959135" cy="959135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 flipV="1">
              <a:off x="4540488" y="4298172"/>
              <a:ext cx="959135" cy="959135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4540488" y="2149332"/>
              <a:ext cx="959135" cy="959135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466076" y="2926079"/>
              <a:ext cx="1554480" cy="15544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317236" y="5074920"/>
              <a:ext cx="1554480" cy="1554480"/>
            </a:xfrm>
            <a:prstGeom prst="ellipse">
              <a:avLst/>
            </a:prstGeom>
            <a:solidFill>
              <a:srgbClr val="808080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168395" y="2926079"/>
              <a:ext cx="1554480" cy="155448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PRC-091</a:t>
            </a:r>
          </a:p>
        </p:txBody>
      </p:sp>
      <p:grpSp>
        <p:nvGrpSpPr>
          <p:cNvPr id="14" name="asset:PRC-091"/>
          <p:cNvGrpSpPr/>
          <p:nvPr/>
        </p:nvGrpSpPr>
        <p:grpSpPr>
          <a:xfrm>
            <a:off x="3387867" y="891539"/>
            <a:ext cx="5413217" cy="5213169"/>
            <a:chOff x="3387867" y="891539"/>
            <a:chExt cx="5413217" cy="5213169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2589" y="1981769"/>
              <a:ext cx="867441" cy="630233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7582171" y="3730660"/>
              <a:ext cx="331333" cy="1019739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5558367" y="5441768"/>
              <a:ext cx="1072217" cy="0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275447" y="3730660"/>
              <a:ext cx="331333" cy="1019739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638921" y="1981769"/>
              <a:ext cx="867441" cy="630233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475204" y="2376351"/>
              <a:ext cx="1325880" cy="13258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694592" y="4778828"/>
              <a:ext cx="1325880" cy="132588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168479" y="4778828"/>
              <a:ext cx="1325880" cy="1325880"/>
            </a:xfrm>
            <a:prstGeom prst="ellipse">
              <a:avLst/>
            </a:prstGeom>
            <a:solidFill>
              <a:srgbClr val="808080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387867" y="2376351"/>
              <a:ext cx="1325880" cy="132588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PRC-092</a:t>
            </a:r>
          </a:p>
        </p:txBody>
      </p:sp>
      <p:grpSp>
        <p:nvGrpSpPr>
          <p:cNvPr id="16" name="asset:PRC-092"/>
          <p:cNvGrpSpPr/>
          <p:nvPr/>
        </p:nvGrpSpPr>
        <p:grpSpPr>
          <a:xfrm>
            <a:off x="3570585" y="891539"/>
            <a:ext cx="5047781" cy="5623561"/>
            <a:chOff x="3570585" y="891539"/>
            <a:chExt cx="5047781" cy="56235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724031" y="1917953"/>
              <a:ext cx="601839" cy="347473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7955426" y="3355848"/>
              <a:ext cx="0" cy="694943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6724031" y="5141214"/>
              <a:ext cx="601839" cy="347472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863081" y="5141214"/>
              <a:ext cx="601839" cy="347472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233525" y="3355847"/>
              <a:ext cx="0" cy="694944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 flipV="1">
              <a:off x="4863081" y="1917953"/>
              <a:ext cx="601839" cy="347472"/>
            </a:xfrm>
            <a:prstGeom prst="line">
              <a:avLst/>
            </a:prstGeom>
            <a:ln w="25400">
              <a:solidFill>
                <a:srgbClr val="2A4A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292486" y="1965960"/>
              <a:ext cx="1325880" cy="13258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292486" y="4114800"/>
              <a:ext cx="1325880" cy="132588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31536" y="5189220"/>
              <a:ext cx="1325880" cy="1325880"/>
            </a:xfrm>
            <a:prstGeom prst="ellipse">
              <a:avLst/>
            </a:prstGeom>
            <a:solidFill>
              <a:srgbClr val="59595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570585" y="4114800"/>
              <a:ext cx="1325880" cy="1325880"/>
            </a:xfrm>
            <a:prstGeom prst="ellipse">
              <a:avLst/>
            </a:prstGeom>
            <a:solidFill>
              <a:srgbClr val="808080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570585" y="1965959"/>
              <a:ext cx="1325880" cy="1325880"/>
            </a:xfrm>
            <a:prstGeom prst="ellipse">
              <a:avLst/>
            </a:prstGeom>
            <a:solidFill>
              <a:srgbClr val="D9D9D9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PRC-093</a:t>
            </a:r>
          </a:p>
        </p:txBody>
      </p:sp>
      <p:grpSp>
        <p:nvGrpSpPr>
          <p:cNvPr id="10" name="asset:PRC-093"/>
          <p:cNvGrpSpPr/>
          <p:nvPr/>
        </p:nvGrpSpPr>
        <p:grpSpPr>
          <a:xfrm>
            <a:off x="3456285" y="777239"/>
            <a:ext cx="5276381" cy="4777741"/>
            <a:chOff x="3456285" y="777239"/>
            <a:chExt cx="5276381" cy="477774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515100" y="2283022"/>
              <a:ext cx="1019702" cy="1766175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5074773" y="4777740"/>
              <a:ext cx="2039405" cy="0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V="1">
              <a:off x="4654149" y="2283022"/>
              <a:ext cx="1019703" cy="1766175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78186" y="4000500"/>
              <a:ext cx="1554480" cy="15544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56285" y="4000500"/>
              <a:ext cx="1554480" cy="15544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PRC-094</a:t>
            </a:r>
          </a:p>
        </p:txBody>
      </p:sp>
      <p:grpSp>
        <p:nvGrpSpPr>
          <p:cNvPr id="12" name="asset:PRC-094"/>
          <p:cNvGrpSpPr/>
          <p:nvPr/>
        </p:nvGrpSpPr>
        <p:grpSpPr>
          <a:xfrm>
            <a:off x="3168395" y="777239"/>
            <a:ext cx="5852161" cy="5852161"/>
            <a:chOff x="3168395" y="777239"/>
            <a:chExt cx="5852161" cy="58521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9328" y="2149332"/>
              <a:ext cx="959135" cy="959135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6689328" y="4298172"/>
              <a:ext cx="959135" cy="959135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 flipV="1">
              <a:off x="4540488" y="4298172"/>
              <a:ext cx="959135" cy="959135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4540488" y="2149332"/>
              <a:ext cx="959135" cy="959135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466076" y="2926079"/>
              <a:ext cx="1554480" cy="15544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317236" y="5074920"/>
              <a:ext cx="1554480" cy="155448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168395" y="2926079"/>
              <a:ext cx="1554480" cy="15544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PRC-095</a:t>
            </a:r>
          </a:p>
        </p:txBody>
      </p:sp>
      <p:grpSp>
        <p:nvGrpSpPr>
          <p:cNvPr id="14" name="asset:PRC-095"/>
          <p:cNvGrpSpPr/>
          <p:nvPr/>
        </p:nvGrpSpPr>
        <p:grpSpPr>
          <a:xfrm>
            <a:off x="3387867" y="891539"/>
            <a:ext cx="5413217" cy="5213169"/>
            <a:chOff x="3387867" y="891539"/>
            <a:chExt cx="5413217" cy="5213169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2589" y="1981769"/>
              <a:ext cx="867441" cy="630233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7582171" y="3730660"/>
              <a:ext cx="331333" cy="1019739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5558367" y="5441768"/>
              <a:ext cx="1072217" cy="0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275447" y="3730660"/>
              <a:ext cx="331333" cy="1019739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638921" y="1981769"/>
              <a:ext cx="867441" cy="630233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475204" y="2376351"/>
              <a:ext cx="1325880" cy="13258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694592" y="4778828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168479" y="4778828"/>
              <a:ext cx="1325880" cy="132588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387867" y="2376351"/>
              <a:ext cx="1325880" cy="13258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PRC-096</a:t>
            </a:r>
          </a:p>
        </p:txBody>
      </p:sp>
      <p:grpSp>
        <p:nvGrpSpPr>
          <p:cNvPr id="16" name="asset:PRC-096"/>
          <p:cNvGrpSpPr/>
          <p:nvPr/>
        </p:nvGrpSpPr>
        <p:grpSpPr>
          <a:xfrm>
            <a:off x="3570585" y="891539"/>
            <a:ext cx="5047781" cy="5623561"/>
            <a:chOff x="3570585" y="891539"/>
            <a:chExt cx="5047781" cy="56235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724031" y="1917953"/>
              <a:ext cx="601839" cy="347473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7955426" y="3355848"/>
              <a:ext cx="0" cy="694943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6724031" y="5141214"/>
              <a:ext cx="601839" cy="347472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863081" y="5141214"/>
              <a:ext cx="601839" cy="347472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233525" y="3355847"/>
              <a:ext cx="0" cy="694944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 flipV="1">
              <a:off x="4863081" y="1917953"/>
              <a:ext cx="601839" cy="347472"/>
            </a:xfrm>
            <a:prstGeom prst="line">
              <a:avLst/>
            </a:prstGeom>
            <a:ln w="25400">
              <a:solidFill>
                <a:srgbClr val="1F9E8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292486" y="1965960"/>
              <a:ext cx="1325880" cy="132588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292486" y="4114800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31536" y="5189220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570585" y="4114800"/>
              <a:ext cx="1325880" cy="132588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570585" y="1965959"/>
              <a:ext cx="1325880" cy="13258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PRC-097</a:t>
            </a:r>
          </a:p>
        </p:txBody>
      </p:sp>
      <p:grpSp>
        <p:nvGrpSpPr>
          <p:cNvPr id="10" name="asset:PRC-097"/>
          <p:cNvGrpSpPr/>
          <p:nvPr/>
        </p:nvGrpSpPr>
        <p:grpSpPr>
          <a:xfrm>
            <a:off x="3456285" y="777239"/>
            <a:ext cx="5276381" cy="4777741"/>
            <a:chOff x="3456285" y="777239"/>
            <a:chExt cx="5276381" cy="477774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515100" y="2283022"/>
              <a:ext cx="1019702" cy="1766175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5074773" y="4777740"/>
              <a:ext cx="2039405" cy="0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V="1">
              <a:off x="4654149" y="2283022"/>
              <a:ext cx="1019703" cy="1766175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178186" y="4000500"/>
              <a:ext cx="1554480" cy="15544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56285" y="4000500"/>
              <a:ext cx="1554480" cy="15544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PRC-098</a:t>
            </a:r>
          </a:p>
        </p:txBody>
      </p:sp>
      <p:grpSp>
        <p:nvGrpSpPr>
          <p:cNvPr id="12" name="asset:PRC-098"/>
          <p:cNvGrpSpPr/>
          <p:nvPr/>
        </p:nvGrpSpPr>
        <p:grpSpPr>
          <a:xfrm>
            <a:off x="3168395" y="777239"/>
            <a:ext cx="5852161" cy="5852161"/>
            <a:chOff x="3168395" y="777239"/>
            <a:chExt cx="5852161" cy="58521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9328" y="2149332"/>
              <a:ext cx="959135" cy="959135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6689328" y="4298172"/>
              <a:ext cx="959135" cy="959135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 flipV="1">
              <a:off x="4540488" y="4298172"/>
              <a:ext cx="959135" cy="959135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4540488" y="2149332"/>
              <a:ext cx="959135" cy="959135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317236" y="777239"/>
              <a:ext cx="1554480" cy="15544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466076" y="2926079"/>
              <a:ext cx="1554480" cy="1554480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317236" y="5074920"/>
              <a:ext cx="1554480" cy="155448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168395" y="2926079"/>
              <a:ext cx="1554480" cy="15544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PRC-099</a:t>
            </a:r>
          </a:p>
        </p:txBody>
      </p:sp>
      <p:grpSp>
        <p:nvGrpSpPr>
          <p:cNvPr id="14" name="asset:PRC-099"/>
          <p:cNvGrpSpPr/>
          <p:nvPr/>
        </p:nvGrpSpPr>
        <p:grpSpPr>
          <a:xfrm>
            <a:off x="3387867" y="891539"/>
            <a:ext cx="5413217" cy="5213169"/>
            <a:chOff x="3387867" y="891539"/>
            <a:chExt cx="5413217" cy="5213169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682589" y="1981769"/>
              <a:ext cx="867441" cy="630233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7582171" y="3730660"/>
              <a:ext cx="331333" cy="1019739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5558367" y="5441768"/>
              <a:ext cx="1072217" cy="0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275447" y="3730660"/>
              <a:ext cx="331333" cy="1019739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638921" y="1981769"/>
              <a:ext cx="867441" cy="630233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475204" y="2376351"/>
              <a:ext cx="1325880" cy="1325880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694592" y="4778828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168479" y="4778828"/>
              <a:ext cx="1325880" cy="132588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387867" y="2376351"/>
              <a:ext cx="1325880" cy="13258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PRC-100</a:t>
            </a:r>
          </a:p>
        </p:txBody>
      </p:sp>
      <p:grpSp>
        <p:nvGrpSpPr>
          <p:cNvPr id="16" name="asset:PRC-100"/>
          <p:cNvGrpSpPr/>
          <p:nvPr/>
        </p:nvGrpSpPr>
        <p:grpSpPr>
          <a:xfrm>
            <a:off x="3570585" y="891539"/>
            <a:ext cx="5047781" cy="5623561"/>
            <a:chOff x="3570585" y="891539"/>
            <a:chExt cx="5047781" cy="5623561"/>
          </a:xfrm>
        </p:grpSpPr>
        <p:sp>
          <p:nvSpPr>
            <p:cNvPr id="3" name="Oval 2"/>
            <p:cNvSpPr/>
            <p:nvPr/>
          </p:nvSpPr>
          <p:spPr>
            <a:xfrm>
              <a:off x="5134356" y="3017520"/>
              <a:ext cx="1920240" cy="1371600"/>
            </a:xfrm>
            <a:prstGeom prst="ellipse">
              <a:avLst/>
            </a:prstGeom>
            <a:solidFill>
              <a:srgbClr val="F7F9FC"/>
            </a:solidFill>
            <a:ln w="158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지속 개선</a:t>
              </a:r>
            </a:p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순환 체계</a:t>
              </a:r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6724031" y="1917953"/>
              <a:ext cx="601839" cy="347473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7955426" y="3355848"/>
              <a:ext cx="0" cy="694943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6724031" y="5141214"/>
              <a:ext cx="601839" cy="347472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4863081" y="5141214"/>
              <a:ext cx="601839" cy="347472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4233525" y="3355847"/>
              <a:ext cx="0" cy="694944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 flipV="1">
              <a:off x="4863081" y="1917953"/>
              <a:ext cx="601839" cy="347472"/>
            </a:xfrm>
            <a:prstGeom prst="line">
              <a:avLst/>
            </a:prstGeom>
            <a:ln w="25400">
              <a:solidFill>
                <a:srgbClr val="7B2D8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431536" y="891539"/>
              <a:ext cx="1325880" cy="1325880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292486" y="1965960"/>
              <a:ext cx="1325880" cy="1325880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292486" y="4114800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31536" y="5189220"/>
              <a:ext cx="1325880" cy="132588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570585" y="4114800"/>
              <a:ext cx="1325880" cy="132588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570585" y="1965959"/>
              <a:ext cx="1325880" cy="132588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