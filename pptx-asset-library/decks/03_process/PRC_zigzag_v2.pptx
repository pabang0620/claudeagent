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PRC-017</a:t>
            </a:r>
          </a:p>
        </p:txBody>
      </p:sp>
      <p:grpSp>
        <p:nvGrpSpPr>
          <p:cNvPr id="10" name="asset:PRC-017"/>
          <p:cNvGrpSpPr/>
          <p:nvPr/>
        </p:nvGrpSpPr>
        <p:grpSpPr>
          <a:xfrm>
            <a:off x="1097280" y="1371600"/>
            <a:ext cx="10012680" cy="4069080"/>
            <a:chOff x="1097280" y="1371600"/>
            <a:chExt cx="10012680" cy="406908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37160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과업 정의·범위 확정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8275320" y="137160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 기반 구현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275320" y="40690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품질·정합성 점검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9728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이관·안정화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931920" y="1828800"/>
              <a:ext cx="4343400" cy="457200"/>
            </a:xfrm>
            <a:prstGeom prst="rightArrow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own Arrow 7"/>
            <p:cNvSpPr/>
            <p:nvPr/>
          </p:nvSpPr>
          <p:spPr>
            <a:xfrm>
              <a:off x="9464040" y="2743200"/>
              <a:ext cx="457200" cy="1325880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Left Arrow 8"/>
            <p:cNvSpPr/>
            <p:nvPr/>
          </p:nvSpPr>
          <p:spPr>
            <a:xfrm>
              <a:off x="3931920" y="4526280"/>
              <a:ext cx="4343400" cy="457200"/>
            </a:xfrm>
            <a:prstGeom prst="lef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