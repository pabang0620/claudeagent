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PRC-017</a:t>
            </a:r>
          </a:p>
        </p:txBody>
      </p:sp>
      <p:grpSp>
        <p:nvGrpSpPr>
          <p:cNvPr id="10" name="asset:PRC-017"/>
          <p:cNvGrpSpPr/>
          <p:nvPr/>
        </p:nvGrpSpPr>
        <p:grpSpPr>
          <a:xfrm>
            <a:off x="1097280" y="1371600"/>
            <a:ext cx="10012680" cy="4069080"/>
            <a:chOff x="1097280" y="1371600"/>
            <a:chExt cx="10012680" cy="4069080"/>
          </a:xfrm>
        </p:grpSpPr>
        <p:sp>
          <p:nvSpPr>
            <p:cNvPr id="3" name="Rounded Rectangle 2"/>
            <p:cNvSpPr/>
            <p:nvPr/>
          </p:nvSpPr>
          <p:spPr>
            <a:xfrm>
              <a:off x="1097280" y="1371600"/>
              <a:ext cx="2834640" cy="1371600"/>
            </a:xfrm>
            <a:prstGeom prst="roundRect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기획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과업 정의·범위 확정</a:t>
              </a: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8275320" y="1371600"/>
              <a:ext cx="2834640" cy="1371600"/>
            </a:xfrm>
            <a:prstGeom prst="round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개발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설계 기반 구현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8275320" y="4069080"/>
              <a:ext cx="2834640" cy="1371600"/>
            </a:xfrm>
            <a:prstGeom prst="roundRect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검증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품질·정합성 점검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097280" y="4069080"/>
              <a:ext cx="2834640" cy="1371600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배포</a:t>
              </a:r>
            </a:p>
            <a:p>
              <a:pPr algn="ctr"/>
              <a:r>
                <a:rPr sz="12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이관·안정화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3931920" y="1828800"/>
              <a:ext cx="4343400" cy="457200"/>
            </a:xfrm>
            <a:prstGeom prst="rightArrow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own Arrow 7"/>
            <p:cNvSpPr/>
            <p:nvPr/>
          </p:nvSpPr>
          <p:spPr>
            <a:xfrm>
              <a:off x="9464040" y="2743200"/>
              <a:ext cx="457200" cy="1325880"/>
            </a:xfrm>
            <a:prstGeom prst="downArrow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Left Arrow 8"/>
            <p:cNvSpPr/>
            <p:nvPr/>
          </p:nvSpPr>
          <p:spPr>
            <a:xfrm>
              <a:off x="3931920" y="4526280"/>
              <a:ext cx="4343400" cy="457200"/>
            </a:xfrm>
            <a:prstGeom prst="leftArrow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