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PRC-014</a:t>
            </a:r>
          </a:p>
        </p:txBody>
      </p:sp>
      <p:grpSp>
        <p:nvGrpSpPr>
          <p:cNvPr id="14" name="asset:PRC-014"/>
          <p:cNvGrpSpPr/>
          <p:nvPr/>
        </p:nvGrpSpPr>
        <p:grpSpPr>
          <a:xfrm>
            <a:off x="1051560" y="2263140"/>
            <a:ext cx="10186416" cy="2788920"/>
            <a:chOff x="1051560" y="2263140"/>
            <a:chExt cx="10186416" cy="2788920"/>
          </a:xfrm>
        </p:grpSpPr>
        <p:sp>
          <p:nvSpPr>
            <p:cNvPr id="3" name="Rounded Rectangle 2"/>
            <p:cNvSpPr/>
            <p:nvPr/>
          </p:nvSpPr>
          <p:spPr>
            <a:xfrm>
              <a:off x="1051560" y="2491740"/>
              <a:ext cx="1645920" cy="9601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 정의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724912" y="2770632"/>
              <a:ext cx="548640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3300984" y="2263140"/>
              <a:ext cx="1417320" cy="1417320"/>
            </a:xfrm>
            <a:prstGeom prst="diamon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요건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검토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745736" y="2770632"/>
              <a:ext cx="548640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321808" y="2491740"/>
              <a:ext cx="1645920" cy="9601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설계·구현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995160" y="2770632"/>
              <a:ext cx="548640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7571231" y="2263140"/>
              <a:ext cx="1417320" cy="1417320"/>
            </a:xfrm>
            <a:prstGeom prst="diamon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</a:t>
              </a:r>
            </a:p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9015984" y="2770632"/>
              <a:ext cx="548640" cy="402336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592056" y="2491740"/>
              <a:ext cx="1645920" cy="9601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배포·이관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8078723" y="3726180"/>
              <a:ext cx="402336" cy="502920"/>
            </a:xfrm>
            <a:prstGeom prst="down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456931" y="4274820"/>
              <a:ext cx="1645920" cy="77724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반려·보완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