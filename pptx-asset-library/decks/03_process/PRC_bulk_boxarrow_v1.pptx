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PRC-053</a:t>
            </a:r>
          </a:p>
        </p:txBody>
      </p:sp>
      <p:grpSp>
        <p:nvGrpSpPr>
          <p:cNvPr id="8" name="asset:PRC-053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3361944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3938016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413504" y="2743200"/>
              <a:ext cx="3361944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7802880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278368" y="2743200"/>
              <a:ext cx="3361944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PRC-054</a:t>
            </a:r>
          </a:p>
        </p:txBody>
      </p:sp>
      <p:grpSp>
        <p:nvGrpSpPr>
          <p:cNvPr id="10" name="asset:PRC-054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2395728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971800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447288" y="2743200"/>
              <a:ext cx="2395728" cy="14173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870448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45936" y="2743200"/>
              <a:ext cx="2395728" cy="1417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8769095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244584" y="2743200"/>
              <a:ext cx="2395728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PRC-055</a:t>
            </a:r>
          </a:p>
        </p:txBody>
      </p:sp>
      <p:grpSp>
        <p:nvGrpSpPr>
          <p:cNvPr id="12" name="asset:PRC-055"/>
          <p:cNvGrpSpPr/>
          <p:nvPr/>
        </p:nvGrpSpPr>
        <p:grpSpPr>
          <a:xfrm>
            <a:off x="548640" y="2743200"/>
            <a:ext cx="11091671" cy="1417320"/>
            <a:chOff x="548640" y="2743200"/>
            <a:chExt cx="11091671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815998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392070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67558" y="2743200"/>
              <a:ext cx="1815998" cy="14173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710988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186476" y="2743200"/>
              <a:ext cx="1815998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029907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05395" y="2743200"/>
              <a:ext cx="1815998" cy="1417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9348825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824313" y="2743200"/>
              <a:ext cx="1815998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PRC-056</a:t>
            </a:r>
          </a:p>
        </p:txBody>
      </p:sp>
      <p:grpSp>
        <p:nvGrpSpPr>
          <p:cNvPr id="14" name="asset:PRC-056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429512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005584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481072" y="2743200"/>
              <a:ext cx="1429512" cy="14173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938016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743200"/>
              <a:ext cx="1429512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70448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345936" y="2743200"/>
              <a:ext cx="1429512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802880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78367" y="2743200"/>
              <a:ext cx="1429512" cy="1417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735312" y="3250691"/>
              <a:ext cx="448056" cy="402336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10800" y="2743200"/>
              <a:ext cx="1429512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PRC-057</a:t>
            </a:r>
          </a:p>
        </p:txBody>
      </p:sp>
      <p:grpSp>
        <p:nvGrpSpPr>
          <p:cNvPr id="8" name="asset:PRC-057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3361944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3938016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413504" y="2743200"/>
              <a:ext cx="3361944" cy="14173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7802880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278368" y="2743200"/>
              <a:ext cx="3361944" cy="141732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PRC-058</a:t>
            </a:r>
          </a:p>
        </p:txBody>
      </p:sp>
      <p:grpSp>
        <p:nvGrpSpPr>
          <p:cNvPr id="10" name="asset:PRC-058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2395728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971800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447288" y="2743200"/>
              <a:ext cx="2395728" cy="14173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870448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45936" y="2743200"/>
              <a:ext cx="2395728" cy="141732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8769095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244584" y="2743200"/>
              <a:ext cx="2395728" cy="141732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PRC-059</a:t>
            </a:r>
          </a:p>
        </p:txBody>
      </p:sp>
      <p:grpSp>
        <p:nvGrpSpPr>
          <p:cNvPr id="12" name="asset:PRC-059"/>
          <p:cNvGrpSpPr/>
          <p:nvPr/>
        </p:nvGrpSpPr>
        <p:grpSpPr>
          <a:xfrm>
            <a:off x="548640" y="2743200"/>
            <a:ext cx="11091671" cy="1417320"/>
            <a:chOff x="548640" y="2743200"/>
            <a:chExt cx="11091671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815998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392070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67558" y="2743200"/>
              <a:ext cx="1815998" cy="14173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710988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186476" y="2743200"/>
              <a:ext cx="1815998" cy="14173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029907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05395" y="2743200"/>
              <a:ext cx="1815998" cy="141732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9348825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824313" y="2743200"/>
              <a:ext cx="1815998" cy="141732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PRC-060</a:t>
            </a:r>
          </a:p>
        </p:txBody>
      </p:sp>
      <p:grpSp>
        <p:nvGrpSpPr>
          <p:cNvPr id="14" name="asset:PRC-060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429512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005584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481072" y="2743200"/>
              <a:ext cx="1429512" cy="14173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938016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743200"/>
              <a:ext cx="1429512" cy="14173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70448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345936" y="2743200"/>
              <a:ext cx="1429512" cy="14173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802880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78367" y="2743200"/>
              <a:ext cx="1429512" cy="141732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735312" y="3250691"/>
              <a:ext cx="448056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10800" y="2743200"/>
              <a:ext cx="1429512" cy="141732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PRC-061</a:t>
            </a:r>
          </a:p>
        </p:txBody>
      </p:sp>
      <p:grpSp>
        <p:nvGrpSpPr>
          <p:cNvPr id="8" name="asset:PRC-061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3361944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3938016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413504" y="2743200"/>
              <a:ext cx="3361944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7802880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278368" y="2743200"/>
              <a:ext cx="3361944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PRC-062</a:t>
            </a:r>
          </a:p>
        </p:txBody>
      </p:sp>
      <p:grpSp>
        <p:nvGrpSpPr>
          <p:cNvPr id="10" name="asset:PRC-062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2395728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971800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447288" y="2743200"/>
              <a:ext cx="2395728" cy="14173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870448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45936" y="2743200"/>
              <a:ext cx="2395728" cy="14173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8769095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244584" y="2743200"/>
              <a:ext cx="2395728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PRC-063</a:t>
            </a:r>
          </a:p>
        </p:txBody>
      </p:sp>
      <p:grpSp>
        <p:nvGrpSpPr>
          <p:cNvPr id="12" name="asset:PRC-063"/>
          <p:cNvGrpSpPr/>
          <p:nvPr/>
        </p:nvGrpSpPr>
        <p:grpSpPr>
          <a:xfrm>
            <a:off x="548640" y="2743200"/>
            <a:ext cx="11091671" cy="1417320"/>
            <a:chOff x="548640" y="2743200"/>
            <a:chExt cx="11091671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815998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392070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67558" y="2743200"/>
              <a:ext cx="1815998" cy="14173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710988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186476" y="2743200"/>
              <a:ext cx="1815998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029907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05395" y="2743200"/>
              <a:ext cx="1815998" cy="14173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9348825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824313" y="2743200"/>
              <a:ext cx="1815998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PRC-064</a:t>
            </a:r>
          </a:p>
        </p:txBody>
      </p:sp>
      <p:grpSp>
        <p:nvGrpSpPr>
          <p:cNvPr id="14" name="asset:PRC-064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429512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005584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481072" y="2743200"/>
              <a:ext cx="1429512" cy="14173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938016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743200"/>
              <a:ext cx="1429512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70448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345936" y="2743200"/>
              <a:ext cx="1429512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802880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78367" y="2743200"/>
              <a:ext cx="1429512" cy="14173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735312" y="3250691"/>
              <a:ext cx="448056" cy="402336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10800" y="2743200"/>
              <a:ext cx="1429512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PRC-065</a:t>
            </a:r>
          </a:p>
        </p:txBody>
      </p:sp>
      <p:grpSp>
        <p:nvGrpSpPr>
          <p:cNvPr id="8" name="asset:PRC-065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3361944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3938016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413504" y="2743200"/>
              <a:ext cx="3361944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7802880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278368" y="2743200"/>
              <a:ext cx="3361944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PRC-066</a:t>
            </a:r>
          </a:p>
        </p:txBody>
      </p:sp>
      <p:grpSp>
        <p:nvGrpSpPr>
          <p:cNvPr id="10" name="asset:PRC-066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2395728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971800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447288" y="2743200"/>
              <a:ext cx="2395728" cy="141732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870448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45936" y="2743200"/>
              <a:ext cx="2395728" cy="1417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8769095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244584" y="2743200"/>
              <a:ext cx="2395728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PRC-067</a:t>
            </a:r>
          </a:p>
        </p:txBody>
      </p:sp>
      <p:grpSp>
        <p:nvGrpSpPr>
          <p:cNvPr id="12" name="asset:PRC-067"/>
          <p:cNvGrpSpPr/>
          <p:nvPr/>
        </p:nvGrpSpPr>
        <p:grpSpPr>
          <a:xfrm>
            <a:off x="548640" y="2743200"/>
            <a:ext cx="11091671" cy="1417320"/>
            <a:chOff x="548640" y="2743200"/>
            <a:chExt cx="11091671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815998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392070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67558" y="2743200"/>
              <a:ext cx="1815998" cy="141732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710988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186476" y="2743200"/>
              <a:ext cx="1815998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029907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05395" y="2743200"/>
              <a:ext cx="1815998" cy="1417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9348825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824313" y="2743200"/>
              <a:ext cx="1815998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PRC-068</a:t>
            </a:r>
          </a:p>
        </p:txBody>
      </p:sp>
      <p:grpSp>
        <p:nvGrpSpPr>
          <p:cNvPr id="14" name="asset:PRC-068"/>
          <p:cNvGrpSpPr/>
          <p:nvPr/>
        </p:nvGrpSpPr>
        <p:grpSpPr>
          <a:xfrm>
            <a:off x="548640" y="2743200"/>
            <a:ext cx="11091672" cy="1417320"/>
            <a:chOff x="548640" y="2743200"/>
            <a:chExt cx="11091672" cy="14173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429512" cy="14173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005584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481072" y="2743200"/>
              <a:ext cx="1429512" cy="141732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938016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743200"/>
              <a:ext cx="1429512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70448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345936" y="2743200"/>
              <a:ext cx="1429512" cy="14173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802880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78367" y="2743200"/>
              <a:ext cx="1429512" cy="1417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735312" y="3250691"/>
              <a:ext cx="448056" cy="402336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10800" y="2743200"/>
              <a:ext cx="1429512" cy="1417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