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PRC-165</a:t>
            </a:r>
          </a:p>
        </p:txBody>
      </p:sp>
      <p:grpSp>
        <p:nvGrpSpPr>
          <p:cNvPr id="10" name="asset:PRC-165"/>
          <p:cNvGrpSpPr/>
          <p:nvPr/>
        </p:nvGrpSpPr>
        <p:grpSpPr>
          <a:xfrm>
            <a:off x="548640" y="2560320"/>
            <a:ext cx="6949440" cy="2651759"/>
            <a:chOff x="548640" y="2560320"/>
            <a:chExt cx="6949440" cy="2651759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2011680" cy="100584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587752" y="3063239"/>
              <a:ext cx="40233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3337560" y="2560320"/>
              <a:ext cx="1371600" cy="1371600"/>
            </a:xfrm>
            <a:prstGeom prst="diamon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5056632" y="3063239"/>
              <a:ext cx="40233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86400" y="2743200"/>
              <a:ext cx="2011680" cy="100584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3840480" y="3977639"/>
              <a:ext cx="365760" cy="457200"/>
            </a:xfrm>
            <a:prstGeom prst="down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108960" y="4480559"/>
              <a:ext cx="1828800" cy="7315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반려·보완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PRC-166</a:t>
            </a:r>
          </a:p>
        </p:txBody>
      </p:sp>
      <p:grpSp>
        <p:nvGrpSpPr>
          <p:cNvPr id="12" name="asset:PRC-166"/>
          <p:cNvGrpSpPr/>
          <p:nvPr/>
        </p:nvGrpSpPr>
        <p:grpSpPr>
          <a:xfrm>
            <a:off x="548640" y="2560320"/>
            <a:ext cx="9326880" cy="2651759"/>
            <a:chOff x="548640" y="2560320"/>
            <a:chExt cx="9326880" cy="2651759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2011680" cy="100584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587752" y="3063239"/>
              <a:ext cx="40233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3337560" y="2560320"/>
              <a:ext cx="1371600" cy="1371600"/>
            </a:xfrm>
            <a:prstGeom prst="diamon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5056632" y="3063239"/>
              <a:ext cx="40233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86400" y="2743200"/>
              <a:ext cx="2011680" cy="100584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7525511" y="3063239"/>
              <a:ext cx="40233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8275320" y="2560320"/>
              <a:ext cx="1371600" cy="1371600"/>
            </a:xfrm>
            <a:prstGeom prst="diamon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8778240" y="3977639"/>
              <a:ext cx="365760" cy="457200"/>
            </a:xfrm>
            <a:prstGeom prst="down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46720" y="4480559"/>
              <a:ext cx="1828800" cy="7315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반려·보완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PRC-167</a:t>
            </a:r>
          </a:p>
        </p:txBody>
      </p:sp>
      <p:grpSp>
        <p:nvGrpSpPr>
          <p:cNvPr id="14" name="asset:PRC-167"/>
          <p:cNvGrpSpPr/>
          <p:nvPr/>
        </p:nvGrpSpPr>
        <p:grpSpPr>
          <a:xfrm>
            <a:off x="548640" y="2560320"/>
            <a:ext cx="11091671" cy="2651759"/>
            <a:chOff x="548640" y="2560320"/>
            <a:chExt cx="11091671" cy="2651759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1852574" cy="100584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428646" y="3063239"/>
              <a:ext cx="40233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3098901" y="2560320"/>
              <a:ext cx="1371600" cy="1371600"/>
            </a:xfrm>
            <a:prstGeom prst="diamon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4738420" y="3063239"/>
              <a:ext cx="40233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168188" y="2743200"/>
              <a:ext cx="1852574" cy="100584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7048195" y="3063239"/>
              <a:ext cx="40233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7718450" y="2560320"/>
              <a:ext cx="1371600" cy="1371600"/>
            </a:xfrm>
            <a:prstGeom prst="diamond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9357969" y="3063239"/>
              <a:ext cx="40233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787737" y="2743200"/>
              <a:ext cx="1852574" cy="100584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8221370" y="3977639"/>
              <a:ext cx="365760" cy="457200"/>
            </a:xfrm>
            <a:prstGeom prst="down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489850" y="4480559"/>
              <a:ext cx="1828800" cy="7315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반려·보완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PRC-168</a:t>
            </a:r>
          </a:p>
        </p:txBody>
      </p:sp>
      <p:grpSp>
        <p:nvGrpSpPr>
          <p:cNvPr id="16" name="asset:PRC-168"/>
          <p:cNvGrpSpPr/>
          <p:nvPr/>
        </p:nvGrpSpPr>
        <p:grpSpPr>
          <a:xfrm>
            <a:off x="548640" y="2560320"/>
            <a:ext cx="11272266" cy="2651759"/>
            <a:chOff x="548640" y="2560320"/>
            <a:chExt cx="11272266" cy="2651759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1467612" cy="100584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043684" y="3063239"/>
              <a:ext cx="40233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2521458" y="2560320"/>
              <a:ext cx="1371600" cy="1371600"/>
            </a:xfrm>
            <a:prstGeom prst="diamon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3968496" y="3063239"/>
              <a:ext cx="40233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398264" y="2743200"/>
              <a:ext cx="1467612" cy="100584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5893308" y="3063239"/>
              <a:ext cx="40233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6371082" y="2560320"/>
              <a:ext cx="1371600" cy="1371600"/>
            </a:xfrm>
            <a:prstGeom prst="diamon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7818120" y="3063239"/>
              <a:ext cx="40233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247888" y="2743200"/>
              <a:ext cx="1467612" cy="100584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9742932" y="3063239"/>
              <a:ext cx="40233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10220706" y="2560320"/>
              <a:ext cx="1371600" cy="1371600"/>
            </a:xfrm>
            <a:prstGeom prst="diamon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운영·확산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10723626" y="3977639"/>
              <a:ext cx="365760" cy="457200"/>
            </a:xfrm>
            <a:prstGeom prst="down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92106" y="4480559"/>
              <a:ext cx="1828800" cy="7315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반려·보완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PRC-169</a:t>
            </a:r>
          </a:p>
        </p:txBody>
      </p:sp>
      <p:grpSp>
        <p:nvGrpSpPr>
          <p:cNvPr id="10" name="asset:PRC-169"/>
          <p:cNvGrpSpPr/>
          <p:nvPr/>
        </p:nvGrpSpPr>
        <p:grpSpPr>
          <a:xfrm>
            <a:off x="548640" y="2560320"/>
            <a:ext cx="6949440" cy="2651759"/>
            <a:chOff x="548640" y="2560320"/>
            <a:chExt cx="6949440" cy="2651759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2011680" cy="100584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587752" y="3063239"/>
              <a:ext cx="40233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3337560" y="2560320"/>
              <a:ext cx="1371600" cy="1371600"/>
            </a:xfrm>
            <a:prstGeom prst="diamond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5056632" y="3063239"/>
              <a:ext cx="40233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86400" y="2743200"/>
              <a:ext cx="2011680" cy="1005840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3840480" y="3977639"/>
              <a:ext cx="365760" cy="457200"/>
            </a:xfrm>
            <a:prstGeom prst="down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108960" y="4480559"/>
              <a:ext cx="1828800" cy="7315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반려·보완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PRC-170</a:t>
            </a:r>
          </a:p>
        </p:txBody>
      </p:sp>
      <p:grpSp>
        <p:nvGrpSpPr>
          <p:cNvPr id="12" name="asset:PRC-170"/>
          <p:cNvGrpSpPr/>
          <p:nvPr/>
        </p:nvGrpSpPr>
        <p:grpSpPr>
          <a:xfrm>
            <a:off x="548640" y="2560320"/>
            <a:ext cx="9326880" cy="2651759"/>
            <a:chOff x="548640" y="2560320"/>
            <a:chExt cx="9326880" cy="2651759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2011680" cy="100584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587752" y="3063239"/>
              <a:ext cx="40233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3337560" y="2560320"/>
              <a:ext cx="1371600" cy="1371600"/>
            </a:xfrm>
            <a:prstGeom prst="diamon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5056632" y="3063239"/>
              <a:ext cx="40233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86400" y="2743200"/>
              <a:ext cx="2011680" cy="100584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7525511" y="3063239"/>
              <a:ext cx="40233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8275320" y="2560320"/>
              <a:ext cx="1371600" cy="1371600"/>
            </a:xfrm>
            <a:prstGeom prst="diamond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8778240" y="3977639"/>
              <a:ext cx="365760" cy="457200"/>
            </a:xfrm>
            <a:prstGeom prst="down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46720" y="4480559"/>
              <a:ext cx="1828800" cy="7315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반려·보완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PRC-171</a:t>
            </a:r>
          </a:p>
        </p:txBody>
      </p:sp>
      <p:grpSp>
        <p:nvGrpSpPr>
          <p:cNvPr id="14" name="asset:PRC-171"/>
          <p:cNvGrpSpPr/>
          <p:nvPr/>
        </p:nvGrpSpPr>
        <p:grpSpPr>
          <a:xfrm>
            <a:off x="548640" y="2560320"/>
            <a:ext cx="11091671" cy="2651759"/>
            <a:chOff x="548640" y="2560320"/>
            <a:chExt cx="11091671" cy="2651759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1852574" cy="100584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428646" y="3063239"/>
              <a:ext cx="40233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3098901" y="2560320"/>
              <a:ext cx="1371600" cy="1371600"/>
            </a:xfrm>
            <a:prstGeom prst="diamon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4738420" y="3063239"/>
              <a:ext cx="40233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168188" y="2743200"/>
              <a:ext cx="1852574" cy="100584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7048195" y="3063239"/>
              <a:ext cx="40233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7718450" y="2560320"/>
              <a:ext cx="1371600" cy="1371600"/>
            </a:xfrm>
            <a:prstGeom prst="diamon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9357969" y="3063239"/>
              <a:ext cx="40233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787737" y="2743200"/>
              <a:ext cx="1852574" cy="1005840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8221370" y="3977639"/>
              <a:ext cx="365760" cy="457200"/>
            </a:xfrm>
            <a:prstGeom prst="down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489850" y="4480559"/>
              <a:ext cx="1828800" cy="7315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반려·보완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PRC-172</a:t>
            </a:r>
          </a:p>
        </p:txBody>
      </p:sp>
      <p:grpSp>
        <p:nvGrpSpPr>
          <p:cNvPr id="16" name="asset:PRC-172"/>
          <p:cNvGrpSpPr/>
          <p:nvPr/>
        </p:nvGrpSpPr>
        <p:grpSpPr>
          <a:xfrm>
            <a:off x="548640" y="2560320"/>
            <a:ext cx="11272266" cy="2651759"/>
            <a:chOff x="548640" y="2560320"/>
            <a:chExt cx="11272266" cy="2651759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1467612" cy="100584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043684" y="3063239"/>
              <a:ext cx="40233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2521458" y="2560320"/>
              <a:ext cx="1371600" cy="1371600"/>
            </a:xfrm>
            <a:prstGeom prst="diamon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3968496" y="3063239"/>
              <a:ext cx="40233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398264" y="2743200"/>
              <a:ext cx="1467612" cy="100584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5893308" y="3063239"/>
              <a:ext cx="40233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6371082" y="2560320"/>
              <a:ext cx="1371600" cy="1371600"/>
            </a:xfrm>
            <a:prstGeom prst="diamond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7818120" y="3063239"/>
              <a:ext cx="40233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247888" y="2743200"/>
              <a:ext cx="1467612" cy="100584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9742932" y="3063239"/>
              <a:ext cx="40233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10220706" y="2560320"/>
              <a:ext cx="1371600" cy="1371600"/>
            </a:xfrm>
            <a:prstGeom prst="diamond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운영·확산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10723626" y="3977639"/>
              <a:ext cx="365760" cy="457200"/>
            </a:xfrm>
            <a:prstGeom prst="down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92106" y="4480559"/>
              <a:ext cx="1828800" cy="7315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반려·보완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PRC-173</a:t>
            </a:r>
          </a:p>
        </p:txBody>
      </p:sp>
      <p:grpSp>
        <p:nvGrpSpPr>
          <p:cNvPr id="10" name="asset:PRC-173"/>
          <p:cNvGrpSpPr/>
          <p:nvPr/>
        </p:nvGrpSpPr>
        <p:grpSpPr>
          <a:xfrm>
            <a:off x="548640" y="2560320"/>
            <a:ext cx="6949440" cy="2651759"/>
            <a:chOff x="548640" y="2560320"/>
            <a:chExt cx="6949440" cy="2651759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2011680" cy="100584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587752" y="3063239"/>
              <a:ext cx="40233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3337560" y="2560320"/>
              <a:ext cx="1371600" cy="1371600"/>
            </a:xfrm>
            <a:prstGeom prst="diamon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5056632" y="3063239"/>
              <a:ext cx="40233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86400" y="2743200"/>
              <a:ext cx="2011680" cy="100584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3840480" y="3977639"/>
              <a:ext cx="365760" cy="457200"/>
            </a:xfrm>
            <a:prstGeom prst="down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108960" y="4480559"/>
              <a:ext cx="1828800" cy="7315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반려·보완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PRC-174</a:t>
            </a:r>
          </a:p>
        </p:txBody>
      </p:sp>
      <p:grpSp>
        <p:nvGrpSpPr>
          <p:cNvPr id="12" name="asset:PRC-174"/>
          <p:cNvGrpSpPr/>
          <p:nvPr/>
        </p:nvGrpSpPr>
        <p:grpSpPr>
          <a:xfrm>
            <a:off x="548640" y="2560320"/>
            <a:ext cx="9326880" cy="2651759"/>
            <a:chOff x="548640" y="2560320"/>
            <a:chExt cx="9326880" cy="2651759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2011680" cy="100584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587752" y="3063239"/>
              <a:ext cx="40233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3337560" y="2560320"/>
              <a:ext cx="1371600" cy="1371600"/>
            </a:xfrm>
            <a:prstGeom prst="diamon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5056632" y="3063239"/>
              <a:ext cx="40233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86400" y="2743200"/>
              <a:ext cx="2011680" cy="100584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7525511" y="3063239"/>
              <a:ext cx="40233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8275320" y="2560320"/>
              <a:ext cx="1371600" cy="1371600"/>
            </a:xfrm>
            <a:prstGeom prst="diamon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8778240" y="3977639"/>
              <a:ext cx="365760" cy="457200"/>
            </a:xfrm>
            <a:prstGeom prst="down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46720" y="4480559"/>
              <a:ext cx="1828800" cy="7315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반려·보완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PRC-175</a:t>
            </a:r>
          </a:p>
        </p:txBody>
      </p:sp>
      <p:grpSp>
        <p:nvGrpSpPr>
          <p:cNvPr id="14" name="asset:PRC-175"/>
          <p:cNvGrpSpPr/>
          <p:nvPr/>
        </p:nvGrpSpPr>
        <p:grpSpPr>
          <a:xfrm>
            <a:off x="548640" y="2560320"/>
            <a:ext cx="11091671" cy="2651759"/>
            <a:chOff x="548640" y="2560320"/>
            <a:chExt cx="11091671" cy="2651759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1852574" cy="100584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428646" y="3063239"/>
              <a:ext cx="40233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3098901" y="2560320"/>
              <a:ext cx="1371600" cy="1371600"/>
            </a:xfrm>
            <a:prstGeom prst="diamon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4738420" y="3063239"/>
              <a:ext cx="40233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168188" y="2743200"/>
              <a:ext cx="1852574" cy="100584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7048195" y="3063239"/>
              <a:ext cx="40233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7718450" y="2560320"/>
              <a:ext cx="1371600" cy="1371600"/>
            </a:xfrm>
            <a:prstGeom prst="diamond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9357969" y="3063239"/>
              <a:ext cx="40233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787737" y="2743200"/>
              <a:ext cx="1852574" cy="100584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8221370" y="3977639"/>
              <a:ext cx="365760" cy="457200"/>
            </a:xfrm>
            <a:prstGeom prst="down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489850" y="4480559"/>
              <a:ext cx="1828800" cy="7315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반려·보완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PRC-176</a:t>
            </a:r>
          </a:p>
        </p:txBody>
      </p:sp>
      <p:grpSp>
        <p:nvGrpSpPr>
          <p:cNvPr id="16" name="asset:PRC-176"/>
          <p:cNvGrpSpPr/>
          <p:nvPr/>
        </p:nvGrpSpPr>
        <p:grpSpPr>
          <a:xfrm>
            <a:off x="548640" y="2560320"/>
            <a:ext cx="11272266" cy="2651759"/>
            <a:chOff x="548640" y="2560320"/>
            <a:chExt cx="11272266" cy="2651759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1467612" cy="100584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043684" y="3063239"/>
              <a:ext cx="40233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2521458" y="2560320"/>
              <a:ext cx="1371600" cy="1371600"/>
            </a:xfrm>
            <a:prstGeom prst="diamon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3968496" y="3063239"/>
              <a:ext cx="40233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398264" y="2743200"/>
              <a:ext cx="1467612" cy="100584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5893308" y="3063239"/>
              <a:ext cx="40233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6371082" y="2560320"/>
              <a:ext cx="1371600" cy="1371600"/>
            </a:xfrm>
            <a:prstGeom prst="diamon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7818120" y="3063239"/>
              <a:ext cx="40233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247888" y="2743200"/>
              <a:ext cx="1467612" cy="100584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9742932" y="3063239"/>
              <a:ext cx="40233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10220706" y="2560320"/>
              <a:ext cx="1371600" cy="1371600"/>
            </a:xfrm>
            <a:prstGeom prst="diamond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운영·확산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10723626" y="3977639"/>
              <a:ext cx="365760" cy="457200"/>
            </a:xfrm>
            <a:prstGeom prst="down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92106" y="4480559"/>
              <a:ext cx="1828800" cy="7315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반려·보완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