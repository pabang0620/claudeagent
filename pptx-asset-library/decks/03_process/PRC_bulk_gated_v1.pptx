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PRC-165</a:t>
            </a:r>
          </a:p>
        </p:txBody>
      </p:sp>
      <p:grpSp>
        <p:nvGrpSpPr>
          <p:cNvPr id="10" name="asset:PRC-165"/>
          <p:cNvGrpSpPr/>
          <p:nvPr/>
        </p:nvGrpSpPr>
        <p:grpSpPr>
          <a:xfrm>
            <a:off x="548640" y="2560320"/>
            <a:ext cx="6949440" cy="2651759"/>
            <a:chOff x="548640" y="2560320"/>
            <a:chExt cx="694944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384048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0896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PRC-166</a:t>
            </a:r>
          </a:p>
        </p:txBody>
      </p:sp>
      <p:grpSp>
        <p:nvGrpSpPr>
          <p:cNvPr id="12" name="asset:PRC-166"/>
          <p:cNvGrpSpPr/>
          <p:nvPr/>
        </p:nvGrpSpPr>
        <p:grpSpPr>
          <a:xfrm>
            <a:off x="548640" y="2560320"/>
            <a:ext cx="9326880" cy="2651759"/>
            <a:chOff x="548640" y="2560320"/>
            <a:chExt cx="932688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525511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8275320" y="2560320"/>
              <a:ext cx="1371600" cy="137160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77824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4672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PRC-167</a:t>
            </a:r>
          </a:p>
        </p:txBody>
      </p:sp>
      <p:grpSp>
        <p:nvGrpSpPr>
          <p:cNvPr id="14" name="asset:PRC-167"/>
          <p:cNvGrpSpPr/>
          <p:nvPr/>
        </p:nvGrpSpPr>
        <p:grpSpPr>
          <a:xfrm>
            <a:off x="548640" y="2560320"/>
            <a:ext cx="11091671" cy="2651759"/>
            <a:chOff x="548640" y="2560320"/>
            <a:chExt cx="11091671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52574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28646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098901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38420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68188" y="2743200"/>
              <a:ext cx="1852574" cy="100584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48195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7718450" y="2560320"/>
              <a:ext cx="1371600" cy="1371600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57969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87737" y="2743200"/>
              <a:ext cx="1852574" cy="100584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22137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8985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PRC-168</a:t>
            </a:r>
          </a:p>
        </p:txBody>
      </p:sp>
      <p:grpSp>
        <p:nvGrpSpPr>
          <p:cNvPr id="16" name="asset:PRC-168"/>
          <p:cNvGrpSpPr/>
          <p:nvPr/>
        </p:nvGrpSpPr>
        <p:grpSpPr>
          <a:xfrm>
            <a:off x="548640" y="2560320"/>
            <a:ext cx="11272266" cy="2651759"/>
            <a:chOff x="548640" y="2560320"/>
            <a:chExt cx="11272266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67612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43684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521458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68496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98264" y="2743200"/>
              <a:ext cx="1467612" cy="100584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93308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371082" y="2560320"/>
              <a:ext cx="1371600" cy="1371600"/>
            </a:xfrm>
            <a:prstGeom prst="diamon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18120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47888" y="2743200"/>
              <a:ext cx="1467612" cy="100584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42932" y="3063239"/>
              <a:ext cx="40233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10220706" y="2560320"/>
              <a:ext cx="1371600" cy="137160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10723626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92106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PRC-169</a:t>
            </a:r>
          </a:p>
        </p:txBody>
      </p:sp>
      <p:grpSp>
        <p:nvGrpSpPr>
          <p:cNvPr id="10" name="asset:PRC-169"/>
          <p:cNvGrpSpPr/>
          <p:nvPr/>
        </p:nvGrpSpPr>
        <p:grpSpPr>
          <a:xfrm>
            <a:off x="548640" y="2560320"/>
            <a:ext cx="6949440" cy="2651759"/>
            <a:chOff x="548640" y="2560320"/>
            <a:chExt cx="694944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384048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0896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PRC-170</a:t>
            </a:r>
          </a:p>
        </p:txBody>
      </p:sp>
      <p:grpSp>
        <p:nvGrpSpPr>
          <p:cNvPr id="12" name="asset:PRC-170"/>
          <p:cNvGrpSpPr/>
          <p:nvPr/>
        </p:nvGrpSpPr>
        <p:grpSpPr>
          <a:xfrm>
            <a:off x="548640" y="2560320"/>
            <a:ext cx="9326880" cy="2651759"/>
            <a:chOff x="548640" y="2560320"/>
            <a:chExt cx="932688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525511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8275320" y="2560320"/>
              <a:ext cx="1371600" cy="1371600"/>
            </a:xfrm>
            <a:prstGeom prst="diamon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77824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4672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PRC-171</a:t>
            </a:r>
          </a:p>
        </p:txBody>
      </p:sp>
      <p:grpSp>
        <p:nvGrpSpPr>
          <p:cNvPr id="14" name="asset:PRC-171"/>
          <p:cNvGrpSpPr/>
          <p:nvPr/>
        </p:nvGrpSpPr>
        <p:grpSpPr>
          <a:xfrm>
            <a:off x="548640" y="2560320"/>
            <a:ext cx="11091671" cy="2651759"/>
            <a:chOff x="548640" y="2560320"/>
            <a:chExt cx="11091671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52574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28646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098901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38420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68188" y="2743200"/>
              <a:ext cx="1852574" cy="100584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48195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7718450" y="2560320"/>
              <a:ext cx="1371600" cy="1371600"/>
            </a:xfrm>
            <a:prstGeom prst="diamon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57969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87737" y="2743200"/>
              <a:ext cx="1852574" cy="100584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22137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8985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PRC-172</a:t>
            </a:r>
          </a:p>
        </p:txBody>
      </p:sp>
      <p:grpSp>
        <p:nvGrpSpPr>
          <p:cNvPr id="16" name="asset:PRC-172"/>
          <p:cNvGrpSpPr/>
          <p:nvPr/>
        </p:nvGrpSpPr>
        <p:grpSpPr>
          <a:xfrm>
            <a:off x="548640" y="2560320"/>
            <a:ext cx="11272266" cy="2651759"/>
            <a:chOff x="548640" y="2560320"/>
            <a:chExt cx="11272266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67612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43684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521458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68496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98264" y="2743200"/>
              <a:ext cx="1467612" cy="100584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93308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371082" y="2560320"/>
              <a:ext cx="1371600" cy="1371600"/>
            </a:xfrm>
            <a:prstGeom prst="diamon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18120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47888" y="2743200"/>
              <a:ext cx="1467612" cy="100584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42932" y="3063239"/>
              <a:ext cx="40233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10220706" y="2560320"/>
              <a:ext cx="1371600" cy="1371600"/>
            </a:xfrm>
            <a:prstGeom prst="diamon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10723626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92106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PRC-173</a:t>
            </a:r>
          </a:p>
        </p:txBody>
      </p:sp>
      <p:grpSp>
        <p:nvGrpSpPr>
          <p:cNvPr id="10" name="asset:PRC-173"/>
          <p:cNvGrpSpPr/>
          <p:nvPr/>
        </p:nvGrpSpPr>
        <p:grpSpPr>
          <a:xfrm>
            <a:off x="548640" y="2560320"/>
            <a:ext cx="6949440" cy="2651759"/>
            <a:chOff x="548640" y="2560320"/>
            <a:chExt cx="694944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384048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0896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PRC-174</a:t>
            </a:r>
          </a:p>
        </p:txBody>
      </p:sp>
      <p:grpSp>
        <p:nvGrpSpPr>
          <p:cNvPr id="12" name="asset:PRC-174"/>
          <p:cNvGrpSpPr/>
          <p:nvPr/>
        </p:nvGrpSpPr>
        <p:grpSpPr>
          <a:xfrm>
            <a:off x="548640" y="2560320"/>
            <a:ext cx="9326880" cy="2651759"/>
            <a:chOff x="548640" y="2560320"/>
            <a:chExt cx="9326880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2011680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587752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37560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056632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0" y="2743200"/>
              <a:ext cx="2011680" cy="100584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525511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8275320" y="2560320"/>
              <a:ext cx="1371600" cy="137160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77824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4672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PRC-175</a:t>
            </a:r>
          </a:p>
        </p:txBody>
      </p:sp>
      <p:grpSp>
        <p:nvGrpSpPr>
          <p:cNvPr id="14" name="asset:PRC-175"/>
          <p:cNvGrpSpPr/>
          <p:nvPr/>
        </p:nvGrpSpPr>
        <p:grpSpPr>
          <a:xfrm>
            <a:off x="548640" y="2560320"/>
            <a:ext cx="11091671" cy="2651759"/>
            <a:chOff x="548640" y="2560320"/>
            <a:chExt cx="11091671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852574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28646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098901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38420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68188" y="2743200"/>
              <a:ext cx="1852574" cy="100584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048195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7718450" y="2560320"/>
              <a:ext cx="1371600" cy="1371600"/>
            </a:xfrm>
            <a:prstGeom prst="diamon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357969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87737" y="2743200"/>
              <a:ext cx="1852574" cy="100584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221370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89850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PRC-176</a:t>
            </a:r>
          </a:p>
        </p:txBody>
      </p:sp>
      <p:grpSp>
        <p:nvGrpSpPr>
          <p:cNvPr id="16" name="asset:PRC-176"/>
          <p:cNvGrpSpPr/>
          <p:nvPr/>
        </p:nvGrpSpPr>
        <p:grpSpPr>
          <a:xfrm>
            <a:off x="548640" y="2560320"/>
            <a:ext cx="11272266" cy="2651759"/>
            <a:chOff x="548640" y="2560320"/>
            <a:chExt cx="11272266" cy="2651759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200"/>
              <a:ext cx="1467612" cy="100584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043684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521458" y="2560320"/>
              <a:ext cx="1371600" cy="1371600"/>
            </a:xfrm>
            <a:prstGeom prst="diamon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968496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98264" y="2743200"/>
              <a:ext cx="1467612" cy="100584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93308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371082" y="2560320"/>
              <a:ext cx="1371600" cy="1371600"/>
            </a:xfrm>
            <a:prstGeom prst="diamon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818120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47888" y="2743200"/>
              <a:ext cx="1467612" cy="100584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742932" y="3063239"/>
              <a:ext cx="40233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10220706" y="2560320"/>
              <a:ext cx="1371600" cy="137160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10723626" y="3977639"/>
              <a:ext cx="365760" cy="45720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92106" y="4480559"/>
              <a:ext cx="1828800" cy="73152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