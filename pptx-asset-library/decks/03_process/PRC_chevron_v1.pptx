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PRC-001</a:t>
            </a:r>
          </a:p>
        </p:txBody>
      </p:sp>
      <p:grpSp>
        <p:nvGrpSpPr>
          <p:cNvPr id="8" name="asset:PRC-001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1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셰브론 밴드 · 3단계 추진절차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48640" y="2834640"/>
              <a:ext cx="3867912" cy="137160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착수·현황분석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4160520" y="2834640"/>
              <a:ext cx="3867912" cy="137160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체계수립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7772400" y="2834640"/>
              <a:ext cx="3867912" cy="137160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활용·성과확산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PRC-002</a:t>
            </a:r>
          </a:p>
        </p:txBody>
      </p:sp>
      <p:grpSp>
        <p:nvGrpSpPr>
          <p:cNvPr id="9" name="asset:PRC-002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2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셰브론 밴드 · 4단계 추진절차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48640" y="2834640"/>
              <a:ext cx="2964942" cy="137160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3257550" y="2834640"/>
              <a:ext cx="2964942" cy="137160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체계수립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5966460" y="2834640"/>
              <a:ext cx="2964942" cy="137160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정보검증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8675370" y="2834640"/>
              <a:ext cx="2964942" cy="137160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활용기획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PRC-003</a:t>
            </a:r>
          </a:p>
        </p:txBody>
      </p:sp>
      <p:grpSp>
        <p:nvGrpSpPr>
          <p:cNvPr id="10" name="asset:PRC-003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3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셰브론 밴드 · 5단계 추진절차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548640" y="2834640"/>
              <a:ext cx="2423160" cy="1371600"/>
            </a:xfrm>
            <a:prstGeom prst="chevron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착수·분석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2715768" y="2834640"/>
              <a:ext cx="2423160" cy="1371600"/>
            </a:xfrm>
            <a:prstGeom prst="chevron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현황조사</a:t>
              </a:r>
            </a:p>
          </p:txBody>
        </p:sp>
        <p:sp>
          <p:nvSpPr>
            <p:cNvPr id="7" name="Chevron 6"/>
            <p:cNvSpPr/>
            <p:nvPr/>
          </p:nvSpPr>
          <p:spPr>
            <a:xfrm>
              <a:off x="4882896" y="2834640"/>
              <a:ext cx="2423160" cy="1371600"/>
            </a:xfrm>
            <a:prstGeom prst="chevron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체계수립</a:t>
              </a:r>
            </a:p>
          </p:txBody>
        </p:sp>
        <p:sp>
          <p:nvSpPr>
            <p:cNvPr id="8" name="Chevron 7"/>
            <p:cNvSpPr/>
            <p:nvPr/>
          </p:nvSpPr>
          <p:spPr>
            <a:xfrm>
              <a:off x="7050024" y="2834640"/>
              <a:ext cx="2423160" cy="137160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정보검증</a:t>
              </a:r>
            </a:p>
          </p:txBody>
        </p:sp>
        <p:sp>
          <p:nvSpPr>
            <p:cNvPr id="9" name="Chevron 8"/>
            <p:cNvSpPr/>
            <p:nvPr/>
          </p:nvSpPr>
          <p:spPr>
            <a:xfrm>
              <a:off x="9217152" y="2834640"/>
              <a:ext cx="2423160" cy="137160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5단계</a:t>
              </a:r>
            </a:p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활용기획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PRC-006</a:t>
            </a:r>
          </a:p>
        </p:txBody>
      </p:sp>
      <p:grpSp>
        <p:nvGrpSpPr>
          <p:cNvPr id="12" name="asset:PRC-006"/>
          <p:cNvGrpSpPr/>
          <p:nvPr/>
        </p:nvGrpSpPr>
        <p:grpSpPr>
          <a:xfrm>
            <a:off x="365760" y="384048"/>
            <a:ext cx="11457432" cy="6245352"/>
            <a:chOff x="365760" y="384048"/>
            <a:chExt cx="11457432" cy="6245352"/>
          </a:xfrm>
        </p:grpSpPr>
        <p:sp>
          <p:nvSpPr>
            <p:cNvPr id="2" name="PRC-006_bg"/>
            <p:cNvSpPr/>
            <p:nvPr/>
          </p:nvSpPr>
          <p:spPr>
            <a:xfrm>
              <a:off x="365760" y="411480"/>
              <a:ext cx="11457432" cy="62179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5760" y="384048"/>
              <a:ext cx="114300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화살표 계단식 · 우상향 단계 성장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731520" y="5029200"/>
              <a:ext cx="2286000" cy="9601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기반구축</a:t>
              </a:r>
            </a:p>
          </p:txBody>
        </p:sp>
        <p:sp>
          <p:nvSpPr>
            <p:cNvPr id="6" name="Chevron 5"/>
            <p:cNvSpPr/>
            <p:nvPr/>
          </p:nvSpPr>
          <p:spPr>
            <a:xfrm rot="19620000">
              <a:off x="2697479" y="4434840"/>
              <a:ext cx="822960" cy="5029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535679" y="4023360"/>
              <a:ext cx="2286000" cy="96012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체계수립</a:t>
              </a:r>
            </a:p>
          </p:txBody>
        </p:sp>
        <p:sp>
          <p:nvSpPr>
            <p:cNvPr id="8" name="Chevron 7"/>
            <p:cNvSpPr/>
            <p:nvPr/>
          </p:nvSpPr>
          <p:spPr>
            <a:xfrm rot="19620000">
              <a:off x="5501640" y="3429000"/>
              <a:ext cx="822960" cy="5029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339839" y="3017520"/>
              <a:ext cx="2286000" cy="96012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고도화</a:t>
              </a:r>
            </a:p>
          </p:txBody>
        </p:sp>
        <p:sp>
          <p:nvSpPr>
            <p:cNvPr id="10" name="Chevron 9"/>
            <p:cNvSpPr/>
            <p:nvPr/>
          </p:nvSpPr>
          <p:spPr>
            <a:xfrm rot="19620000">
              <a:off x="8305800" y="2423160"/>
              <a:ext cx="822960" cy="50292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144000" y="2011680"/>
              <a:ext cx="2286000" cy="960120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성과확산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