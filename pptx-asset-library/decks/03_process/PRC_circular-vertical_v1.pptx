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PRC-004</a:t>
            </a:r>
          </a:p>
        </p:txBody>
      </p:sp>
      <p:grpSp>
        <p:nvGrpSpPr>
          <p:cNvPr id="14" name="asset:PRC-004"/>
          <p:cNvGrpSpPr/>
          <p:nvPr/>
        </p:nvGrpSpPr>
        <p:grpSpPr>
          <a:xfrm>
            <a:off x="-233172" y="384048"/>
            <a:ext cx="12655296" cy="6245352"/>
            <a:chOff x="-233172" y="384048"/>
            <a:chExt cx="12655296" cy="6245352"/>
          </a:xfrm>
        </p:grpSpPr>
        <p:sp>
          <p:nvSpPr>
            <p:cNvPr id="2" name="PRC-004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번호 스텝 · 4단계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348740" y="2994660"/>
              <a:ext cx="9491472" cy="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822960" y="2468880"/>
              <a:ext cx="1051560" cy="105156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233172" y="3749039"/>
              <a:ext cx="3163824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3986784" y="2468880"/>
              <a:ext cx="1051560" cy="105156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30652" y="3749039"/>
              <a:ext cx="3163824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150608" y="2468880"/>
              <a:ext cx="1051560" cy="105156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4476" y="3749039"/>
              <a:ext cx="3163824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정보검증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0314432" y="2468880"/>
              <a:ext cx="1051560" cy="10515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58300" y="3749039"/>
              <a:ext cx="3163824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활용기획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PRC-005</a:t>
            </a:r>
          </a:p>
        </p:txBody>
      </p:sp>
      <p:grpSp>
        <p:nvGrpSpPr>
          <p:cNvPr id="16" name="asset:PRC-005"/>
          <p:cNvGrpSpPr/>
          <p:nvPr/>
        </p:nvGrpSpPr>
        <p:grpSpPr>
          <a:xfrm>
            <a:off x="162306" y="384048"/>
            <a:ext cx="11864340" cy="6245352"/>
            <a:chOff x="162306" y="384048"/>
            <a:chExt cx="11864340" cy="6245352"/>
          </a:xfrm>
        </p:grpSpPr>
        <p:sp>
          <p:nvSpPr>
            <p:cNvPr id="2" name="PRC-005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원형 번호 스텝 · 5단계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348740" y="2994660"/>
              <a:ext cx="9491472" cy="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822960" y="2468880"/>
              <a:ext cx="1051560" cy="105156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2306" y="3749039"/>
              <a:ext cx="2372868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3195827" y="2468880"/>
              <a:ext cx="1051560" cy="105156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35174" y="3749039"/>
              <a:ext cx="2372868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현황조사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568696" y="2468880"/>
              <a:ext cx="1051560" cy="105156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08042" y="3749039"/>
              <a:ext cx="2372868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941563" y="2468880"/>
              <a:ext cx="1051560" cy="105156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80909" y="3749039"/>
              <a:ext cx="2372868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정보검증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314432" y="2468880"/>
              <a:ext cx="1051560" cy="10515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53778" y="3749039"/>
              <a:ext cx="2372868" cy="8229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활용기획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PRC-009</a:t>
            </a:r>
          </a:p>
        </p:txBody>
      </p:sp>
      <p:grpSp>
        <p:nvGrpSpPr>
          <p:cNvPr id="14" name="asset:PRC-009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9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프로세스 · 위→아래 5단계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108960" y="1737360"/>
              <a:ext cx="5943600" cy="566927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착수·분석  —  현황 진단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24728" y="2322575"/>
              <a:ext cx="512064" cy="42062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108960" y="2761487"/>
              <a:ext cx="5943600" cy="56692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현황조사  —  실태 파악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24728" y="3346703"/>
              <a:ext cx="512064" cy="42062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108960" y="3785615"/>
              <a:ext cx="5943600" cy="56692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체계수립  —  추진체계 설계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24728" y="4370831"/>
              <a:ext cx="512064" cy="42062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108960" y="4809744"/>
              <a:ext cx="5943600" cy="566927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정보검증  —  정합성 검증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24728" y="5394959"/>
              <a:ext cx="512064" cy="42062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08960" y="5833871"/>
              <a:ext cx="5943600" cy="566927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활용기획  —  성과 확산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PRC-010</a:t>
            </a:r>
          </a:p>
        </p:txBody>
      </p:sp>
      <p:grpSp>
        <p:nvGrpSpPr>
          <p:cNvPr id="13" name="asset:PRC-010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10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순환 프로세스 · 4단계 사이클</a:t>
              </a:r>
            </a:p>
          </p:txBody>
        </p:sp>
        <p:sp>
          <p:nvSpPr>
            <p:cNvPr id="5" name="Right Arrow 4"/>
            <p:cNvSpPr/>
            <p:nvPr/>
          </p:nvSpPr>
          <p:spPr>
            <a:xfrm rot="2700000">
              <a:off x="6986271" y="2066288"/>
              <a:ext cx="1005840" cy="49377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ight Arrow 5"/>
            <p:cNvSpPr/>
            <p:nvPr/>
          </p:nvSpPr>
          <p:spPr>
            <a:xfrm rot="8100000">
              <a:off x="6986271" y="4846575"/>
              <a:ext cx="1005840" cy="49377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ight Arrow 6"/>
            <p:cNvSpPr/>
            <p:nvPr/>
          </p:nvSpPr>
          <p:spPr>
            <a:xfrm rot="13500000">
              <a:off x="4205984" y="4846575"/>
              <a:ext cx="1005840" cy="49377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ight Arrow 7"/>
            <p:cNvSpPr/>
            <p:nvPr/>
          </p:nvSpPr>
          <p:spPr>
            <a:xfrm rot="18900000">
              <a:off x="4205984" y="2066288"/>
              <a:ext cx="1005840" cy="49377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321808" y="960119"/>
              <a:ext cx="1554480" cy="155448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계획(Plan)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287768" y="2926079"/>
              <a:ext cx="1554480" cy="155448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실행(Do)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5321808" y="4892040"/>
              <a:ext cx="1554480" cy="155448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점검(Check)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55847" y="2926079"/>
              <a:ext cx="1554480" cy="155448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개선(Act)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