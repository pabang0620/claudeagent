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PRC-177</a:t>
            </a:r>
          </a:p>
        </p:txBody>
      </p:sp>
      <p:grpSp>
        <p:nvGrpSpPr>
          <p:cNvPr id="10" name="asset:PRC-177"/>
          <p:cNvGrpSpPr/>
          <p:nvPr/>
        </p:nvGrpSpPr>
        <p:grpSpPr>
          <a:xfrm>
            <a:off x="3389347" y="640080"/>
            <a:ext cx="5410257" cy="4869179"/>
            <a:chOff x="3389347" y="640080"/>
            <a:chExt cx="5410257" cy="4869179"/>
          </a:xfrm>
        </p:grpSpPr>
        <p:cxnSp>
          <p:nvCxnSpPr>
            <p:cNvPr id="3" name="Connector 2"/>
            <p:cNvCxnSpPr/>
            <p:nvPr/>
          </p:nvCxnSpPr>
          <p:spPr>
            <a:xfrm flipV="1">
              <a:off x="6094476" y="1325880"/>
              <a:ext cx="0" cy="233172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 3"/>
            <p:cNvCxnSpPr/>
            <p:nvPr/>
          </p:nvCxnSpPr>
          <p:spPr>
            <a:xfrm>
              <a:off x="6094476" y="3657600"/>
              <a:ext cx="2019328" cy="1165859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 flipH="1">
              <a:off x="4075147" y="3657600"/>
              <a:ext cx="2019329" cy="1165859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5157216" y="2720340"/>
              <a:ext cx="1874519" cy="1874519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관리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408676" y="640080"/>
              <a:ext cx="1371600" cy="1371600"/>
            </a:xfrm>
            <a:prstGeom prst="ellipse">
              <a:avLst/>
            </a:prstGeom>
            <a:solidFill>
              <a:srgbClr val="1F3864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428004" y="4137659"/>
              <a:ext cx="1371600" cy="1371600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3389347" y="4137659"/>
              <a:ext cx="1371600" cy="1371600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PRC-178</a:t>
            </a:r>
          </a:p>
        </p:txBody>
      </p:sp>
      <p:grpSp>
        <p:nvGrpSpPr>
          <p:cNvPr id="12" name="asset:PRC-178"/>
          <p:cNvGrpSpPr/>
          <p:nvPr/>
        </p:nvGrpSpPr>
        <p:grpSpPr>
          <a:xfrm>
            <a:off x="3076956" y="640080"/>
            <a:ext cx="6035040" cy="6035040"/>
            <a:chOff x="3076956" y="640080"/>
            <a:chExt cx="6035040" cy="6035040"/>
          </a:xfrm>
        </p:grpSpPr>
        <p:cxnSp>
          <p:nvCxnSpPr>
            <p:cNvPr id="3" name="Connector 2"/>
            <p:cNvCxnSpPr/>
            <p:nvPr/>
          </p:nvCxnSpPr>
          <p:spPr>
            <a:xfrm flipV="1">
              <a:off x="6094476" y="1325880"/>
              <a:ext cx="0" cy="233172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 3"/>
            <p:cNvCxnSpPr/>
            <p:nvPr/>
          </p:nvCxnSpPr>
          <p:spPr>
            <a:xfrm>
              <a:off x="6094476" y="3657600"/>
              <a:ext cx="2331720" cy="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>
              <a:off x="6094476" y="3657600"/>
              <a:ext cx="0" cy="233172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H="1">
              <a:off x="3762756" y="3657600"/>
              <a:ext cx="2331720" cy="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5157216" y="2720340"/>
              <a:ext cx="1874519" cy="1874519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관리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5408676" y="640080"/>
              <a:ext cx="1371600" cy="1371600"/>
            </a:xfrm>
            <a:prstGeom prst="ellipse">
              <a:avLst/>
            </a:prstGeom>
            <a:solidFill>
              <a:srgbClr val="1F3864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7740396" y="2971800"/>
              <a:ext cx="1371600" cy="1371600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408676" y="5303520"/>
              <a:ext cx="1371600" cy="1371600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3076956" y="2971800"/>
              <a:ext cx="1371600" cy="1371600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PRC-179</a:t>
            </a:r>
          </a:p>
        </p:txBody>
      </p:sp>
      <p:grpSp>
        <p:nvGrpSpPr>
          <p:cNvPr id="14" name="asset:PRC-179"/>
          <p:cNvGrpSpPr/>
          <p:nvPr/>
        </p:nvGrpSpPr>
        <p:grpSpPr>
          <a:xfrm>
            <a:off x="3191078" y="640080"/>
            <a:ext cx="5806795" cy="5589721"/>
            <a:chOff x="3191078" y="640080"/>
            <a:chExt cx="5806795" cy="5589721"/>
          </a:xfrm>
        </p:grpSpPr>
        <p:cxnSp>
          <p:nvCxnSpPr>
            <p:cNvPr id="3" name="Connector 2"/>
            <p:cNvCxnSpPr/>
            <p:nvPr/>
          </p:nvCxnSpPr>
          <p:spPr>
            <a:xfrm flipV="1">
              <a:off x="6094476" y="1325880"/>
              <a:ext cx="0" cy="233172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 3"/>
            <p:cNvCxnSpPr/>
            <p:nvPr/>
          </p:nvCxnSpPr>
          <p:spPr>
            <a:xfrm flipV="1">
              <a:off x="6094476" y="2937058"/>
              <a:ext cx="2217597" cy="720542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>
              <a:off x="6094476" y="3657600"/>
              <a:ext cx="1370550" cy="1886401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H="1">
              <a:off x="4723925" y="3657600"/>
              <a:ext cx="1370551" cy="1886401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H="1" flipV="1">
              <a:off x="3876878" y="2937058"/>
              <a:ext cx="2217598" cy="720542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/>
            <p:cNvSpPr/>
            <p:nvPr/>
          </p:nvSpPr>
          <p:spPr>
            <a:xfrm>
              <a:off x="5157216" y="2720340"/>
              <a:ext cx="1874519" cy="1874519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관리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5408676" y="640080"/>
              <a:ext cx="1371600" cy="1371600"/>
            </a:xfrm>
            <a:prstGeom prst="ellipse">
              <a:avLst/>
            </a:prstGeom>
            <a:solidFill>
              <a:srgbClr val="1F3864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626273" y="2251258"/>
              <a:ext cx="1371600" cy="1371600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6779226" y="4858201"/>
              <a:ext cx="1371600" cy="1371600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4038125" y="4858201"/>
              <a:ext cx="1371600" cy="1371600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3191078" y="2251258"/>
              <a:ext cx="1371600" cy="1371600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검증·안정화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PRC-180</a:t>
            </a:r>
          </a:p>
        </p:txBody>
      </p:sp>
      <p:grpSp>
        <p:nvGrpSpPr>
          <p:cNvPr id="16" name="asset:PRC-180"/>
          <p:cNvGrpSpPr/>
          <p:nvPr/>
        </p:nvGrpSpPr>
        <p:grpSpPr>
          <a:xfrm>
            <a:off x="3457927" y="708660"/>
            <a:ext cx="5273097" cy="5897880"/>
            <a:chOff x="3457927" y="708660"/>
            <a:chExt cx="5273097" cy="5897880"/>
          </a:xfrm>
        </p:grpSpPr>
        <p:cxnSp>
          <p:nvCxnSpPr>
            <p:cNvPr id="3" name="Connector 2"/>
            <p:cNvCxnSpPr/>
            <p:nvPr/>
          </p:nvCxnSpPr>
          <p:spPr>
            <a:xfrm flipV="1">
              <a:off x="6094476" y="1325880"/>
              <a:ext cx="0" cy="233172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 3"/>
            <p:cNvCxnSpPr/>
            <p:nvPr/>
          </p:nvCxnSpPr>
          <p:spPr>
            <a:xfrm flipV="1">
              <a:off x="6094476" y="2491740"/>
              <a:ext cx="2019328" cy="116586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>
              <a:off x="6094476" y="3657600"/>
              <a:ext cx="2019328" cy="1165859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>
              <a:off x="6094476" y="3657600"/>
              <a:ext cx="0" cy="233172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H="1">
              <a:off x="4075147" y="3657600"/>
              <a:ext cx="2019329" cy="1165859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H="1" flipV="1">
              <a:off x="4075147" y="2491739"/>
              <a:ext cx="2019329" cy="1165861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5157216" y="2720340"/>
              <a:ext cx="1874519" cy="1874519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관리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477256" y="708660"/>
              <a:ext cx="1234440" cy="1234440"/>
            </a:xfrm>
            <a:prstGeom prst="ellipse">
              <a:avLst/>
            </a:prstGeom>
            <a:solidFill>
              <a:srgbClr val="1F3864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496584" y="1874520"/>
              <a:ext cx="1234440" cy="1234440"/>
            </a:xfrm>
            <a:prstGeom prst="ellipse">
              <a:avLst/>
            </a:prstGeom>
            <a:solidFill>
              <a:srgbClr val="1F3864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496584" y="4206240"/>
              <a:ext cx="1234440" cy="1234440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5477256" y="5372100"/>
              <a:ext cx="1234440" cy="1234440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3457927" y="4206240"/>
              <a:ext cx="1234440" cy="1234440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검증·안정화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3457927" y="1874519"/>
              <a:ext cx="1234440" cy="1234440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운영·확산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PRC-181</a:t>
            </a:r>
          </a:p>
        </p:txBody>
      </p:sp>
      <p:grpSp>
        <p:nvGrpSpPr>
          <p:cNvPr id="10" name="asset:PRC-181"/>
          <p:cNvGrpSpPr/>
          <p:nvPr/>
        </p:nvGrpSpPr>
        <p:grpSpPr>
          <a:xfrm>
            <a:off x="3389347" y="640080"/>
            <a:ext cx="5410257" cy="4869179"/>
            <a:chOff x="3389347" y="640080"/>
            <a:chExt cx="5410257" cy="4869179"/>
          </a:xfrm>
        </p:grpSpPr>
        <p:cxnSp>
          <p:nvCxnSpPr>
            <p:cNvPr id="3" name="Connector 2"/>
            <p:cNvCxnSpPr/>
            <p:nvPr/>
          </p:nvCxnSpPr>
          <p:spPr>
            <a:xfrm flipV="1">
              <a:off x="6094476" y="1325880"/>
              <a:ext cx="0" cy="233172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 3"/>
            <p:cNvCxnSpPr/>
            <p:nvPr/>
          </p:nvCxnSpPr>
          <p:spPr>
            <a:xfrm>
              <a:off x="6094476" y="3657600"/>
              <a:ext cx="2019328" cy="1165859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 flipH="1">
              <a:off x="4075147" y="3657600"/>
              <a:ext cx="2019329" cy="1165859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5157216" y="2720340"/>
              <a:ext cx="1874519" cy="1874519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관리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408676" y="640080"/>
              <a:ext cx="1371600" cy="1371600"/>
            </a:xfrm>
            <a:prstGeom prst="ellipse">
              <a:avLst/>
            </a:prstGeom>
            <a:solidFill>
              <a:srgbClr val="1F3864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428004" y="4137659"/>
              <a:ext cx="1371600" cy="1371600"/>
            </a:xfrm>
            <a:prstGeom prst="ellipse">
              <a:avLst/>
            </a:prstGeom>
            <a:solidFill>
              <a:srgbClr val="808080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3389347" y="4137659"/>
              <a:ext cx="1371600" cy="1371600"/>
            </a:xfrm>
            <a:prstGeom prst="ellipse">
              <a:avLst/>
            </a:prstGeom>
            <a:solidFill>
              <a:srgbClr val="D9D9D9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PRC-182</a:t>
            </a:r>
          </a:p>
        </p:txBody>
      </p:sp>
      <p:grpSp>
        <p:nvGrpSpPr>
          <p:cNvPr id="12" name="asset:PRC-182"/>
          <p:cNvGrpSpPr/>
          <p:nvPr/>
        </p:nvGrpSpPr>
        <p:grpSpPr>
          <a:xfrm>
            <a:off x="3076956" y="640080"/>
            <a:ext cx="6035040" cy="6035040"/>
            <a:chOff x="3076956" y="640080"/>
            <a:chExt cx="6035040" cy="6035040"/>
          </a:xfrm>
        </p:grpSpPr>
        <p:cxnSp>
          <p:nvCxnSpPr>
            <p:cNvPr id="3" name="Connector 2"/>
            <p:cNvCxnSpPr/>
            <p:nvPr/>
          </p:nvCxnSpPr>
          <p:spPr>
            <a:xfrm flipV="1">
              <a:off x="6094476" y="1325880"/>
              <a:ext cx="0" cy="233172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 3"/>
            <p:cNvCxnSpPr/>
            <p:nvPr/>
          </p:nvCxnSpPr>
          <p:spPr>
            <a:xfrm>
              <a:off x="6094476" y="3657600"/>
              <a:ext cx="2331720" cy="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>
              <a:off x="6094476" y="3657600"/>
              <a:ext cx="0" cy="233172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H="1">
              <a:off x="3762756" y="3657600"/>
              <a:ext cx="2331720" cy="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5157216" y="2720340"/>
              <a:ext cx="1874519" cy="1874519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관리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5408676" y="640080"/>
              <a:ext cx="1371600" cy="1371600"/>
            </a:xfrm>
            <a:prstGeom prst="ellipse">
              <a:avLst/>
            </a:prstGeom>
            <a:solidFill>
              <a:srgbClr val="1F3864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7740396" y="2971800"/>
              <a:ext cx="1371600" cy="1371600"/>
            </a:xfrm>
            <a:prstGeom prst="ellipse">
              <a:avLst/>
            </a:prstGeom>
            <a:solidFill>
              <a:srgbClr val="595959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408676" y="5303520"/>
              <a:ext cx="1371600" cy="1371600"/>
            </a:xfrm>
            <a:prstGeom prst="ellipse">
              <a:avLst/>
            </a:prstGeom>
            <a:solidFill>
              <a:srgbClr val="808080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3076956" y="2971800"/>
              <a:ext cx="1371600" cy="1371600"/>
            </a:xfrm>
            <a:prstGeom prst="ellipse">
              <a:avLst/>
            </a:prstGeom>
            <a:solidFill>
              <a:srgbClr val="D9D9D9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PRC-183</a:t>
            </a:r>
          </a:p>
        </p:txBody>
      </p:sp>
      <p:grpSp>
        <p:nvGrpSpPr>
          <p:cNvPr id="14" name="asset:PRC-183"/>
          <p:cNvGrpSpPr/>
          <p:nvPr/>
        </p:nvGrpSpPr>
        <p:grpSpPr>
          <a:xfrm>
            <a:off x="3191078" y="640080"/>
            <a:ext cx="5806795" cy="5589721"/>
            <a:chOff x="3191078" y="640080"/>
            <a:chExt cx="5806795" cy="5589721"/>
          </a:xfrm>
        </p:grpSpPr>
        <p:cxnSp>
          <p:nvCxnSpPr>
            <p:cNvPr id="3" name="Connector 2"/>
            <p:cNvCxnSpPr/>
            <p:nvPr/>
          </p:nvCxnSpPr>
          <p:spPr>
            <a:xfrm flipV="1">
              <a:off x="6094476" y="1325880"/>
              <a:ext cx="0" cy="233172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 3"/>
            <p:cNvCxnSpPr/>
            <p:nvPr/>
          </p:nvCxnSpPr>
          <p:spPr>
            <a:xfrm flipV="1">
              <a:off x="6094476" y="2937058"/>
              <a:ext cx="2217597" cy="720542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>
              <a:off x="6094476" y="3657600"/>
              <a:ext cx="1370550" cy="1886401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H="1">
              <a:off x="4723925" y="3657600"/>
              <a:ext cx="1370551" cy="1886401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H="1" flipV="1">
              <a:off x="3876878" y="2937058"/>
              <a:ext cx="2217598" cy="720542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/>
            <p:cNvSpPr/>
            <p:nvPr/>
          </p:nvSpPr>
          <p:spPr>
            <a:xfrm>
              <a:off x="5157216" y="2720340"/>
              <a:ext cx="1874519" cy="1874519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관리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5408676" y="640080"/>
              <a:ext cx="1371600" cy="1371600"/>
            </a:xfrm>
            <a:prstGeom prst="ellipse">
              <a:avLst/>
            </a:prstGeom>
            <a:solidFill>
              <a:srgbClr val="1F3864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626273" y="2251258"/>
              <a:ext cx="1371600" cy="1371600"/>
            </a:xfrm>
            <a:prstGeom prst="ellipse">
              <a:avLst/>
            </a:prstGeom>
            <a:solidFill>
              <a:srgbClr val="595959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6779226" y="4858201"/>
              <a:ext cx="1371600" cy="1371600"/>
            </a:xfrm>
            <a:prstGeom prst="ellipse">
              <a:avLst/>
            </a:prstGeom>
            <a:solidFill>
              <a:srgbClr val="595959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4038125" y="4858201"/>
              <a:ext cx="1371600" cy="1371600"/>
            </a:xfrm>
            <a:prstGeom prst="ellipse">
              <a:avLst/>
            </a:prstGeom>
            <a:solidFill>
              <a:srgbClr val="808080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3191078" y="2251258"/>
              <a:ext cx="1371600" cy="1371600"/>
            </a:xfrm>
            <a:prstGeom prst="ellipse">
              <a:avLst/>
            </a:prstGeom>
            <a:solidFill>
              <a:srgbClr val="D9D9D9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검증·안정화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PRC-184</a:t>
            </a:r>
          </a:p>
        </p:txBody>
      </p:sp>
      <p:grpSp>
        <p:nvGrpSpPr>
          <p:cNvPr id="16" name="asset:PRC-184"/>
          <p:cNvGrpSpPr/>
          <p:nvPr/>
        </p:nvGrpSpPr>
        <p:grpSpPr>
          <a:xfrm>
            <a:off x="3457927" y="708660"/>
            <a:ext cx="5273097" cy="5897880"/>
            <a:chOff x="3457927" y="708660"/>
            <a:chExt cx="5273097" cy="5897880"/>
          </a:xfrm>
        </p:grpSpPr>
        <p:cxnSp>
          <p:nvCxnSpPr>
            <p:cNvPr id="3" name="Connector 2"/>
            <p:cNvCxnSpPr/>
            <p:nvPr/>
          </p:nvCxnSpPr>
          <p:spPr>
            <a:xfrm flipV="1">
              <a:off x="6094476" y="1325880"/>
              <a:ext cx="0" cy="233172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 3"/>
            <p:cNvCxnSpPr/>
            <p:nvPr/>
          </p:nvCxnSpPr>
          <p:spPr>
            <a:xfrm flipV="1">
              <a:off x="6094476" y="2491740"/>
              <a:ext cx="2019328" cy="116586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>
              <a:off x="6094476" y="3657600"/>
              <a:ext cx="2019328" cy="1165859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>
              <a:off x="6094476" y="3657600"/>
              <a:ext cx="0" cy="233172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H="1">
              <a:off x="4075147" y="3657600"/>
              <a:ext cx="2019329" cy="1165859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H="1" flipV="1">
              <a:off x="4075147" y="2491739"/>
              <a:ext cx="2019329" cy="1165861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5157216" y="2720340"/>
              <a:ext cx="1874519" cy="1874519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관리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477256" y="708660"/>
              <a:ext cx="1234440" cy="1234440"/>
            </a:xfrm>
            <a:prstGeom prst="ellipse">
              <a:avLst/>
            </a:prstGeom>
            <a:solidFill>
              <a:srgbClr val="1F3864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496584" y="1874520"/>
              <a:ext cx="1234440" cy="1234440"/>
            </a:xfrm>
            <a:prstGeom prst="ellipse">
              <a:avLst/>
            </a:prstGeom>
            <a:solidFill>
              <a:srgbClr val="1F3864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496584" y="4206240"/>
              <a:ext cx="1234440" cy="1234440"/>
            </a:xfrm>
            <a:prstGeom prst="ellipse">
              <a:avLst/>
            </a:prstGeom>
            <a:solidFill>
              <a:srgbClr val="595959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5477256" y="5372100"/>
              <a:ext cx="1234440" cy="1234440"/>
            </a:xfrm>
            <a:prstGeom prst="ellipse">
              <a:avLst/>
            </a:prstGeom>
            <a:solidFill>
              <a:srgbClr val="808080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3457927" y="4206240"/>
              <a:ext cx="1234440" cy="1234440"/>
            </a:xfrm>
            <a:prstGeom prst="ellipse">
              <a:avLst/>
            </a:prstGeom>
            <a:solidFill>
              <a:srgbClr val="808080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검증·안정화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3457927" y="1874519"/>
              <a:ext cx="1234440" cy="1234440"/>
            </a:xfrm>
            <a:prstGeom prst="ellipse">
              <a:avLst/>
            </a:prstGeom>
            <a:solidFill>
              <a:srgbClr val="D9D9D9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운영·확산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PRC-185</a:t>
            </a:r>
          </a:p>
        </p:txBody>
      </p:sp>
      <p:grpSp>
        <p:nvGrpSpPr>
          <p:cNvPr id="10" name="asset:PRC-185"/>
          <p:cNvGrpSpPr/>
          <p:nvPr/>
        </p:nvGrpSpPr>
        <p:grpSpPr>
          <a:xfrm>
            <a:off x="3389347" y="640080"/>
            <a:ext cx="5410257" cy="4869179"/>
            <a:chOff x="3389347" y="640080"/>
            <a:chExt cx="5410257" cy="4869179"/>
          </a:xfrm>
        </p:grpSpPr>
        <p:cxnSp>
          <p:nvCxnSpPr>
            <p:cNvPr id="3" name="Connector 2"/>
            <p:cNvCxnSpPr/>
            <p:nvPr/>
          </p:nvCxnSpPr>
          <p:spPr>
            <a:xfrm flipV="1">
              <a:off x="6094476" y="1325880"/>
              <a:ext cx="0" cy="233172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 3"/>
            <p:cNvCxnSpPr/>
            <p:nvPr/>
          </p:nvCxnSpPr>
          <p:spPr>
            <a:xfrm>
              <a:off x="6094476" y="3657600"/>
              <a:ext cx="2019328" cy="1165859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 flipH="1">
              <a:off x="4075147" y="3657600"/>
              <a:ext cx="2019329" cy="1165859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5157216" y="2720340"/>
              <a:ext cx="1874519" cy="1874519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관리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5408676" y="640080"/>
              <a:ext cx="1371600" cy="1371600"/>
            </a:xfrm>
            <a:prstGeom prst="ellipse">
              <a:avLst/>
            </a:prstGeom>
            <a:solidFill>
              <a:srgbClr val="1F3864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428004" y="4137659"/>
              <a:ext cx="1371600" cy="1371600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3389347" y="4137659"/>
              <a:ext cx="1371600" cy="1371600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PRC-186</a:t>
            </a:r>
          </a:p>
        </p:txBody>
      </p:sp>
      <p:grpSp>
        <p:nvGrpSpPr>
          <p:cNvPr id="12" name="asset:PRC-186"/>
          <p:cNvGrpSpPr/>
          <p:nvPr/>
        </p:nvGrpSpPr>
        <p:grpSpPr>
          <a:xfrm>
            <a:off x="3076956" y="640080"/>
            <a:ext cx="6035040" cy="6035040"/>
            <a:chOff x="3076956" y="640080"/>
            <a:chExt cx="6035040" cy="6035040"/>
          </a:xfrm>
        </p:grpSpPr>
        <p:cxnSp>
          <p:nvCxnSpPr>
            <p:cNvPr id="3" name="Connector 2"/>
            <p:cNvCxnSpPr/>
            <p:nvPr/>
          </p:nvCxnSpPr>
          <p:spPr>
            <a:xfrm flipV="1">
              <a:off x="6094476" y="1325880"/>
              <a:ext cx="0" cy="233172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 3"/>
            <p:cNvCxnSpPr/>
            <p:nvPr/>
          </p:nvCxnSpPr>
          <p:spPr>
            <a:xfrm>
              <a:off x="6094476" y="3657600"/>
              <a:ext cx="2331720" cy="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>
              <a:off x="6094476" y="3657600"/>
              <a:ext cx="0" cy="233172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H="1">
              <a:off x="3762756" y="3657600"/>
              <a:ext cx="2331720" cy="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5157216" y="2720340"/>
              <a:ext cx="1874519" cy="1874519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관리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5408676" y="640080"/>
              <a:ext cx="1371600" cy="1371600"/>
            </a:xfrm>
            <a:prstGeom prst="ellipse">
              <a:avLst/>
            </a:prstGeom>
            <a:solidFill>
              <a:srgbClr val="1F3864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7740396" y="2971800"/>
              <a:ext cx="1371600" cy="1371600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408676" y="5303520"/>
              <a:ext cx="1371600" cy="1371600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3076956" y="2971800"/>
              <a:ext cx="1371600" cy="1371600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PRC-187</a:t>
            </a:r>
          </a:p>
        </p:txBody>
      </p:sp>
      <p:grpSp>
        <p:nvGrpSpPr>
          <p:cNvPr id="14" name="asset:PRC-187"/>
          <p:cNvGrpSpPr/>
          <p:nvPr/>
        </p:nvGrpSpPr>
        <p:grpSpPr>
          <a:xfrm>
            <a:off x="3191078" y="640080"/>
            <a:ext cx="5806795" cy="5589721"/>
            <a:chOff x="3191078" y="640080"/>
            <a:chExt cx="5806795" cy="5589721"/>
          </a:xfrm>
        </p:grpSpPr>
        <p:cxnSp>
          <p:nvCxnSpPr>
            <p:cNvPr id="3" name="Connector 2"/>
            <p:cNvCxnSpPr/>
            <p:nvPr/>
          </p:nvCxnSpPr>
          <p:spPr>
            <a:xfrm flipV="1">
              <a:off x="6094476" y="1325880"/>
              <a:ext cx="0" cy="233172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 3"/>
            <p:cNvCxnSpPr/>
            <p:nvPr/>
          </p:nvCxnSpPr>
          <p:spPr>
            <a:xfrm flipV="1">
              <a:off x="6094476" y="2937058"/>
              <a:ext cx="2217597" cy="720542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>
              <a:off x="6094476" y="3657600"/>
              <a:ext cx="1370550" cy="1886401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 flipH="1">
              <a:off x="4723925" y="3657600"/>
              <a:ext cx="1370551" cy="1886401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H="1" flipV="1">
              <a:off x="3876878" y="2937058"/>
              <a:ext cx="2217598" cy="720542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/>
            <p:cNvSpPr/>
            <p:nvPr/>
          </p:nvSpPr>
          <p:spPr>
            <a:xfrm>
              <a:off x="5157216" y="2720340"/>
              <a:ext cx="1874519" cy="1874519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관리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5408676" y="640080"/>
              <a:ext cx="1371600" cy="1371600"/>
            </a:xfrm>
            <a:prstGeom prst="ellipse">
              <a:avLst/>
            </a:prstGeom>
            <a:solidFill>
              <a:srgbClr val="1F3864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7626273" y="2251258"/>
              <a:ext cx="1371600" cy="1371600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6779226" y="4858201"/>
              <a:ext cx="1371600" cy="1371600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4038125" y="4858201"/>
              <a:ext cx="1371600" cy="1371600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3191078" y="2251258"/>
              <a:ext cx="1371600" cy="1371600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검증·안정화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PRC-188</a:t>
            </a:r>
          </a:p>
        </p:txBody>
      </p:sp>
      <p:grpSp>
        <p:nvGrpSpPr>
          <p:cNvPr id="16" name="asset:PRC-188"/>
          <p:cNvGrpSpPr/>
          <p:nvPr/>
        </p:nvGrpSpPr>
        <p:grpSpPr>
          <a:xfrm>
            <a:off x="3457927" y="708660"/>
            <a:ext cx="5273097" cy="5897880"/>
            <a:chOff x="3457927" y="708660"/>
            <a:chExt cx="5273097" cy="5897880"/>
          </a:xfrm>
        </p:grpSpPr>
        <p:cxnSp>
          <p:nvCxnSpPr>
            <p:cNvPr id="3" name="Connector 2"/>
            <p:cNvCxnSpPr/>
            <p:nvPr/>
          </p:nvCxnSpPr>
          <p:spPr>
            <a:xfrm flipV="1">
              <a:off x="6094476" y="1325880"/>
              <a:ext cx="0" cy="233172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 3"/>
            <p:cNvCxnSpPr/>
            <p:nvPr/>
          </p:nvCxnSpPr>
          <p:spPr>
            <a:xfrm flipV="1">
              <a:off x="6094476" y="2491740"/>
              <a:ext cx="2019328" cy="116586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>
              <a:off x="6094476" y="3657600"/>
              <a:ext cx="2019328" cy="1165859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>
              <a:off x="6094476" y="3657600"/>
              <a:ext cx="0" cy="233172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H="1">
              <a:off x="4075147" y="3657600"/>
              <a:ext cx="2019329" cy="1165859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H="1" flipV="1">
              <a:off x="4075147" y="2491739"/>
              <a:ext cx="2019329" cy="1165861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5157216" y="2720340"/>
              <a:ext cx="1874519" cy="1874519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관리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477256" y="708660"/>
              <a:ext cx="1234440" cy="1234440"/>
            </a:xfrm>
            <a:prstGeom prst="ellipse">
              <a:avLst/>
            </a:prstGeom>
            <a:solidFill>
              <a:srgbClr val="1F3864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현황 분석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496584" y="1874520"/>
              <a:ext cx="1234440" cy="1234440"/>
            </a:xfrm>
            <a:prstGeom prst="ellipse">
              <a:avLst/>
            </a:prstGeom>
            <a:solidFill>
              <a:srgbClr val="1F3864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전략 수립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496584" y="4206240"/>
              <a:ext cx="1234440" cy="1234440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체계 설계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5477256" y="5372100"/>
              <a:ext cx="1234440" cy="1234440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구축·개발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3457927" y="4206240"/>
              <a:ext cx="1234440" cy="1234440"/>
            </a:xfrm>
            <a:prstGeom prst="ellipse">
              <a:avLst/>
            </a:prstGeom>
            <a:solidFill>
              <a:srgbClr val="1F9E8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검증·안정화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3457927" y="1874519"/>
              <a:ext cx="1234440" cy="1234440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운영·확산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