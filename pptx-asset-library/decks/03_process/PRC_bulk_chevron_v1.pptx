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PRC-021</a:t>
            </a:r>
          </a:p>
        </p:txBody>
      </p:sp>
      <p:grpSp>
        <p:nvGrpSpPr>
          <p:cNvPr id="6" name="asset:PRC-021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3904488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4142232" y="2743200"/>
              <a:ext cx="3904488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7735824" y="2743200"/>
              <a:ext cx="3904488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PRC-022</a:t>
            </a:r>
          </a:p>
        </p:txBody>
      </p:sp>
      <p:grpSp>
        <p:nvGrpSpPr>
          <p:cNvPr id="7" name="asset:PRC-022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3006090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3243834" y="2743200"/>
              <a:ext cx="3006090" cy="141732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5939028" y="2743200"/>
              <a:ext cx="3006090" cy="141732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8634222" y="2743200"/>
              <a:ext cx="3006090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PRC-023</a:t>
            </a:r>
          </a:p>
        </p:txBody>
      </p:sp>
      <p:grpSp>
        <p:nvGrpSpPr>
          <p:cNvPr id="8" name="asset:PRC-023"/>
          <p:cNvGrpSpPr/>
          <p:nvPr/>
        </p:nvGrpSpPr>
        <p:grpSpPr>
          <a:xfrm>
            <a:off x="548640" y="2743200"/>
            <a:ext cx="11091671" cy="1417320"/>
            <a:chOff x="548640" y="2743200"/>
            <a:chExt cx="11091671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2467051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704795" y="2743200"/>
              <a:ext cx="2467051" cy="141732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860950" y="2743200"/>
              <a:ext cx="2467051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7017105" y="2743200"/>
              <a:ext cx="2467051" cy="141732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9173260" y="2743200"/>
              <a:ext cx="2467051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PRC-024</a:t>
            </a:r>
          </a:p>
        </p:txBody>
      </p:sp>
      <p:grpSp>
        <p:nvGrpSpPr>
          <p:cNvPr id="9" name="asset:PRC-024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2107692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345436" y="2743200"/>
              <a:ext cx="2107692" cy="141732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142232" y="2743200"/>
              <a:ext cx="2107692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5939028" y="2743200"/>
              <a:ext cx="2107692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7735824" y="2743200"/>
              <a:ext cx="2107692" cy="141732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Chevron 7"/>
            <p:cNvSpPr/>
            <p:nvPr/>
          </p:nvSpPr>
          <p:spPr>
            <a:xfrm>
              <a:off x="9532620" y="2743200"/>
              <a:ext cx="2107692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PRC-025</a:t>
            </a:r>
          </a:p>
        </p:txBody>
      </p:sp>
      <p:grpSp>
        <p:nvGrpSpPr>
          <p:cNvPr id="6" name="asset:PRC-025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3904488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4142232" y="2743200"/>
              <a:ext cx="3904488" cy="1417320"/>
            </a:xfrm>
            <a:prstGeom prst="chevron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7735824" y="2743200"/>
              <a:ext cx="3904488" cy="1417320"/>
            </a:xfrm>
            <a:prstGeom prst="chevron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PRC-026</a:t>
            </a:r>
          </a:p>
        </p:txBody>
      </p:sp>
      <p:grpSp>
        <p:nvGrpSpPr>
          <p:cNvPr id="7" name="asset:PRC-026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3006090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3243834" y="2743200"/>
              <a:ext cx="3006090" cy="141732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5939028" y="2743200"/>
              <a:ext cx="3006090" cy="1417320"/>
            </a:xfrm>
            <a:prstGeom prst="chevron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8634222" y="2743200"/>
              <a:ext cx="3006090" cy="1417320"/>
            </a:xfrm>
            <a:prstGeom prst="chevron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PRC-027</a:t>
            </a:r>
          </a:p>
        </p:txBody>
      </p:sp>
      <p:grpSp>
        <p:nvGrpSpPr>
          <p:cNvPr id="8" name="asset:PRC-027"/>
          <p:cNvGrpSpPr/>
          <p:nvPr/>
        </p:nvGrpSpPr>
        <p:grpSpPr>
          <a:xfrm>
            <a:off x="548640" y="2743200"/>
            <a:ext cx="11091671" cy="1417320"/>
            <a:chOff x="548640" y="2743200"/>
            <a:chExt cx="11091671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2467051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704795" y="2743200"/>
              <a:ext cx="2467051" cy="141732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860950" y="2743200"/>
              <a:ext cx="2467051" cy="1417320"/>
            </a:xfrm>
            <a:prstGeom prst="chevron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7017105" y="2743200"/>
              <a:ext cx="2467051" cy="1417320"/>
            </a:xfrm>
            <a:prstGeom prst="chevron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9173260" y="2743200"/>
              <a:ext cx="2467051" cy="1417320"/>
            </a:xfrm>
            <a:prstGeom prst="chevron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PRC-028</a:t>
            </a:r>
          </a:p>
        </p:txBody>
      </p:sp>
      <p:grpSp>
        <p:nvGrpSpPr>
          <p:cNvPr id="9" name="asset:PRC-028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2107692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345436" y="2743200"/>
              <a:ext cx="2107692" cy="141732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142232" y="2743200"/>
              <a:ext cx="2107692" cy="1417320"/>
            </a:xfrm>
            <a:prstGeom prst="chevron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5939028" y="2743200"/>
              <a:ext cx="2107692" cy="1417320"/>
            </a:xfrm>
            <a:prstGeom prst="chevron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7735824" y="2743200"/>
              <a:ext cx="2107692" cy="1417320"/>
            </a:xfrm>
            <a:prstGeom prst="chevron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Chevron 7"/>
            <p:cNvSpPr/>
            <p:nvPr/>
          </p:nvSpPr>
          <p:spPr>
            <a:xfrm>
              <a:off x="9532620" y="2743200"/>
              <a:ext cx="2107692" cy="1417320"/>
            </a:xfrm>
            <a:prstGeom prst="chevron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PRC-029</a:t>
            </a:r>
          </a:p>
        </p:txBody>
      </p:sp>
      <p:grpSp>
        <p:nvGrpSpPr>
          <p:cNvPr id="6" name="asset:PRC-029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3904488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4142232" y="2743200"/>
              <a:ext cx="3904488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7735824" y="2743200"/>
              <a:ext cx="3904488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PRC-030</a:t>
            </a:r>
          </a:p>
        </p:txBody>
      </p:sp>
      <p:grpSp>
        <p:nvGrpSpPr>
          <p:cNvPr id="7" name="asset:PRC-030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3006090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3243834" y="2743200"/>
              <a:ext cx="3006090" cy="141732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5939028" y="2743200"/>
              <a:ext cx="3006090" cy="141732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8634222" y="2743200"/>
              <a:ext cx="3006090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PRC-031</a:t>
            </a:r>
          </a:p>
        </p:txBody>
      </p:sp>
      <p:grpSp>
        <p:nvGrpSpPr>
          <p:cNvPr id="8" name="asset:PRC-031"/>
          <p:cNvGrpSpPr/>
          <p:nvPr/>
        </p:nvGrpSpPr>
        <p:grpSpPr>
          <a:xfrm>
            <a:off x="548640" y="2743200"/>
            <a:ext cx="11091671" cy="1417320"/>
            <a:chOff x="548640" y="2743200"/>
            <a:chExt cx="11091671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2467051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704795" y="2743200"/>
              <a:ext cx="2467051" cy="141732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860950" y="2743200"/>
              <a:ext cx="2467051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7017105" y="2743200"/>
              <a:ext cx="2467051" cy="141732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9173260" y="2743200"/>
              <a:ext cx="2467051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PRC-032</a:t>
            </a:r>
          </a:p>
        </p:txBody>
      </p:sp>
      <p:grpSp>
        <p:nvGrpSpPr>
          <p:cNvPr id="9" name="asset:PRC-032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2107692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345436" y="2743200"/>
              <a:ext cx="2107692" cy="141732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142232" y="2743200"/>
              <a:ext cx="2107692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5939028" y="2743200"/>
              <a:ext cx="2107692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7735824" y="2743200"/>
              <a:ext cx="2107692" cy="141732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Chevron 7"/>
            <p:cNvSpPr/>
            <p:nvPr/>
          </p:nvSpPr>
          <p:spPr>
            <a:xfrm>
              <a:off x="9532620" y="2743200"/>
              <a:ext cx="2107692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PRC-033</a:t>
            </a:r>
          </a:p>
        </p:txBody>
      </p:sp>
      <p:grpSp>
        <p:nvGrpSpPr>
          <p:cNvPr id="6" name="asset:PRC-033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3904488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4142232" y="2743200"/>
              <a:ext cx="3904488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7735824" y="2743200"/>
              <a:ext cx="3904488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PRC-034</a:t>
            </a:r>
          </a:p>
        </p:txBody>
      </p:sp>
      <p:grpSp>
        <p:nvGrpSpPr>
          <p:cNvPr id="7" name="asset:PRC-034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3006090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3243834" y="2743200"/>
              <a:ext cx="3006090" cy="141732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5939028" y="2743200"/>
              <a:ext cx="3006090" cy="141732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8634222" y="2743200"/>
              <a:ext cx="3006090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PRC-035</a:t>
            </a:r>
          </a:p>
        </p:txBody>
      </p:sp>
      <p:grpSp>
        <p:nvGrpSpPr>
          <p:cNvPr id="8" name="asset:PRC-035"/>
          <p:cNvGrpSpPr/>
          <p:nvPr/>
        </p:nvGrpSpPr>
        <p:grpSpPr>
          <a:xfrm>
            <a:off x="548640" y="2743200"/>
            <a:ext cx="11091671" cy="1417320"/>
            <a:chOff x="548640" y="2743200"/>
            <a:chExt cx="11091671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2467051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704795" y="2743200"/>
              <a:ext cx="2467051" cy="141732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860950" y="2743200"/>
              <a:ext cx="2467051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7017105" y="2743200"/>
              <a:ext cx="2467051" cy="141732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9173260" y="2743200"/>
              <a:ext cx="2467051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PRC-036</a:t>
            </a:r>
          </a:p>
        </p:txBody>
      </p:sp>
      <p:grpSp>
        <p:nvGrpSpPr>
          <p:cNvPr id="9" name="asset:PRC-036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Chevron 2"/>
            <p:cNvSpPr/>
            <p:nvPr/>
          </p:nvSpPr>
          <p:spPr>
            <a:xfrm>
              <a:off x="548640" y="2743200"/>
              <a:ext cx="2107692" cy="141732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345436" y="2743200"/>
              <a:ext cx="2107692" cy="141732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142232" y="2743200"/>
              <a:ext cx="2107692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5939028" y="2743200"/>
              <a:ext cx="2107692" cy="141732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7735824" y="2743200"/>
              <a:ext cx="2107692" cy="141732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Chevron 7"/>
            <p:cNvSpPr/>
            <p:nvPr/>
          </p:nvSpPr>
          <p:spPr>
            <a:xfrm>
              <a:off x="9532620" y="2743200"/>
              <a:ext cx="2107692" cy="14173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