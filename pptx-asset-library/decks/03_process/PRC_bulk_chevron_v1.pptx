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PRC-021</a:t>
            </a:r>
          </a:p>
        </p:txBody>
      </p:sp>
      <p:grpSp>
        <p:nvGrpSpPr>
          <p:cNvPr id="6" name="asset:PRC-021"/>
          <p:cNvGrpSpPr/>
          <p:nvPr/>
        </p:nvGrpSpPr>
        <p:grpSpPr>
          <a:xfrm>
            <a:off x="548640" y="2743200"/>
            <a:ext cx="11091672" cy="1417320"/>
            <a:chOff x="548640" y="2743200"/>
            <a:chExt cx="11091672" cy="1417320"/>
          </a:xfrm>
        </p:grpSpPr>
        <p:sp>
          <p:nvSpPr>
            <p:cNvPr id="3" name="Chevron 2"/>
            <p:cNvSpPr/>
            <p:nvPr/>
          </p:nvSpPr>
          <p:spPr>
            <a:xfrm>
              <a:off x="548640" y="2743200"/>
              <a:ext cx="3904488" cy="1417320"/>
            </a:xfrm>
            <a:prstGeom prst="chevron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1. 현황 분석</a:t>
              </a:r>
            </a:p>
          </p:txBody>
        </p:sp>
        <p:sp>
          <p:nvSpPr>
            <p:cNvPr id="4" name="Chevron 3"/>
            <p:cNvSpPr/>
            <p:nvPr/>
          </p:nvSpPr>
          <p:spPr>
            <a:xfrm>
              <a:off x="4142232" y="2743200"/>
              <a:ext cx="3904488" cy="1417320"/>
            </a:xfrm>
            <a:prstGeom prst="chevron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2. 전략 수립</a:t>
              </a:r>
            </a:p>
          </p:txBody>
        </p:sp>
        <p:sp>
          <p:nvSpPr>
            <p:cNvPr id="5" name="Chevron 4"/>
            <p:cNvSpPr/>
            <p:nvPr/>
          </p:nvSpPr>
          <p:spPr>
            <a:xfrm>
              <a:off x="7735824" y="2743200"/>
              <a:ext cx="3904488" cy="1417320"/>
            </a:xfrm>
            <a:prstGeom prst="chevron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3. 체계 설계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PRC-022</a:t>
            </a:r>
          </a:p>
        </p:txBody>
      </p:sp>
      <p:grpSp>
        <p:nvGrpSpPr>
          <p:cNvPr id="7" name="asset:PRC-022"/>
          <p:cNvGrpSpPr/>
          <p:nvPr/>
        </p:nvGrpSpPr>
        <p:grpSpPr>
          <a:xfrm>
            <a:off x="548640" y="2743200"/>
            <a:ext cx="11091672" cy="1417320"/>
            <a:chOff x="548640" y="2743200"/>
            <a:chExt cx="11091672" cy="1417320"/>
          </a:xfrm>
        </p:grpSpPr>
        <p:sp>
          <p:nvSpPr>
            <p:cNvPr id="3" name="Chevron 2"/>
            <p:cNvSpPr/>
            <p:nvPr/>
          </p:nvSpPr>
          <p:spPr>
            <a:xfrm>
              <a:off x="548640" y="2743200"/>
              <a:ext cx="3006090" cy="1417320"/>
            </a:xfrm>
            <a:prstGeom prst="chevron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1. 현황 분석</a:t>
              </a:r>
            </a:p>
          </p:txBody>
        </p:sp>
        <p:sp>
          <p:nvSpPr>
            <p:cNvPr id="4" name="Chevron 3"/>
            <p:cNvSpPr/>
            <p:nvPr/>
          </p:nvSpPr>
          <p:spPr>
            <a:xfrm>
              <a:off x="3243834" y="2743200"/>
              <a:ext cx="3006090" cy="1417320"/>
            </a:xfrm>
            <a:prstGeom prst="chevron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2. 전략 수립</a:t>
              </a:r>
            </a:p>
          </p:txBody>
        </p:sp>
        <p:sp>
          <p:nvSpPr>
            <p:cNvPr id="5" name="Chevron 4"/>
            <p:cNvSpPr/>
            <p:nvPr/>
          </p:nvSpPr>
          <p:spPr>
            <a:xfrm>
              <a:off x="5939028" y="2743200"/>
              <a:ext cx="3006090" cy="1417320"/>
            </a:xfrm>
            <a:prstGeom prst="chevron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3. 체계 설계</a:t>
              </a:r>
            </a:p>
          </p:txBody>
        </p:sp>
        <p:sp>
          <p:nvSpPr>
            <p:cNvPr id="6" name="Chevron 5"/>
            <p:cNvSpPr/>
            <p:nvPr/>
          </p:nvSpPr>
          <p:spPr>
            <a:xfrm>
              <a:off x="8634222" y="2743200"/>
              <a:ext cx="3006090" cy="1417320"/>
            </a:xfrm>
            <a:prstGeom prst="chevron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4. 구축·개발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PRC-023</a:t>
            </a:r>
          </a:p>
        </p:txBody>
      </p:sp>
      <p:grpSp>
        <p:nvGrpSpPr>
          <p:cNvPr id="8" name="asset:PRC-023"/>
          <p:cNvGrpSpPr/>
          <p:nvPr/>
        </p:nvGrpSpPr>
        <p:grpSpPr>
          <a:xfrm>
            <a:off x="548640" y="2743200"/>
            <a:ext cx="11091671" cy="1417320"/>
            <a:chOff x="548640" y="2743200"/>
            <a:chExt cx="11091671" cy="1417320"/>
          </a:xfrm>
        </p:grpSpPr>
        <p:sp>
          <p:nvSpPr>
            <p:cNvPr id="3" name="Chevron 2"/>
            <p:cNvSpPr/>
            <p:nvPr/>
          </p:nvSpPr>
          <p:spPr>
            <a:xfrm>
              <a:off x="548640" y="2743200"/>
              <a:ext cx="2467051" cy="1417320"/>
            </a:xfrm>
            <a:prstGeom prst="chevron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1. 현황 분석</a:t>
              </a:r>
            </a:p>
          </p:txBody>
        </p:sp>
        <p:sp>
          <p:nvSpPr>
            <p:cNvPr id="4" name="Chevron 3"/>
            <p:cNvSpPr/>
            <p:nvPr/>
          </p:nvSpPr>
          <p:spPr>
            <a:xfrm>
              <a:off x="2704795" y="2743200"/>
              <a:ext cx="2467051" cy="1417320"/>
            </a:xfrm>
            <a:prstGeom prst="chevron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2. 전략 수립</a:t>
              </a:r>
            </a:p>
          </p:txBody>
        </p:sp>
        <p:sp>
          <p:nvSpPr>
            <p:cNvPr id="5" name="Chevron 4"/>
            <p:cNvSpPr/>
            <p:nvPr/>
          </p:nvSpPr>
          <p:spPr>
            <a:xfrm>
              <a:off x="4860950" y="2743200"/>
              <a:ext cx="2467051" cy="1417320"/>
            </a:xfrm>
            <a:prstGeom prst="chevron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3. 체계 설계</a:t>
              </a:r>
            </a:p>
          </p:txBody>
        </p:sp>
        <p:sp>
          <p:nvSpPr>
            <p:cNvPr id="6" name="Chevron 5"/>
            <p:cNvSpPr/>
            <p:nvPr/>
          </p:nvSpPr>
          <p:spPr>
            <a:xfrm>
              <a:off x="7017105" y="2743200"/>
              <a:ext cx="2467051" cy="1417320"/>
            </a:xfrm>
            <a:prstGeom prst="chevron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4. 구축·개발</a:t>
              </a:r>
            </a:p>
          </p:txBody>
        </p:sp>
        <p:sp>
          <p:nvSpPr>
            <p:cNvPr id="7" name="Chevron 6"/>
            <p:cNvSpPr/>
            <p:nvPr/>
          </p:nvSpPr>
          <p:spPr>
            <a:xfrm>
              <a:off x="9173260" y="2743200"/>
              <a:ext cx="2467051" cy="1417320"/>
            </a:xfrm>
            <a:prstGeom prst="chevron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5. 검증·안정화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PRC-024</a:t>
            </a:r>
          </a:p>
        </p:txBody>
      </p:sp>
      <p:grpSp>
        <p:nvGrpSpPr>
          <p:cNvPr id="9" name="asset:PRC-024"/>
          <p:cNvGrpSpPr/>
          <p:nvPr/>
        </p:nvGrpSpPr>
        <p:grpSpPr>
          <a:xfrm>
            <a:off x="548640" y="2743200"/>
            <a:ext cx="11091672" cy="1417320"/>
            <a:chOff x="548640" y="2743200"/>
            <a:chExt cx="11091672" cy="1417320"/>
          </a:xfrm>
        </p:grpSpPr>
        <p:sp>
          <p:nvSpPr>
            <p:cNvPr id="3" name="Chevron 2"/>
            <p:cNvSpPr/>
            <p:nvPr/>
          </p:nvSpPr>
          <p:spPr>
            <a:xfrm>
              <a:off x="548640" y="2743200"/>
              <a:ext cx="2107692" cy="1417320"/>
            </a:xfrm>
            <a:prstGeom prst="chevron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1. 현황 분석</a:t>
              </a:r>
            </a:p>
          </p:txBody>
        </p:sp>
        <p:sp>
          <p:nvSpPr>
            <p:cNvPr id="4" name="Chevron 3"/>
            <p:cNvSpPr/>
            <p:nvPr/>
          </p:nvSpPr>
          <p:spPr>
            <a:xfrm>
              <a:off x="2345436" y="2743200"/>
              <a:ext cx="2107692" cy="1417320"/>
            </a:xfrm>
            <a:prstGeom prst="chevron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2. 전략 수립</a:t>
              </a:r>
            </a:p>
          </p:txBody>
        </p:sp>
        <p:sp>
          <p:nvSpPr>
            <p:cNvPr id="5" name="Chevron 4"/>
            <p:cNvSpPr/>
            <p:nvPr/>
          </p:nvSpPr>
          <p:spPr>
            <a:xfrm>
              <a:off x="4142232" y="2743200"/>
              <a:ext cx="2107692" cy="1417320"/>
            </a:xfrm>
            <a:prstGeom prst="chevron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3. 체계 설계</a:t>
              </a:r>
            </a:p>
          </p:txBody>
        </p:sp>
        <p:sp>
          <p:nvSpPr>
            <p:cNvPr id="6" name="Chevron 5"/>
            <p:cNvSpPr/>
            <p:nvPr/>
          </p:nvSpPr>
          <p:spPr>
            <a:xfrm>
              <a:off x="5939028" y="2743200"/>
              <a:ext cx="2107692" cy="1417320"/>
            </a:xfrm>
            <a:prstGeom prst="chevron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4. 구축·개발</a:t>
              </a:r>
            </a:p>
          </p:txBody>
        </p:sp>
        <p:sp>
          <p:nvSpPr>
            <p:cNvPr id="7" name="Chevron 6"/>
            <p:cNvSpPr/>
            <p:nvPr/>
          </p:nvSpPr>
          <p:spPr>
            <a:xfrm>
              <a:off x="7735824" y="2743200"/>
              <a:ext cx="2107692" cy="1417320"/>
            </a:xfrm>
            <a:prstGeom prst="chevron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5. 검증·안정화</a:t>
              </a:r>
            </a:p>
          </p:txBody>
        </p:sp>
        <p:sp>
          <p:nvSpPr>
            <p:cNvPr id="8" name="Chevron 7"/>
            <p:cNvSpPr/>
            <p:nvPr/>
          </p:nvSpPr>
          <p:spPr>
            <a:xfrm>
              <a:off x="9532620" y="2743200"/>
              <a:ext cx="2107692" cy="1417320"/>
            </a:xfrm>
            <a:prstGeom prst="chevron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6. 운영·확산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PRC-025</a:t>
            </a:r>
          </a:p>
        </p:txBody>
      </p:sp>
      <p:grpSp>
        <p:nvGrpSpPr>
          <p:cNvPr id="6" name="asset:PRC-025"/>
          <p:cNvGrpSpPr/>
          <p:nvPr/>
        </p:nvGrpSpPr>
        <p:grpSpPr>
          <a:xfrm>
            <a:off x="548640" y="2743200"/>
            <a:ext cx="11091672" cy="1417320"/>
            <a:chOff x="548640" y="2743200"/>
            <a:chExt cx="11091672" cy="1417320"/>
          </a:xfrm>
        </p:grpSpPr>
        <p:sp>
          <p:nvSpPr>
            <p:cNvPr id="3" name="Chevron 2"/>
            <p:cNvSpPr/>
            <p:nvPr/>
          </p:nvSpPr>
          <p:spPr>
            <a:xfrm>
              <a:off x="548640" y="2743200"/>
              <a:ext cx="3904488" cy="1417320"/>
            </a:xfrm>
            <a:prstGeom prst="chevron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1. 현황 분석</a:t>
              </a:r>
            </a:p>
          </p:txBody>
        </p:sp>
        <p:sp>
          <p:nvSpPr>
            <p:cNvPr id="4" name="Chevron 3"/>
            <p:cNvSpPr/>
            <p:nvPr/>
          </p:nvSpPr>
          <p:spPr>
            <a:xfrm>
              <a:off x="4142232" y="2743200"/>
              <a:ext cx="3904488" cy="1417320"/>
            </a:xfrm>
            <a:prstGeom prst="chevron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2. 전략 수립</a:t>
              </a:r>
            </a:p>
          </p:txBody>
        </p:sp>
        <p:sp>
          <p:nvSpPr>
            <p:cNvPr id="5" name="Chevron 4"/>
            <p:cNvSpPr/>
            <p:nvPr/>
          </p:nvSpPr>
          <p:spPr>
            <a:xfrm>
              <a:off x="7735824" y="2743200"/>
              <a:ext cx="3904488" cy="1417320"/>
            </a:xfrm>
            <a:prstGeom prst="chevron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3. 체계 설계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PRC-026</a:t>
            </a:r>
          </a:p>
        </p:txBody>
      </p:sp>
      <p:grpSp>
        <p:nvGrpSpPr>
          <p:cNvPr id="7" name="asset:PRC-026"/>
          <p:cNvGrpSpPr/>
          <p:nvPr/>
        </p:nvGrpSpPr>
        <p:grpSpPr>
          <a:xfrm>
            <a:off x="548640" y="2743200"/>
            <a:ext cx="11091672" cy="1417320"/>
            <a:chOff x="548640" y="2743200"/>
            <a:chExt cx="11091672" cy="1417320"/>
          </a:xfrm>
        </p:grpSpPr>
        <p:sp>
          <p:nvSpPr>
            <p:cNvPr id="3" name="Chevron 2"/>
            <p:cNvSpPr/>
            <p:nvPr/>
          </p:nvSpPr>
          <p:spPr>
            <a:xfrm>
              <a:off x="548640" y="2743200"/>
              <a:ext cx="3006090" cy="1417320"/>
            </a:xfrm>
            <a:prstGeom prst="chevron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1. 현황 분석</a:t>
              </a:r>
            </a:p>
          </p:txBody>
        </p:sp>
        <p:sp>
          <p:nvSpPr>
            <p:cNvPr id="4" name="Chevron 3"/>
            <p:cNvSpPr/>
            <p:nvPr/>
          </p:nvSpPr>
          <p:spPr>
            <a:xfrm>
              <a:off x="3243834" y="2743200"/>
              <a:ext cx="3006090" cy="1417320"/>
            </a:xfrm>
            <a:prstGeom prst="chevron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2. 전략 수립</a:t>
              </a:r>
            </a:p>
          </p:txBody>
        </p:sp>
        <p:sp>
          <p:nvSpPr>
            <p:cNvPr id="5" name="Chevron 4"/>
            <p:cNvSpPr/>
            <p:nvPr/>
          </p:nvSpPr>
          <p:spPr>
            <a:xfrm>
              <a:off x="5939028" y="2743200"/>
              <a:ext cx="3006090" cy="1417320"/>
            </a:xfrm>
            <a:prstGeom prst="chevron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3. 체계 설계</a:t>
              </a:r>
            </a:p>
          </p:txBody>
        </p:sp>
        <p:sp>
          <p:nvSpPr>
            <p:cNvPr id="6" name="Chevron 5"/>
            <p:cNvSpPr/>
            <p:nvPr/>
          </p:nvSpPr>
          <p:spPr>
            <a:xfrm>
              <a:off x="8634222" y="2743200"/>
              <a:ext cx="3006090" cy="1417320"/>
            </a:xfrm>
            <a:prstGeom prst="chevron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4. 구축·개발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PRC-027</a:t>
            </a:r>
          </a:p>
        </p:txBody>
      </p:sp>
      <p:grpSp>
        <p:nvGrpSpPr>
          <p:cNvPr id="8" name="asset:PRC-027"/>
          <p:cNvGrpSpPr/>
          <p:nvPr/>
        </p:nvGrpSpPr>
        <p:grpSpPr>
          <a:xfrm>
            <a:off x="548640" y="2743200"/>
            <a:ext cx="11091671" cy="1417320"/>
            <a:chOff x="548640" y="2743200"/>
            <a:chExt cx="11091671" cy="1417320"/>
          </a:xfrm>
        </p:grpSpPr>
        <p:sp>
          <p:nvSpPr>
            <p:cNvPr id="3" name="Chevron 2"/>
            <p:cNvSpPr/>
            <p:nvPr/>
          </p:nvSpPr>
          <p:spPr>
            <a:xfrm>
              <a:off x="548640" y="2743200"/>
              <a:ext cx="2467051" cy="1417320"/>
            </a:xfrm>
            <a:prstGeom prst="chevron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1. 현황 분석</a:t>
              </a:r>
            </a:p>
          </p:txBody>
        </p:sp>
        <p:sp>
          <p:nvSpPr>
            <p:cNvPr id="4" name="Chevron 3"/>
            <p:cNvSpPr/>
            <p:nvPr/>
          </p:nvSpPr>
          <p:spPr>
            <a:xfrm>
              <a:off x="2704795" y="2743200"/>
              <a:ext cx="2467051" cy="1417320"/>
            </a:xfrm>
            <a:prstGeom prst="chevron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2. 전략 수립</a:t>
              </a:r>
            </a:p>
          </p:txBody>
        </p:sp>
        <p:sp>
          <p:nvSpPr>
            <p:cNvPr id="5" name="Chevron 4"/>
            <p:cNvSpPr/>
            <p:nvPr/>
          </p:nvSpPr>
          <p:spPr>
            <a:xfrm>
              <a:off x="4860950" y="2743200"/>
              <a:ext cx="2467051" cy="1417320"/>
            </a:xfrm>
            <a:prstGeom prst="chevron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3. 체계 설계</a:t>
              </a:r>
            </a:p>
          </p:txBody>
        </p:sp>
        <p:sp>
          <p:nvSpPr>
            <p:cNvPr id="6" name="Chevron 5"/>
            <p:cNvSpPr/>
            <p:nvPr/>
          </p:nvSpPr>
          <p:spPr>
            <a:xfrm>
              <a:off x="7017105" y="2743200"/>
              <a:ext cx="2467051" cy="1417320"/>
            </a:xfrm>
            <a:prstGeom prst="chevron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4. 구축·개발</a:t>
              </a:r>
            </a:p>
          </p:txBody>
        </p:sp>
        <p:sp>
          <p:nvSpPr>
            <p:cNvPr id="7" name="Chevron 6"/>
            <p:cNvSpPr/>
            <p:nvPr/>
          </p:nvSpPr>
          <p:spPr>
            <a:xfrm>
              <a:off x="9173260" y="2743200"/>
              <a:ext cx="2467051" cy="1417320"/>
            </a:xfrm>
            <a:prstGeom prst="chevron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5. 검증·안정화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PRC-028</a:t>
            </a:r>
          </a:p>
        </p:txBody>
      </p:sp>
      <p:grpSp>
        <p:nvGrpSpPr>
          <p:cNvPr id="9" name="asset:PRC-028"/>
          <p:cNvGrpSpPr/>
          <p:nvPr/>
        </p:nvGrpSpPr>
        <p:grpSpPr>
          <a:xfrm>
            <a:off x="548640" y="2743200"/>
            <a:ext cx="11091672" cy="1417320"/>
            <a:chOff x="548640" y="2743200"/>
            <a:chExt cx="11091672" cy="1417320"/>
          </a:xfrm>
        </p:grpSpPr>
        <p:sp>
          <p:nvSpPr>
            <p:cNvPr id="3" name="Chevron 2"/>
            <p:cNvSpPr/>
            <p:nvPr/>
          </p:nvSpPr>
          <p:spPr>
            <a:xfrm>
              <a:off x="548640" y="2743200"/>
              <a:ext cx="2107692" cy="1417320"/>
            </a:xfrm>
            <a:prstGeom prst="chevron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1. 현황 분석</a:t>
              </a:r>
            </a:p>
          </p:txBody>
        </p:sp>
        <p:sp>
          <p:nvSpPr>
            <p:cNvPr id="4" name="Chevron 3"/>
            <p:cNvSpPr/>
            <p:nvPr/>
          </p:nvSpPr>
          <p:spPr>
            <a:xfrm>
              <a:off x="2345436" y="2743200"/>
              <a:ext cx="2107692" cy="1417320"/>
            </a:xfrm>
            <a:prstGeom prst="chevron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2. 전략 수립</a:t>
              </a:r>
            </a:p>
          </p:txBody>
        </p:sp>
        <p:sp>
          <p:nvSpPr>
            <p:cNvPr id="5" name="Chevron 4"/>
            <p:cNvSpPr/>
            <p:nvPr/>
          </p:nvSpPr>
          <p:spPr>
            <a:xfrm>
              <a:off x="4142232" y="2743200"/>
              <a:ext cx="2107692" cy="1417320"/>
            </a:xfrm>
            <a:prstGeom prst="chevron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3. 체계 설계</a:t>
              </a:r>
            </a:p>
          </p:txBody>
        </p:sp>
        <p:sp>
          <p:nvSpPr>
            <p:cNvPr id="6" name="Chevron 5"/>
            <p:cNvSpPr/>
            <p:nvPr/>
          </p:nvSpPr>
          <p:spPr>
            <a:xfrm>
              <a:off x="5939028" y="2743200"/>
              <a:ext cx="2107692" cy="1417320"/>
            </a:xfrm>
            <a:prstGeom prst="chevron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4. 구축·개발</a:t>
              </a:r>
            </a:p>
          </p:txBody>
        </p:sp>
        <p:sp>
          <p:nvSpPr>
            <p:cNvPr id="7" name="Chevron 6"/>
            <p:cNvSpPr/>
            <p:nvPr/>
          </p:nvSpPr>
          <p:spPr>
            <a:xfrm>
              <a:off x="7735824" y="2743200"/>
              <a:ext cx="2107692" cy="1417320"/>
            </a:xfrm>
            <a:prstGeom prst="chevron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5. 검증·안정화</a:t>
              </a:r>
            </a:p>
          </p:txBody>
        </p:sp>
        <p:sp>
          <p:nvSpPr>
            <p:cNvPr id="8" name="Chevron 7"/>
            <p:cNvSpPr/>
            <p:nvPr/>
          </p:nvSpPr>
          <p:spPr>
            <a:xfrm>
              <a:off x="9532620" y="2743200"/>
              <a:ext cx="2107692" cy="1417320"/>
            </a:xfrm>
            <a:prstGeom prst="chevron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6. 운영·확산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PRC-029</a:t>
            </a:r>
          </a:p>
        </p:txBody>
      </p:sp>
      <p:grpSp>
        <p:nvGrpSpPr>
          <p:cNvPr id="6" name="asset:PRC-029"/>
          <p:cNvGrpSpPr/>
          <p:nvPr/>
        </p:nvGrpSpPr>
        <p:grpSpPr>
          <a:xfrm>
            <a:off x="548640" y="2743200"/>
            <a:ext cx="11091672" cy="1417320"/>
            <a:chOff x="548640" y="2743200"/>
            <a:chExt cx="11091672" cy="1417320"/>
          </a:xfrm>
        </p:grpSpPr>
        <p:sp>
          <p:nvSpPr>
            <p:cNvPr id="3" name="Chevron 2"/>
            <p:cNvSpPr/>
            <p:nvPr/>
          </p:nvSpPr>
          <p:spPr>
            <a:xfrm>
              <a:off x="548640" y="2743200"/>
              <a:ext cx="3904488" cy="1417320"/>
            </a:xfrm>
            <a:prstGeom prst="chevron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1. 현황 분석</a:t>
              </a:r>
            </a:p>
          </p:txBody>
        </p:sp>
        <p:sp>
          <p:nvSpPr>
            <p:cNvPr id="4" name="Chevron 3"/>
            <p:cNvSpPr/>
            <p:nvPr/>
          </p:nvSpPr>
          <p:spPr>
            <a:xfrm>
              <a:off x="4142232" y="2743200"/>
              <a:ext cx="3904488" cy="1417320"/>
            </a:xfrm>
            <a:prstGeom prst="chevron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2. 전략 수립</a:t>
              </a:r>
            </a:p>
          </p:txBody>
        </p:sp>
        <p:sp>
          <p:nvSpPr>
            <p:cNvPr id="5" name="Chevron 4"/>
            <p:cNvSpPr/>
            <p:nvPr/>
          </p:nvSpPr>
          <p:spPr>
            <a:xfrm>
              <a:off x="7735824" y="2743200"/>
              <a:ext cx="3904488" cy="1417320"/>
            </a:xfrm>
            <a:prstGeom prst="chevron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3. 체계 설계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PRC-030</a:t>
            </a:r>
          </a:p>
        </p:txBody>
      </p:sp>
      <p:grpSp>
        <p:nvGrpSpPr>
          <p:cNvPr id="7" name="asset:PRC-030"/>
          <p:cNvGrpSpPr/>
          <p:nvPr/>
        </p:nvGrpSpPr>
        <p:grpSpPr>
          <a:xfrm>
            <a:off x="548640" y="2743200"/>
            <a:ext cx="11091672" cy="1417320"/>
            <a:chOff x="548640" y="2743200"/>
            <a:chExt cx="11091672" cy="1417320"/>
          </a:xfrm>
        </p:grpSpPr>
        <p:sp>
          <p:nvSpPr>
            <p:cNvPr id="3" name="Chevron 2"/>
            <p:cNvSpPr/>
            <p:nvPr/>
          </p:nvSpPr>
          <p:spPr>
            <a:xfrm>
              <a:off x="548640" y="2743200"/>
              <a:ext cx="3006090" cy="1417320"/>
            </a:xfrm>
            <a:prstGeom prst="chevron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1. 현황 분석</a:t>
              </a:r>
            </a:p>
          </p:txBody>
        </p:sp>
        <p:sp>
          <p:nvSpPr>
            <p:cNvPr id="4" name="Chevron 3"/>
            <p:cNvSpPr/>
            <p:nvPr/>
          </p:nvSpPr>
          <p:spPr>
            <a:xfrm>
              <a:off x="3243834" y="2743200"/>
              <a:ext cx="3006090" cy="1417320"/>
            </a:xfrm>
            <a:prstGeom prst="chevron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2. 전략 수립</a:t>
              </a:r>
            </a:p>
          </p:txBody>
        </p:sp>
        <p:sp>
          <p:nvSpPr>
            <p:cNvPr id="5" name="Chevron 4"/>
            <p:cNvSpPr/>
            <p:nvPr/>
          </p:nvSpPr>
          <p:spPr>
            <a:xfrm>
              <a:off x="5939028" y="2743200"/>
              <a:ext cx="3006090" cy="1417320"/>
            </a:xfrm>
            <a:prstGeom prst="chevron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3. 체계 설계</a:t>
              </a:r>
            </a:p>
          </p:txBody>
        </p:sp>
        <p:sp>
          <p:nvSpPr>
            <p:cNvPr id="6" name="Chevron 5"/>
            <p:cNvSpPr/>
            <p:nvPr/>
          </p:nvSpPr>
          <p:spPr>
            <a:xfrm>
              <a:off x="8634222" y="2743200"/>
              <a:ext cx="3006090" cy="1417320"/>
            </a:xfrm>
            <a:prstGeom prst="chevron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4. 구축·개발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PRC-031</a:t>
            </a:r>
          </a:p>
        </p:txBody>
      </p:sp>
      <p:grpSp>
        <p:nvGrpSpPr>
          <p:cNvPr id="8" name="asset:PRC-031"/>
          <p:cNvGrpSpPr/>
          <p:nvPr/>
        </p:nvGrpSpPr>
        <p:grpSpPr>
          <a:xfrm>
            <a:off x="548640" y="2743200"/>
            <a:ext cx="11091671" cy="1417320"/>
            <a:chOff x="548640" y="2743200"/>
            <a:chExt cx="11091671" cy="1417320"/>
          </a:xfrm>
        </p:grpSpPr>
        <p:sp>
          <p:nvSpPr>
            <p:cNvPr id="3" name="Chevron 2"/>
            <p:cNvSpPr/>
            <p:nvPr/>
          </p:nvSpPr>
          <p:spPr>
            <a:xfrm>
              <a:off x="548640" y="2743200"/>
              <a:ext cx="2467051" cy="1417320"/>
            </a:xfrm>
            <a:prstGeom prst="chevron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1. 현황 분석</a:t>
              </a:r>
            </a:p>
          </p:txBody>
        </p:sp>
        <p:sp>
          <p:nvSpPr>
            <p:cNvPr id="4" name="Chevron 3"/>
            <p:cNvSpPr/>
            <p:nvPr/>
          </p:nvSpPr>
          <p:spPr>
            <a:xfrm>
              <a:off x="2704795" y="2743200"/>
              <a:ext cx="2467051" cy="1417320"/>
            </a:xfrm>
            <a:prstGeom prst="chevron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2. 전략 수립</a:t>
              </a:r>
            </a:p>
          </p:txBody>
        </p:sp>
        <p:sp>
          <p:nvSpPr>
            <p:cNvPr id="5" name="Chevron 4"/>
            <p:cNvSpPr/>
            <p:nvPr/>
          </p:nvSpPr>
          <p:spPr>
            <a:xfrm>
              <a:off x="4860950" y="2743200"/>
              <a:ext cx="2467051" cy="1417320"/>
            </a:xfrm>
            <a:prstGeom prst="chevron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3. 체계 설계</a:t>
              </a:r>
            </a:p>
          </p:txBody>
        </p:sp>
        <p:sp>
          <p:nvSpPr>
            <p:cNvPr id="6" name="Chevron 5"/>
            <p:cNvSpPr/>
            <p:nvPr/>
          </p:nvSpPr>
          <p:spPr>
            <a:xfrm>
              <a:off x="7017105" y="2743200"/>
              <a:ext cx="2467051" cy="1417320"/>
            </a:xfrm>
            <a:prstGeom prst="chevron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4. 구축·개발</a:t>
              </a:r>
            </a:p>
          </p:txBody>
        </p:sp>
        <p:sp>
          <p:nvSpPr>
            <p:cNvPr id="7" name="Chevron 6"/>
            <p:cNvSpPr/>
            <p:nvPr/>
          </p:nvSpPr>
          <p:spPr>
            <a:xfrm>
              <a:off x="9173260" y="2743200"/>
              <a:ext cx="2467051" cy="1417320"/>
            </a:xfrm>
            <a:prstGeom prst="chevron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5. 검증·안정화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PRC-032</a:t>
            </a:r>
          </a:p>
        </p:txBody>
      </p:sp>
      <p:grpSp>
        <p:nvGrpSpPr>
          <p:cNvPr id="9" name="asset:PRC-032"/>
          <p:cNvGrpSpPr/>
          <p:nvPr/>
        </p:nvGrpSpPr>
        <p:grpSpPr>
          <a:xfrm>
            <a:off x="548640" y="2743200"/>
            <a:ext cx="11091672" cy="1417320"/>
            <a:chOff x="548640" y="2743200"/>
            <a:chExt cx="11091672" cy="1417320"/>
          </a:xfrm>
        </p:grpSpPr>
        <p:sp>
          <p:nvSpPr>
            <p:cNvPr id="3" name="Chevron 2"/>
            <p:cNvSpPr/>
            <p:nvPr/>
          </p:nvSpPr>
          <p:spPr>
            <a:xfrm>
              <a:off x="548640" y="2743200"/>
              <a:ext cx="2107692" cy="1417320"/>
            </a:xfrm>
            <a:prstGeom prst="chevron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1. 현황 분석</a:t>
              </a:r>
            </a:p>
          </p:txBody>
        </p:sp>
        <p:sp>
          <p:nvSpPr>
            <p:cNvPr id="4" name="Chevron 3"/>
            <p:cNvSpPr/>
            <p:nvPr/>
          </p:nvSpPr>
          <p:spPr>
            <a:xfrm>
              <a:off x="2345436" y="2743200"/>
              <a:ext cx="2107692" cy="1417320"/>
            </a:xfrm>
            <a:prstGeom prst="chevron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2. 전략 수립</a:t>
              </a:r>
            </a:p>
          </p:txBody>
        </p:sp>
        <p:sp>
          <p:nvSpPr>
            <p:cNvPr id="5" name="Chevron 4"/>
            <p:cNvSpPr/>
            <p:nvPr/>
          </p:nvSpPr>
          <p:spPr>
            <a:xfrm>
              <a:off x="4142232" y="2743200"/>
              <a:ext cx="2107692" cy="1417320"/>
            </a:xfrm>
            <a:prstGeom prst="chevron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3. 체계 설계</a:t>
              </a:r>
            </a:p>
          </p:txBody>
        </p:sp>
        <p:sp>
          <p:nvSpPr>
            <p:cNvPr id="6" name="Chevron 5"/>
            <p:cNvSpPr/>
            <p:nvPr/>
          </p:nvSpPr>
          <p:spPr>
            <a:xfrm>
              <a:off x="5939028" y="2743200"/>
              <a:ext cx="2107692" cy="1417320"/>
            </a:xfrm>
            <a:prstGeom prst="chevron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4. 구축·개발</a:t>
              </a:r>
            </a:p>
          </p:txBody>
        </p:sp>
        <p:sp>
          <p:nvSpPr>
            <p:cNvPr id="7" name="Chevron 6"/>
            <p:cNvSpPr/>
            <p:nvPr/>
          </p:nvSpPr>
          <p:spPr>
            <a:xfrm>
              <a:off x="7735824" y="2743200"/>
              <a:ext cx="2107692" cy="1417320"/>
            </a:xfrm>
            <a:prstGeom prst="chevron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5. 검증·안정화</a:t>
              </a:r>
            </a:p>
          </p:txBody>
        </p:sp>
        <p:sp>
          <p:nvSpPr>
            <p:cNvPr id="8" name="Chevron 7"/>
            <p:cNvSpPr/>
            <p:nvPr/>
          </p:nvSpPr>
          <p:spPr>
            <a:xfrm>
              <a:off x="9532620" y="2743200"/>
              <a:ext cx="2107692" cy="1417320"/>
            </a:xfrm>
            <a:prstGeom prst="chevron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6. 운영·확산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PRC-033</a:t>
            </a:r>
          </a:p>
        </p:txBody>
      </p:sp>
      <p:grpSp>
        <p:nvGrpSpPr>
          <p:cNvPr id="6" name="asset:PRC-033"/>
          <p:cNvGrpSpPr/>
          <p:nvPr/>
        </p:nvGrpSpPr>
        <p:grpSpPr>
          <a:xfrm>
            <a:off x="548640" y="2743200"/>
            <a:ext cx="11091672" cy="1417320"/>
            <a:chOff x="548640" y="2743200"/>
            <a:chExt cx="11091672" cy="1417320"/>
          </a:xfrm>
        </p:grpSpPr>
        <p:sp>
          <p:nvSpPr>
            <p:cNvPr id="3" name="Chevron 2"/>
            <p:cNvSpPr/>
            <p:nvPr/>
          </p:nvSpPr>
          <p:spPr>
            <a:xfrm>
              <a:off x="548640" y="2743200"/>
              <a:ext cx="3904488" cy="1417320"/>
            </a:xfrm>
            <a:prstGeom prst="chevron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1. 현황 분석</a:t>
              </a:r>
            </a:p>
          </p:txBody>
        </p:sp>
        <p:sp>
          <p:nvSpPr>
            <p:cNvPr id="4" name="Chevron 3"/>
            <p:cNvSpPr/>
            <p:nvPr/>
          </p:nvSpPr>
          <p:spPr>
            <a:xfrm>
              <a:off x="4142232" y="2743200"/>
              <a:ext cx="3904488" cy="1417320"/>
            </a:xfrm>
            <a:prstGeom prst="chevron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2. 전략 수립</a:t>
              </a:r>
            </a:p>
          </p:txBody>
        </p:sp>
        <p:sp>
          <p:nvSpPr>
            <p:cNvPr id="5" name="Chevron 4"/>
            <p:cNvSpPr/>
            <p:nvPr/>
          </p:nvSpPr>
          <p:spPr>
            <a:xfrm>
              <a:off x="7735824" y="2743200"/>
              <a:ext cx="3904488" cy="1417320"/>
            </a:xfrm>
            <a:prstGeom prst="chevron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3. 체계 설계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PRC-034</a:t>
            </a:r>
          </a:p>
        </p:txBody>
      </p:sp>
      <p:grpSp>
        <p:nvGrpSpPr>
          <p:cNvPr id="7" name="asset:PRC-034"/>
          <p:cNvGrpSpPr/>
          <p:nvPr/>
        </p:nvGrpSpPr>
        <p:grpSpPr>
          <a:xfrm>
            <a:off x="548640" y="2743200"/>
            <a:ext cx="11091672" cy="1417320"/>
            <a:chOff x="548640" y="2743200"/>
            <a:chExt cx="11091672" cy="1417320"/>
          </a:xfrm>
        </p:grpSpPr>
        <p:sp>
          <p:nvSpPr>
            <p:cNvPr id="3" name="Chevron 2"/>
            <p:cNvSpPr/>
            <p:nvPr/>
          </p:nvSpPr>
          <p:spPr>
            <a:xfrm>
              <a:off x="548640" y="2743200"/>
              <a:ext cx="3006090" cy="1417320"/>
            </a:xfrm>
            <a:prstGeom prst="chevron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1. 현황 분석</a:t>
              </a:r>
            </a:p>
          </p:txBody>
        </p:sp>
        <p:sp>
          <p:nvSpPr>
            <p:cNvPr id="4" name="Chevron 3"/>
            <p:cNvSpPr/>
            <p:nvPr/>
          </p:nvSpPr>
          <p:spPr>
            <a:xfrm>
              <a:off x="3243834" y="2743200"/>
              <a:ext cx="3006090" cy="1417320"/>
            </a:xfrm>
            <a:prstGeom prst="chevron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2. 전략 수립</a:t>
              </a:r>
            </a:p>
          </p:txBody>
        </p:sp>
        <p:sp>
          <p:nvSpPr>
            <p:cNvPr id="5" name="Chevron 4"/>
            <p:cNvSpPr/>
            <p:nvPr/>
          </p:nvSpPr>
          <p:spPr>
            <a:xfrm>
              <a:off x="5939028" y="2743200"/>
              <a:ext cx="3006090" cy="1417320"/>
            </a:xfrm>
            <a:prstGeom prst="chevron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3. 체계 설계</a:t>
              </a:r>
            </a:p>
          </p:txBody>
        </p:sp>
        <p:sp>
          <p:nvSpPr>
            <p:cNvPr id="6" name="Chevron 5"/>
            <p:cNvSpPr/>
            <p:nvPr/>
          </p:nvSpPr>
          <p:spPr>
            <a:xfrm>
              <a:off x="8634222" y="2743200"/>
              <a:ext cx="3006090" cy="1417320"/>
            </a:xfrm>
            <a:prstGeom prst="chevron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4. 구축·개발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PRC-035</a:t>
            </a:r>
          </a:p>
        </p:txBody>
      </p:sp>
      <p:grpSp>
        <p:nvGrpSpPr>
          <p:cNvPr id="8" name="asset:PRC-035"/>
          <p:cNvGrpSpPr/>
          <p:nvPr/>
        </p:nvGrpSpPr>
        <p:grpSpPr>
          <a:xfrm>
            <a:off x="548640" y="2743200"/>
            <a:ext cx="11091671" cy="1417320"/>
            <a:chOff x="548640" y="2743200"/>
            <a:chExt cx="11091671" cy="1417320"/>
          </a:xfrm>
        </p:grpSpPr>
        <p:sp>
          <p:nvSpPr>
            <p:cNvPr id="3" name="Chevron 2"/>
            <p:cNvSpPr/>
            <p:nvPr/>
          </p:nvSpPr>
          <p:spPr>
            <a:xfrm>
              <a:off x="548640" y="2743200"/>
              <a:ext cx="2467051" cy="1417320"/>
            </a:xfrm>
            <a:prstGeom prst="chevron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1. 현황 분석</a:t>
              </a:r>
            </a:p>
          </p:txBody>
        </p:sp>
        <p:sp>
          <p:nvSpPr>
            <p:cNvPr id="4" name="Chevron 3"/>
            <p:cNvSpPr/>
            <p:nvPr/>
          </p:nvSpPr>
          <p:spPr>
            <a:xfrm>
              <a:off x="2704795" y="2743200"/>
              <a:ext cx="2467051" cy="1417320"/>
            </a:xfrm>
            <a:prstGeom prst="chevron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2. 전략 수립</a:t>
              </a:r>
            </a:p>
          </p:txBody>
        </p:sp>
        <p:sp>
          <p:nvSpPr>
            <p:cNvPr id="5" name="Chevron 4"/>
            <p:cNvSpPr/>
            <p:nvPr/>
          </p:nvSpPr>
          <p:spPr>
            <a:xfrm>
              <a:off x="4860950" y="2743200"/>
              <a:ext cx="2467051" cy="1417320"/>
            </a:xfrm>
            <a:prstGeom prst="chevron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3. 체계 설계</a:t>
              </a:r>
            </a:p>
          </p:txBody>
        </p:sp>
        <p:sp>
          <p:nvSpPr>
            <p:cNvPr id="6" name="Chevron 5"/>
            <p:cNvSpPr/>
            <p:nvPr/>
          </p:nvSpPr>
          <p:spPr>
            <a:xfrm>
              <a:off x="7017105" y="2743200"/>
              <a:ext cx="2467051" cy="1417320"/>
            </a:xfrm>
            <a:prstGeom prst="chevron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4. 구축·개발</a:t>
              </a:r>
            </a:p>
          </p:txBody>
        </p:sp>
        <p:sp>
          <p:nvSpPr>
            <p:cNvPr id="7" name="Chevron 6"/>
            <p:cNvSpPr/>
            <p:nvPr/>
          </p:nvSpPr>
          <p:spPr>
            <a:xfrm>
              <a:off x="9173260" y="2743200"/>
              <a:ext cx="2467051" cy="1417320"/>
            </a:xfrm>
            <a:prstGeom prst="chevron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5. 검증·안정화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PRC-036</a:t>
            </a:r>
          </a:p>
        </p:txBody>
      </p:sp>
      <p:grpSp>
        <p:nvGrpSpPr>
          <p:cNvPr id="9" name="asset:PRC-036"/>
          <p:cNvGrpSpPr/>
          <p:nvPr/>
        </p:nvGrpSpPr>
        <p:grpSpPr>
          <a:xfrm>
            <a:off x="548640" y="2743200"/>
            <a:ext cx="11091672" cy="1417320"/>
            <a:chOff x="548640" y="2743200"/>
            <a:chExt cx="11091672" cy="1417320"/>
          </a:xfrm>
        </p:grpSpPr>
        <p:sp>
          <p:nvSpPr>
            <p:cNvPr id="3" name="Chevron 2"/>
            <p:cNvSpPr/>
            <p:nvPr/>
          </p:nvSpPr>
          <p:spPr>
            <a:xfrm>
              <a:off x="548640" y="2743200"/>
              <a:ext cx="2107692" cy="1417320"/>
            </a:xfrm>
            <a:prstGeom prst="chevron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1. 현황 분석</a:t>
              </a:r>
            </a:p>
          </p:txBody>
        </p:sp>
        <p:sp>
          <p:nvSpPr>
            <p:cNvPr id="4" name="Chevron 3"/>
            <p:cNvSpPr/>
            <p:nvPr/>
          </p:nvSpPr>
          <p:spPr>
            <a:xfrm>
              <a:off x="2345436" y="2743200"/>
              <a:ext cx="2107692" cy="1417320"/>
            </a:xfrm>
            <a:prstGeom prst="chevron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2. 전략 수립</a:t>
              </a:r>
            </a:p>
          </p:txBody>
        </p:sp>
        <p:sp>
          <p:nvSpPr>
            <p:cNvPr id="5" name="Chevron 4"/>
            <p:cNvSpPr/>
            <p:nvPr/>
          </p:nvSpPr>
          <p:spPr>
            <a:xfrm>
              <a:off x="4142232" y="2743200"/>
              <a:ext cx="2107692" cy="1417320"/>
            </a:xfrm>
            <a:prstGeom prst="chevron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3. 체계 설계</a:t>
              </a:r>
            </a:p>
          </p:txBody>
        </p:sp>
        <p:sp>
          <p:nvSpPr>
            <p:cNvPr id="6" name="Chevron 5"/>
            <p:cNvSpPr/>
            <p:nvPr/>
          </p:nvSpPr>
          <p:spPr>
            <a:xfrm>
              <a:off x="5939028" y="2743200"/>
              <a:ext cx="2107692" cy="1417320"/>
            </a:xfrm>
            <a:prstGeom prst="chevron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4. 구축·개발</a:t>
              </a:r>
            </a:p>
          </p:txBody>
        </p:sp>
        <p:sp>
          <p:nvSpPr>
            <p:cNvPr id="7" name="Chevron 6"/>
            <p:cNvSpPr/>
            <p:nvPr/>
          </p:nvSpPr>
          <p:spPr>
            <a:xfrm>
              <a:off x="7735824" y="2743200"/>
              <a:ext cx="2107692" cy="1417320"/>
            </a:xfrm>
            <a:prstGeom prst="chevron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5. 검증·안정화</a:t>
              </a:r>
            </a:p>
          </p:txBody>
        </p:sp>
        <p:sp>
          <p:nvSpPr>
            <p:cNvPr id="8" name="Chevron 7"/>
            <p:cNvSpPr/>
            <p:nvPr/>
          </p:nvSpPr>
          <p:spPr>
            <a:xfrm>
              <a:off x="9532620" y="2743200"/>
              <a:ext cx="2107692" cy="1417320"/>
            </a:xfrm>
            <a:prstGeom prst="chevron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6. 운영·확산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