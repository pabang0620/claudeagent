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PRC-019</a:t>
            </a:r>
          </a:p>
        </p:txBody>
      </p:sp>
      <p:grpSp>
        <p:nvGrpSpPr>
          <p:cNvPr id="11" name="asset:PRC-019"/>
          <p:cNvGrpSpPr/>
          <p:nvPr/>
        </p:nvGrpSpPr>
        <p:grpSpPr>
          <a:xfrm>
            <a:off x="822960" y="1417320"/>
            <a:ext cx="10561320" cy="4023360"/>
            <a:chOff x="822960" y="1417320"/>
            <a:chExt cx="10561320" cy="4023360"/>
          </a:xfrm>
        </p:grpSpPr>
        <p:sp>
          <p:nvSpPr>
            <p:cNvPr id="3" name="Rounded Rectangle 2"/>
            <p:cNvSpPr/>
            <p:nvPr/>
          </p:nvSpPr>
          <p:spPr>
            <a:xfrm>
              <a:off x="822960" y="2834640"/>
              <a:ext cx="2103120" cy="109728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요청 접수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09160" y="1417320"/>
              <a:ext cx="2743200" cy="109728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자동 처리 경로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709160" y="4343400"/>
              <a:ext cx="2743200" cy="109728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수동 검토 경로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9281160" y="2834640"/>
              <a:ext cx="2103120" cy="109728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통합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 flipV="1">
              <a:off x="2926080" y="1965960"/>
              <a:ext cx="1783080" cy="1417320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926080" y="3383280"/>
              <a:ext cx="1783080" cy="1508760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7452360" y="1965960"/>
              <a:ext cx="1828800" cy="1417320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 flipV="1">
              <a:off x="7452360" y="3383280"/>
              <a:ext cx="1828800" cy="1508760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