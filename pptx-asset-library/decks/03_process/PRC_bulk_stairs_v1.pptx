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PRC-133</a:t>
            </a:r>
          </a:p>
        </p:txBody>
      </p:sp>
      <p:grpSp>
        <p:nvGrpSpPr>
          <p:cNvPr id="13" name="asset:PRC-133"/>
          <p:cNvGrpSpPr/>
          <p:nvPr/>
        </p:nvGrpSpPr>
        <p:grpSpPr>
          <a:xfrm>
            <a:off x="502920" y="1097280"/>
            <a:ext cx="11338560" cy="3630167"/>
            <a:chOff x="502920" y="1097280"/>
            <a:chExt cx="11338560" cy="3630167"/>
          </a:xfrm>
        </p:grpSpPr>
        <p:sp>
          <p:nvSpPr>
            <p:cNvPr id="3" name="Rectangle 2"/>
            <p:cNvSpPr/>
            <p:nvPr/>
          </p:nvSpPr>
          <p:spPr>
            <a:xfrm>
              <a:off x="2377439" y="1874519"/>
              <a:ext cx="411480" cy="118872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02920" y="1097280"/>
              <a:ext cx="2286000" cy="777240"/>
            </a:xfrm>
            <a:prstGeom prst="rect">
              <a:avLst/>
            </a:prstGeom>
            <a:solidFill>
              <a:srgbClr val="16233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" y="18928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720840" y="3063240"/>
              <a:ext cx="411480" cy="118872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846320" y="2286000"/>
              <a:ext cx="2286000" cy="777240"/>
            </a:xfrm>
            <a:prstGeom prst="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46320" y="308152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9189720" y="3474720"/>
              <a:ext cx="2286000" cy="777240"/>
            </a:xfrm>
            <a:prstGeom prst="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89720" y="427024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2587751" y="2468879"/>
              <a:ext cx="2459737" cy="205741"/>
            </a:xfrm>
            <a:prstGeom prst="line">
              <a:avLst/>
            </a:prstGeom>
            <a:ln w="1905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931152" y="3657600"/>
              <a:ext cx="2459736" cy="205739"/>
            </a:xfrm>
            <a:prstGeom prst="line">
              <a:avLst/>
            </a:prstGeom>
            <a:ln w="1905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PRC-134</a:t>
            </a:r>
          </a:p>
        </p:txBody>
      </p:sp>
      <p:grpSp>
        <p:nvGrpSpPr>
          <p:cNvPr id="17" name="asset:PRC-134"/>
          <p:cNvGrpSpPr/>
          <p:nvPr/>
        </p:nvGrpSpPr>
        <p:grpSpPr>
          <a:xfrm>
            <a:off x="502920" y="1097280"/>
            <a:ext cx="11338560" cy="4818888"/>
            <a:chOff x="502920" y="1097280"/>
            <a:chExt cx="11338560" cy="4818888"/>
          </a:xfrm>
        </p:grpSpPr>
        <p:sp>
          <p:nvSpPr>
            <p:cNvPr id="3" name="Rectangle 2"/>
            <p:cNvSpPr/>
            <p:nvPr/>
          </p:nvSpPr>
          <p:spPr>
            <a:xfrm>
              <a:off x="2377439" y="1874519"/>
              <a:ext cx="411480" cy="118872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02920" y="1097280"/>
              <a:ext cx="2286000" cy="777240"/>
            </a:xfrm>
            <a:prstGeom prst="rect">
              <a:avLst/>
            </a:prstGeom>
            <a:solidFill>
              <a:srgbClr val="16233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" y="18928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273040" y="3063240"/>
              <a:ext cx="411480" cy="118872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398520" y="2286000"/>
              <a:ext cx="2286000" cy="777240"/>
            </a:xfrm>
            <a:prstGeom prst="rect">
              <a:avLst/>
            </a:prstGeom>
            <a:solidFill>
              <a:srgbClr val="1F3864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98520" y="308152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168640" y="4251959"/>
              <a:ext cx="411480" cy="118872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94120" y="3474720"/>
              <a:ext cx="2286000" cy="777240"/>
            </a:xfrm>
            <a:prstGeom prst="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94120" y="427024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189720" y="4663440"/>
              <a:ext cx="2286000" cy="777240"/>
            </a:xfrm>
            <a:prstGeom prst="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89720" y="545896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587751" y="2468879"/>
              <a:ext cx="1011937" cy="205741"/>
            </a:xfrm>
            <a:prstGeom prst="line">
              <a:avLst/>
            </a:prstGeom>
            <a:ln w="1905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5483352" y="3657600"/>
              <a:ext cx="1011935" cy="205739"/>
            </a:xfrm>
            <a:prstGeom prst="line">
              <a:avLst/>
            </a:prstGeom>
            <a:ln w="1905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8378951" y="4846320"/>
              <a:ext cx="1011937" cy="205740"/>
            </a:xfrm>
            <a:prstGeom prst="line">
              <a:avLst/>
            </a:prstGeom>
            <a:ln w="1905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PRC-135</a:t>
            </a:r>
          </a:p>
        </p:txBody>
      </p:sp>
      <p:grpSp>
        <p:nvGrpSpPr>
          <p:cNvPr id="21" name="asset:PRC-135"/>
          <p:cNvGrpSpPr/>
          <p:nvPr/>
        </p:nvGrpSpPr>
        <p:grpSpPr>
          <a:xfrm>
            <a:off x="502920" y="1097280"/>
            <a:ext cx="11338560" cy="5596127"/>
            <a:chOff x="502920" y="1097280"/>
            <a:chExt cx="11338560" cy="5596127"/>
          </a:xfrm>
        </p:grpSpPr>
        <p:sp>
          <p:nvSpPr>
            <p:cNvPr id="3" name="Rectangle 2"/>
            <p:cNvSpPr/>
            <p:nvPr/>
          </p:nvSpPr>
          <p:spPr>
            <a:xfrm>
              <a:off x="2377439" y="1874519"/>
              <a:ext cx="411480" cy="108585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02920" y="1097280"/>
              <a:ext cx="2286000" cy="777240"/>
            </a:xfrm>
            <a:prstGeom prst="rect">
              <a:avLst/>
            </a:prstGeom>
            <a:solidFill>
              <a:srgbClr val="16233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" y="18928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549140" y="2960370"/>
              <a:ext cx="411480" cy="108585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674620" y="2183130"/>
              <a:ext cx="2286000" cy="777240"/>
            </a:xfrm>
            <a:prstGeom prst="rect">
              <a:avLst/>
            </a:prstGeom>
            <a:solidFill>
              <a:srgbClr val="1F3864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74620" y="297865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720840" y="4046220"/>
              <a:ext cx="411480" cy="108585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46320" y="3268980"/>
              <a:ext cx="2286000" cy="777240"/>
            </a:xfrm>
            <a:prstGeom prst="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46320" y="40645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892540" y="5132070"/>
              <a:ext cx="411480" cy="108585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018020" y="4354830"/>
              <a:ext cx="2286000" cy="777240"/>
            </a:xfrm>
            <a:prstGeom prst="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18020" y="515035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189720" y="5440680"/>
              <a:ext cx="2286000" cy="777240"/>
            </a:xfrm>
            <a:prstGeom prst="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89720" y="62362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2587751" y="2417445"/>
              <a:ext cx="288037" cy="154305"/>
            </a:xfrm>
            <a:prstGeom prst="line">
              <a:avLst/>
            </a:prstGeom>
            <a:ln w="1905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4759452" y="3503295"/>
              <a:ext cx="288036" cy="154305"/>
            </a:xfrm>
            <a:prstGeom prst="line">
              <a:avLst/>
            </a:prstGeom>
            <a:ln w="1905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6931152" y="4589145"/>
              <a:ext cx="288036" cy="154305"/>
            </a:xfrm>
            <a:prstGeom prst="line">
              <a:avLst/>
            </a:prstGeom>
            <a:ln w="1905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9102852" y="5674995"/>
              <a:ext cx="288036" cy="154305"/>
            </a:xfrm>
            <a:prstGeom prst="line">
              <a:avLst/>
            </a:prstGeom>
            <a:ln w="1905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PRC-136</a:t>
            </a:r>
          </a:p>
        </p:txBody>
      </p:sp>
      <p:grpSp>
        <p:nvGrpSpPr>
          <p:cNvPr id="25" name="asset:PRC-136"/>
          <p:cNvGrpSpPr/>
          <p:nvPr/>
        </p:nvGrpSpPr>
        <p:grpSpPr>
          <a:xfrm>
            <a:off x="502920" y="1097280"/>
            <a:ext cx="11338560" cy="5596127"/>
            <a:chOff x="502920" y="1097280"/>
            <a:chExt cx="11338560" cy="5596127"/>
          </a:xfrm>
        </p:grpSpPr>
        <p:sp>
          <p:nvSpPr>
            <p:cNvPr id="3" name="Rectangle 2"/>
            <p:cNvSpPr/>
            <p:nvPr/>
          </p:nvSpPr>
          <p:spPr>
            <a:xfrm>
              <a:off x="2377439" y="1874519"/>
              <a:ext cx="411480" cy="86868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02920" y="1097280"/>
              <a:ext cx="2286000" cy="777240"/>
            </a:xfrm>
            <a:prstGeom prst="rect">
              <a:avLst/>
            </a:prstGeom>
            <a:solidFill>
              <a:srgbClr val="16233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" y="18928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114800" y="2743200"/>
              <a:ext cx="411480" cy="8686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240280" y="1965960"/>
              <a:ext cx="2286000" cy="777240"/>
            </a:xfrm>
            <a:prstGeom prst="rect">
              <a:avLst/>
            </a:prstGeom>
            <a:solidFill>
              <a:srgbClr val="1F3864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40280" y="276148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852159" y="3611879"/>
              <a:ext cx="411480" cy="8686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77639" y="2834639"/>
              <a:ext cx="2286000" cy="777240"/>
            </a:xfrm>
            <a:prstGeom prst="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77639" y="363016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589520" y="4480559"/>
              <a:ext cx="411480" cy="8686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714999" y="3703320"/>
              <a:ext cx="2286000" cy="777240"/>
            </a:xfrm>
            <a:prstGeom prst="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14999" y="449884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326880" y="5349240"/>
              <a:ext cx="411480" cy="86868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52360" y="4572000"/>
              <a:ext cx="2286000" cy="777240"/>
            </a:xfrm>
            <a:prstGeom prst="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452360" y="536752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189720" y="5440680"/>
              <a:ext cx="2286000" cy="777240"/>
            </a:xfrm>
            <a:prstGeom prst="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89720" y="62362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성과를 활용하고 대외로 확산한다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 flipH="1">
              <a:off x="2441448" y="2308860"/>
              <a:ext cx="146303" cy="45719"/>
            </a:xfrm>
            <a:prstGeom prst="line">
              <a:avLst/>
            </a:prstGeom>
            <a:ln w="1905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H="1">
              <a:off x="4178807" y="3177540"/>
              <a:ext cx="146305" cy="45719"/>
            </a:xfrm>
            <a:prstGeom prst="line">
              <a:avLst/>
            </a:prstGeom>
            <a:ln w="1905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 flipH="1">
              <a:off x="5916167" y="4046220"/>
              <a:ext cx="146305" cy="45719"/>
            </a:xfrm>
            <a:prstGeom prst="line">
              <a:avLst/>
            </a:prstGeom>
            <a:ln w="1905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 flipH="1">
              <a:off x="7653528" y="4914899"/>
              <a:ext cx="146303" cy="45721"/>
            </a:xfrm>
            <a:prstGeom prst="line">
              <a:avLst/>
            </a:prstGeom>
            <a:ln w="1905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H="1">
              <a:off x="9390888" y="5783579"/>
              <a:ext cx="146304" cy="45721"/>
            </a:xfrm>
            <a:prstGeom prst="line">
              <a:avLst/>
            </a:prstGeom>
            <a:ln w="1905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PRC-137</a:t>
            </a:r>
          </a:p>
        </p:txBody>
      </p:sp>
      <p:grpSp>
        <p:nvGrpSpPr>
          <p:cNvPr id="13" name="asset:PRC-137"/>
          <p:cNvGrpSpPr/>
          <p:nvPr/>
        </p:nvGrpSpPr>
        <p:grpSpPr>
          <a:xfrm>
            <a:off x="502920" y="1097280"/>
            <a:ext cx="11338560" cy="3630167"/>
            <a:chOff x="502920" y="1097280"/>
            <a:chExt cx="11338560" cy="3630167"/>
          </a:xfrm>
        </p:grpSpPr>
        <p:sp>
          <p:nvSpPr>
            <p:cNvPr id="3" name="Rectangle 2"/>
            <p:cNvSpPr/>
            <p:nvPr/>
          </p:nvSpPr>
          <p:spPr>
            <a:xfrm>
              <a:off x="2377439" y="1874519"/>
              <a:ext cx="411480" cy="118872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02920" y="1097280"/>
              <a:ext cx="2286000" cy="777240"/>
            </a:xfrm>
            <a:prstGeom prst="rect">
              <a:avLst/>
            </a:prstGeom>
            <a:solidFill>
              <a:srgbClr val="16233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" y="18928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720840" y="3063240"/>
              <a:ext cx="411480" cy="118872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846320" y="2286000"/>
              <a:ext cx="2286000" cy="777240"/>
            </a:xfrm>
            <a:prstGeom prst="rect">
              <a:avLst/>
            </a:prstGeom>
            <a:solidFill>
              <a:srgbClr val="595959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46320" y="308152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9189720" y="3474720"/>
              <a:ext cx="2286000" cy="777240"/>
            </a:xfrm>
            <a:prstGeom prst="rect">
              <a:avLst/>
            </a:prstGeom>
            <a:solidFill>
              <a:srgbClr val="D9D9D9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89720" y="427024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2587751" y="2468879"/>
              <a:ext cx="2459737" cy="205741"/>
            </a:xfrm>
            <a:prstGeom prst="line">
              <a:avLst/>
            </a:prstGeom>
            <a:ln w="1905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931152" y="3657600"/>
              <a:ext cx="2459736" cy="205739"/>
            </a:xfrm>
            <a:prstGeom prst="line">
              <a:avLst/>
            </a:prstGeom>
            <a:ln w="1905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PRC-138</a:t>
            </a:r>
          </a:p>
        </p:txBody>
      </p:sp>
      <p:grpSp>
        <p:nvGrpSpPr>
          <p:cNvPr id="17" name="asset:PRC-138"/>
          <p:cNvGrpSpPr/>
          <p:nvPr/>
        </p:nvGrpSpPr>
        <p:grpSpPr>
          <a:xfrm>
            <a:off x="502920" y="1097280"/>
            <a:ext cx="11338560" cy="4818888"/>
            <a:chOff x="502920" y="1097280"/>
            <a:chExt cx="11338560" cy="4818888"/>
          </a:xfrm>
        </p:grpSpPr>
        <p:sp>
          <p:nvSpPr>
            <p:cNvPr id="3" name="Rectangle 2"/>
            <p:cNvSpPr/>
            <p:nvPr/>
          </p:nvSpPr>
          <p:spPr>
            <a:xfrm>
              <a:off x="2377439" y="1874519"/>
              <a:ext cx="411480" cy="118872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02920" y="1097280"/>
              <a:ext cx="2286000" cy="777240"/>
            </a:xfrm>
            <a:prstGeom prst="rect">
              <a:avLst/>
            </a:prstGeom>
            <a:solidFill>
              <a:srgbClr val="16233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" y="18928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273040" y="3063240"/>
              <a:ext cx="411480" cy="118872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398520" y="2286000"/>
              <a:ext cx="2286000" cy="777240"/>
            </a:xfrm>
            <a:prstGeom prst="rect">
              <a:avLst/>
            </a:prstGeom>
            <a:solidFill>
              <a:srgbClr val="1F3864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98520" y="308152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168640" y="4251959"/>
              <a:ext cx="411480" cy="118872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94120" y="3474720"/>
              <a:ext cx="2286000" cy="777240"/>
            </a:xfrm>
            <a:prstGeom prst="rect">
              <a:avLst/>
            </a:prstGeom>
            <a:solidFill>
              <a:srgbClr val="80808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94120" y="427024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189720" y="4663440"/>
              <a:ext cx="2286000" cy="777240"/>
            </a:xfrm>
            <a:prstGeom prst="rect">
              <a:avLst/>
            </a:prstGeom>
            <a:solidFill>
              <a:srgbClr val="D9D9D9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89720" y="545896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587751" y="2468879"/>
              <a:ext cx="1011937" cy="205741"/>
            </a:xfrm>
            <a:prstGeom prst="line">
              <a:avLst/>
            </a:prstGeom>
            <a:ln w="1905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5483352" y="3657600"/>
              <a:ext cx="1011935" cy="205739"/>
            </a:xfrm>
            <a:prstGeom prst="line">
              <a:avLst/>
            </a:prstGeom>
            <a:ln w="1905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8378951" y="4846320"/>
              <a:ext cx="1011937" cy="205740"/>
            </a:xfrm>
            <a:prstGeom prst="line">
              <a:avLst/>
            </a:prstGeom>
            <a:ln w="1905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PRC-139</a:t>
            </a:r>
          </a:p>
        </p:txBody>
      </p:sp>
      <p:grpSp>
        <p:nvGrpSpPr>
          <p:cNvPr id="21" name="asset:PRC-139"/>
          <p:cNvGrpSpPr/>
          <p:nvPr/>
        </p:nvGrpSpPr>
        <p:grpSpPr>
          <a:xfrm>
            <a:off x="502920" y="1097280"/>
            <a:ext cx="11338560" cy="5596127"/>
            <a:chOff x="502920" y="1097280"/>
            <a:chExt cx="11338560" cy="5596127"/>
          </a:xfrm>
        </p:grpSpPr>
        <p:sp>
          <p:nvSpPr>
            <p:cNvPr id="3" name="Rectangle 2"/>
            <p:cNvSpPr/>
            <p:nvPr/>
          </p:nvSpPr>
          <p:spPr>
            <a:xfrm>
              <a:off x="2377439" y="1874519"/>
              <a:ext cx="411480" cy="108585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02920" y="1097280"/>
              <a:ext cx="2286000" cy="777240"/>
            </a:xfrm>
            <a:prstGeom prst="rect">
              <a:avLst/>
            </a:prstGeom>
            <a:solidFill>
              <a:srgbClr val="16233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" y="18928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549140" y="2960370"/>
              <a:ext cx="411480" cy="108585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674620" y="2183130"/>
              <a:ext cx="2286000" cy="777240"/>
            </a:xfrm>
            <a:prstGeom prst="rect">
              <a:avLst/>
            </a:prstGeom>
            <a:solidFill>
              <a:srgbClr val="1F3864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74620" y="297865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720840" y="4046220"/>
              <a:ext cx="411480" cy="108585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46320" y="3268980"/>
              <a:ext cx="2286000" cy="777240"/>
            </a:xfrm>
            <a:prstGeom prst="rect">
              <a:avLst/>
            </a:prstGeom>
            <a:solidFill>
              <a:srgbClr val="595959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46320" y="40645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892540" y="5132070"/>
              <a:ext cx="411480" cy="108585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018020" y="4354830"/>
              <a:ext cx="2286000" cy="777240"/>
            </a:xfrm>
            <a:prstGeom prst="rect">
              <a:avLst/>
            </a:prstGeom>
            <a:solidFill>
              <a:srgbClr val="80808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18020" y="515035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189720" y="5440680"/>
              <a:ext cx="2286000" cy="777240"/>
            </a:xfrm>
            <a:prstGeom prst="rect">
              <a:avLst/>
            </a:prstGeom>
            <a:solidFill>
              <a:srgbClr val="D9D9D9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89720" y="62362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2587751" y="2417445"/>
              <a:ext cx="288037" cy="154305"/>
            </a:xfrm>
            <a:prstGeom prst="line">
              <a:avLst/>
            </a:prstGeom>
            <a:ln w="1905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4759452" y="3503295"/>
              <a:ext cx="288036" cy="154305"/>
            </a:xfrm>
            <a:prstGeom prst="line">
              <a:avLst/>
            </a:prstGeom>
            <a:ln w="1905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6931152" y="4589145"/>
              <a:ext cx="288036" cy="154305"/>
            </a:xfrm>
            <a:prstGeom prst="line">
              <a:avLst/>
            </a:prstGeom>
            <a:ln w="1905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9102852" y="5674995"/>
              <a:ext cx="288036" cy="154305"/>
            </a:xfrm>
            <a:prstGeom prst="line">
              <a:avLst/>
            </a:prstGeom>
            <a:ln w="1905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PRC-140</a:t>
            </a:r>
          </a:p>
        </p:txBody>
      </p:sp>
      <p:grpSp>
        <p:nvGrpSpPr>
          <p:cNvPr id="25" name="asset:PRC-140"/>
          <p:cNvGrpSpPr/>
          <p:nvPr/>
        </p:nvGrpSpPr>
        <p:grpSpPr>
          <a:xfrm>
            <a:off x="502920" y="1097280"/>
            <a:ext cx="11338560" cy="5596127"/>
            <a:chOff x="502920" y="1097280"/>
            <a:chExt cx="11338560" cy="5596127"/>
          </a:xfrm>
        </p:grpSpPr>
        <p:sp>
          <p:nvSpPr>
            <p:cNvPr id="3" name="Rectangle 2"/>
            <p:cNvSpPr/>
            <p:nvPr/>
          </p:nvSpPr>
          <p:spPr>
            <a:xfrm>
              <a:off x="2377439" y="1874519"/>
              <a:ext cx="411480" cy="86868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02920" y="1097280"/>
              <a:ext cx="2286000" cy="777240"/>
            </a:xfrm>
            <a:prstGeom prst="rect">
              <a:avLst/>
            </a:prstGeom>
            <a:solidFill>
              <a:srgbClr val="16233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" y="18928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114800" y="2743200"/>
              <a:ext cx="411480" cy="8686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240280" y="1965960"/>
              <a:ext cx="2286000" cy="777240"/>
            </a:xfrm>
            <a:prstGeom prst="rect">
              <a:avLst/>
            </a:prstGeom>
            <a:solidFill>
              <a:srgbClr val="1F3864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40280" y="276148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852159" y="3611879"/>
              <a:ext cx="411480" cy="86868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77639" y="2834639"/>
              <a:ext cx="2286000" cy="777240"/>
            </a:xfrm>
            <a:prstGeom prst="rect">
              <a:avLst/>
            </a:prstGeom>
            <a:solidFill>
              <a:srgbClr val="595959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77639" y="363016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589520" y="4480559"/>
              <a:ext cx="411480" cy="86868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714999" y="3703320"/>
              <a:ext cx="2286000" cy="777240"/>
            </a:xfrm>
            <a:prstGeom prst="rect">
              <a:avLst/>
            </a:prstGeom>
            <a:solidFill>
              <a:srgbClr val="595959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14999" y="449884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326880" y="5349240"/>
              <a:ext cx="411480" cy="86868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52360" y="4572000"/>
              <a:ext cx="2286000" cy="777240"/>
            </a:xfrm>
            <a:prstGeom prst="rect">
              <a:avLst/>
            </a:prstGeom>
            <a:solidFill>
              <a:srgbClr val="80808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452360" y="536752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189720" y="5440680"/>
              <a:ext cx="2286000" cy="777240"/>
            </a:xfrm>
            <a:prstGeom prst="rect">
              <a:avLst/>
            </a:prstGeom>
            <a:solidFill>
              <a:srgbClr val="D9D9D9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89720" y="62362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성과를 활용하고 대외로 확산한다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 flipH="1">
              <a:off x="2441448" y="2308860"/>
              <a:ext cx="146303" cy="45719"/>
            </a:xfrm>
            <a:prstGeom prst="line">
              <a:avLst/>
            </a:prstGeom>
            <a:ln w="1905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H="1">
              <a:off x="4178807" y="3177540"/>
              <a:ext cx="146305" cy="45719"/>
            </a:xfrm>
            <a:prstGeom prst="line">
              <a:avLst/>
            </a:prstGeom>
            <a:ln w="1905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 flipH="1">
              <a:off x="5916167" y="4046220"/>
              <a:ext cx="146305" cy="45719"/>
            </a:xfrm>
            <a:prstGeom prst="line">
              <a:avLst/>
            </a:prstGeom>
            <a:ln w="1905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 flipH="1">
              <a:off x="7653528" y="4914899"/>
              <a:ext cx="146303" cy="45721"/>
            </a:xfrm>
            <a:prstGeom prst="line">
              <a:avLst/>
            </a:prstGeom>
            <a:ln w="1905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H="1">
              <a:off x="9390888" y="5783579"/>
              <a:ext cx="146304" cy="45721"/>
            </a:xfrm>
            <a:prstGeom prst="line">
              <a:avLst/>
            </a:prstGeom>
            <a:ln w="1905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PRC-141</a:t>
            </a:r>
          </a:p>
        </p:txBody>
      </p:sp>
      <p:grpSp>
        <p:nvGrpSpPr>
          <p:cNvPr id="13" name="asset:PRC-141"/>
          <p:cNvGrpSpPr/>
          <p:nvPr/>
        </p:nvGrpSpPr>
        <p:grpSpPr>
          <a:xfrm>
            <a:off x="502920" y="1097280"/>
            <a:ext cx="11338560" cy="3630167"/>
            <a:chOff x="502920" y="1097280"/>
            <a:chExt cx="11338560" cy="3630167"/>
          </a:xfrm>
        </p:grpSpPr>
        <p:sp>
          <p:nvSpPr>
            <p:cNvPr id="3" name="Rectangle 2"/>
            <p:cNvSpPr/>
            <p:nvPr/>
          </p:nvSpPr>
          <p:spPr>
            <a:xfrm>
              <a:off x="2377439" y="1874519"/>
              <a:ext cx="411480" cy="118872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02920" y="1097280"/>
              <a:ext cx="2286000" cy="777240"/>
            </a:xfrm>
            <a:prstGeom prst="rect">
              <a:avLst/>
            </a:prstGeom>
            <a:solidFill>
              <a:srgbClr val="16233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" y="18928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720840" y="3063240"/>
              <a:ext cx="411480" cy="118872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846320" y="2286000"/>
              <a:ext cx="2286000" cy="777240"/>
            </a:xfrm>
            <a:prstGeom prst="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46320" y="308152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9189720" y="3474720"/>
              <a:ext cx="2286000" cy="777240"/>
            </a:xfrm>
            <a:prstGeom prst="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89720" y="427024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2587751" y="2468879"/>
              <a:ext cx="2459737" cy="205741"/>
            </a:xfrm>
            <a:prstGeom prst="line">
              <a:avLst/>
            </a:prstGeom>
            <a:ln w="1905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931152" y="3657600"/>
              <a:ext cx="2459736" cy="205739"/>
            </a:xfrm>
            <a:prstGeom prst="line">
              <a:avLst/>
            </a:prstGeom>
            <a:ln w="1905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PRC-142</a:t>
            </a:r>
          </a:p>
        </p:txBody>
      </p:sp>
      <p:grpSp>
        <p:nvGrpSpPr>
          <p:cNvPr id="17" name="asset:PRC-142"/>
          <p:cNvGrpSpPr/>
          <p:nvPr/>
        </p:nvGrpSpPr>
        <p:grpSpPr>
          <a:xfrm>
            <a:off x="502920" y="1097280"/>
            <a:ext cx="11338560" cy="4818888"/>
            <a:chOff x="502920" y="1097280"/>
            <a:chExt cx="11338560" cy="4818888"/>
          </a:xfrm>
        </p:grpSpPr>
        <p:sp>
          <p:nvSpPr>
            <p:cNvPr id="3" name="Rectangle 2"/>
            <p:cNvSpPr/>
            <p:nvPr/>
          </p:nvSpPr>
          <p:spPr>
            <a:xfrm>
              <a:off x="2377439" y="1874519"/>
              <a:ext cx="411480" cy="118872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02920" y="1097280"/>
              <a:ext cx="2286000" cy="777240"/>
            </a:xfrm>
            <a:prstGeom prst="rect">
              <a:avLst/>
            </a:prstGeom>
            <a:solidFill>
              <a:srgbClr val="16233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" y="18928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273040" y="3063240"/>
              <a:ext cx="411480" cy="118872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398520" y="2286000"/>
              <a:ext cx="2286000" cy="777240"/>
            </a:xfrm>
            <a:prstGeom prst="rect">
              <a:avLst/>
            </a:prstGeom>
            <a:solidFill>
              <a:srgbClr val="1F3864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98520" y="308152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168640" y="4251959"/>
              <a:ext cx="411480" cy="118872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94120" y="3474720"/>
              <a:ext cx="2286000" cy="777240"/>
            </a:xfrm>
            <a:prstGeom prst="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94120" y="427024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189720" y="4663440"/>
              <a:ext cx="2286000" cy="777240"/>
            </a:xfrm>
            <a:prstGeom prst="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89720" y="545896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587751" y="2468879"/>
              <a:ext cx="1011937" cy="205741"/>
            </a:xfrm>
            <a:prstGeom prst="line">
              <a:avLst/>
            </a:prstGeom>
            <a:ln w="1905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5483352" y="3657600"/>
              <a:ext cx="1011935" cy="205739"/>
            </a:xfrm>
            <a:prstGeom prst="line">
              <a:avLst/>
            </a:prstGeom>
            <a:ln w="1905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8378951" y="4846320"/>
              <a:ext cx="1011937" cy="205740"/>
            </a:xfrm>
            <a:prstGeom prst="line">
              <a:avLst/>
            </a:prstGeom>
            <a:ln w="1905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PRC-143</a:t>
            </a:r>
          </a:p>
        </p:txBody>
      </p:sp>
      <p:grpSp>
        <p:nvGrpSpPr>
          <p:cNvPr id="21" name="asset:PRC-143"/>
          <p:cNvGrpSpPr/>
          <p:nvPr/>
        </p:nvGrpSpPr>
        <p:grpSpPr>
          <a:xfrm>
            <a:off x="502920" y="1097280"/>
            <a:ext cx="11338560" cy="5596127"/>
            <a:chOff x="502920" y="1097280"/>
            <a:chExt cx="11338560" cy="5596127"/>
          </a:xfrm>
        </p:grpSpPr>
        <p:sp>
          <p:nvSpPr>
            <p:cNvPr id="3" name="Rectangle 2"/>
            <p:cNvSpPr/>
            <p:nvPr/>
          </p:nvSpPr>
          <p:spPr>
            <a:xfrm>
              <a:off x="2377439" y="1874519"/>
              <a:ext cx="411480" cy="108585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02920" y="1097280"/>
              <a:ext cx="2286000" cy="777240"/>
            </a:xfrm>
            <a:prstGeom prst="rect">
              <a:avLst/>
            </a:prstGeom>
            <a:solidFill>
              <a:srgbClr val="16233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" y="18928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549140" y="2960370"/>
              <a:ext cx="411480" cy="108585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674620" y="2183130"/>
              <a:ext cx="2286000" cy="777240"/>
            </a:xfrm>
            <a:prstGeom prst="rect">
              <a:avLst/>
            </a:prstGeom>
            <a:solidFill>
              <a:srgbClr val="1F3864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74620" y="297865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720840" y="4046220"/>
              <a:ext cx="411480" cy="108585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46320" y="3268980"/>
              <a:ext cx="2286000" cy="777240"/>
            </a:xfrm>
            <a:prstGeom prst="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46320" y="40645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892540" y="5132070"/>
              <a:ext cx="411480" cy="108585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018020" y="4354830"/>
              <a:ext cx="2286000" cy="777240"/>
            </a:xfrm>
            <a:prstGeom prst="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18020" y="515035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189720" y="5440680"/>
              <a:ext cx="2286000" cy="777240"/>
            </a:xfrm>
            <a:prstGeom prst="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89720" y="62362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2587751" y="2417445"/>
              <a:ext cx="288037" cy="154305"/>
            </a:xfrm>
            <a:prstGeom prst="line">
              <a:avLst/>
            </a:prstGeom>
            <a:ln w="1905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4759452" y="3503295"/>
              <a:ext cx="288036" cy="154305"/>
            </a:xfrm>
            <a:prstGeom prst="line">
              <a:avLst/>
            </a:prstGeom>
            <a:ln w="1905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6931152" y="4589145"/>
              <a:ext cx="288036" cy="154305"/>
            </a:xfrm>
            <a:prstGeom prst="line">
              <a:avLst/>
            </a:prstGeom>
            <a:ln w="1905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9102852" y="5674995"/>
              <a:ext cx="288036" cy="154305"/>
            </a:xfrm>
            <a:prstGeom prst="line">
              <a:avLst/>
            </a:prstGeom>
            <a:ln w="1905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PRC-144</a:t>
            </a:r>
          </a:p>
        </p:txBody>
      </p:sp>
      <p:grpSp>
        <p:nvGrpSpPr>
          <p:cNvPr id="25" name="asset:PRC-144"/>
          <p:cNvGrpSpPr/>
          <p:nvPr/>
        </p:nvGrpSpPr>
        <p:grpSpPr>
          <a:xfrm>
            <a:off x="502920" y="1097280"/>
            <a:ext cx="11338560" cy="5596127"/>
            <a:chOff x="502920" y="1097280"/>
            <a:chExt cx="11338560" cy="5596127"/>
          </a:xfrm>
        </p:grpSpPr>
        <p:sp>
          <p:nvSpPr>
            <p:cNvPr id="3" name="Rectangle 2"/>
            <p:cNvSpPr/>
            <p:nvPr/>
          </p:nvSpPr>
          <p:spPr>
            <a:xfrm>
              <a:off x="2377439" y="1874519"/>
              <a:ext cx="411480" cy="86868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02920" y="1097280"/>
              <a:ext cx="2286000" cy="777240"/>
            </a:xfrm>
            <a:prstGeom prst="rect">
              <a:avLst/>
            </a:prstGeom>
            <a:solidFill>
              <a:srgbClr val="16233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" y="18928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114800" y="2743200"/>
              <a:ext cx="411480" cy="8686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240280" y="1965960"/>
              <a:ext cx="2286000" cy="777240"/>
            </a:xfrm>
            <a:prstGeom prst="rect">
              <a:avLst/>
            </a:prstGeom>
            <a:solidFill>
              <a:srgbClr val="1F3864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40280" y="276148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852159" y="3611879"/>
              <a:ext cx="411480" cy="8686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77639" y="2834639"/>
              <a:ext cx="2286000" cy="777240"/>
            </a:xfrm>
            <a:prstGeom prst="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77639" y="363016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589520" y="4480559"/>
              <a:ext cx="411480" cy="8686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714999" y="3703320"/>
              <a:ext cx="2286000" cy="777240"/>
            </a:xfrm>
            <a:prstGeom prst="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14999" y="449884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326880" y="5349240"/>
              <a:ext cx="411480" cy="86868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52360" y="4572000"/>
              <a:ext cx="2286000" cy="777240"/>
            </a:xfrm>
            <a:prstGeom prst="rect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452360" y="536752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189720" y="5440680"/>
              <a:ext cx="2286000" cy="777240"/>
            </a:xfrm>
            <a:prstGeom prst="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89720" y="62362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성과를 활용하고 대외로 확산한다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 flipH="1">
              <a:off x="2441448" y="2308860"/>
              <a:ext cx="146303" cy="45719"/>
            </a:xfrm>
            <a:prstGeom prst="line">
              <a:avLst/>
            </a:prstGeom>
            <a:ln w="1905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H="1">
              <a:off x="4178807" y="3177540"/>
              <a:ext cx="146305" cy="45719"/>
            </a:xfrm>
            <a:prstGeom prst="line">
              <a:avLst/>
            </a:prstGeom>
            <a:ln w="1905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 flipH="1">
              <a:off x="5916167" y="4046220"/>
              <a:ext cx="146305" cy="45719"/>
            </a:xfrm>
            <a:prstGeom prst="line">
              <a:avLst/>
            </a:prstGeom>
            <a:ln w="1905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 flipH="1">
              <a:off x="7653528" y="4914899"/>
              <a:ext cx="146303" cy="45721"/>
            </a:xfrm>
            <a:prstGeom prst="line">
              <a:avLst/>
            </a:prstGeom>
            <a:ln w="1905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H="1">
              <a:off x="9390888" y="5783579"/>
              <a:ext cx="146304" cy="45721"/>
            </a:xfrm>
            <a:prstGeom prst="line">
              <a:avLst/>
            </a:prstGeom>
            <a:ln w="1905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PRC-145</a:t>
            </a:r>
          </a:p>
        </p:txBody>
      </p:sp>
      <p:grpSp>
        <p:nvGrpSpPr>
          <p:cNvPr id="13" name="asset:PRC-145"/>
          <p:cNvGrpSpPr/>
          <p:nvPr/>
        </p:nvGrpSpPr>
        <p:grpSpPr>
          <a:xfrm>
            <a:off x="502920" y="1097280"/>
            <a:ext cx="11338560" cy="3630167"/>
            <a:chOff x="502920" y="1097280"/>
            <a:chExt cx="11338560" cy="3630167"/>
          </a:xfrm>
        </p:grpSpPr>
        <p:sp>
          <p:nvSpPr>
            <p:cNvPr id="3" name="Rectangle 2"/>
            <p:cNvSpPr/>
            <p:nvPr/>
          </p:nvSpPr>
          <p:spPr>
            <a:xfrm>
              <a:off x="2377439" y="1874519"/>
              <a:ext cx="411480" cy="118872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02920" y="1097280"/>
              <a:ext cx="2286000" cy="777240"/>
            </a:xfrm>
            <a:prstGeom prst="rect">
              <a:avLst/>
            </a:prstGeom>
            <a:solidFill>
              <a:srgbClr val="16233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" y="18928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720840" y="3063240"/>
              <a:ext cx="411480" cy="118872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846320" y="2286000"/>
              <a:ext cx="2286000" cy="777240"/>
            </a:xfrm>
            <a:prstGeom prst="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46320" y="308152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9189720" y="3474720"/>
              <a:ext cx="2286000" cy="777240"/>
            </a:xfrm>
            <a:prstGeom prst="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89720" y="427024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2587751" y="2468879"/>
              <a:ext cx="2459737" cy="205741"/>
            </a:xfrm>
            <a:prstGeom prst="line">
              <a:avLst/>
            </a:prstGeom>
            <a:ln w="1905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931152" y="3657600"/>
              <a:ext cx="2459736" cy="205739"/>
            </a:xfrm>
            <a:prstGeom prst="line">
              <a:avLst/>
            </a:prstGeom>
            <a:ln w="1905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PRC-146</a:t>
            </a:r>
          </a:p>
        </p:txBody>
      </p:sp>
      <p:grpSp>
        <p:nvGrpSpPr>
          <p:cNvPr id="17" name="asset:PRC-146"/>
          <p:cNvGrpSpPr/>
          <p:nvPr/>
        </p:nvGrpSpPr>
        <p:grpSpPr>
          <a:xfrm>
            <a:off x="502920" y="1097280"/>
            <a:ext cx="11338560" cy="4818888"/>
            <a:chOff x="502920" y="1097280"/>
            <a:chExt cx="11338560" cy="4818888"/>
          </a:xfrm>
        </p:grpSpPr>
        <p:sp>
          <p:nvSpPr>
            <p:cNvPr id="3" name="Rectangle 2"/>
            <p:cNvSpPr/>
            <p:nvPr/>
          </p:nvSpPr>
          <p:spPr>
            <a:xfrm>
              <a:off x="2377439" y="1874519"/>
              <a:ext cx="411480" cy="118872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02920" y="1097280"/>
              <a:ext cx="2286000" cy="777240"/>
            </a:xfrm>
            <a:prstGeom prst="rect">
              <a:avLst/>
            </a:prstGeom>
            <a:solidFill>
              <a:srgbClr val="16233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" y="18928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273040" y="3063240"/>
              <a:ext cx="411480" cy="118872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398520" y="2286000"/>
              <a:ext cx="2286000" cy="777240"/>
            </a:xfrm>
            <a:prstGeom prst="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98520" y="308152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168640" y="4251959"/>
              <a:ext cx="411480" cy="118872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94120" y="3474720"/>
              <a:ext cx="2286000" cy="777240"/>
            </a:xfrm>
            <a:prstGeom prst="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94120" y="427024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189720" y="4663440"/>
              <a:ext cx="2286000" cy="777240"/>
            </a:xfrm>
            <a:prstGeom prst="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89720" y="545896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587751" y="2468879"/>
              <a:ext cx="1011937" cy="205741"/>
            </a:xfrm>
            <a:prstGeom prst="line">
              <a:avLst/>
            </a:prstGeom>
            <a:ln w="1905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5483352" y="3657600"/>
              <a:ext cx="1011935" cy="205739"/>
            </a:xfrm>
            <a:prstGeom prst="line">
              <a:avLst/>
            </a:prstGeom>
            <a:ln w="1905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8378951" y="4846320"/>
              <a:ext cx="1011937" cy="205740"/>
            </a:xfrm>
            <a:prstGeom prst="line">
              <a:avLst/>
            </a:prstGeom>
            <a:ln w="1905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PRC-147</a:t>
            </a:r>
          </a:p>
        </p:txBody>
      </p:sp>
      <p:grpSp>
        <p:nvGrpSpPr>
          <p:cNvPr id="21" name="asset:PRC-147"/>
          <p:cNvGrpSpPr/>
          <p:nvPr/>
        </p:nvGrpSpPr>
        <p:grpSpPr>
          <a:xfrm>
            <a:off x="502920" y="1097280"/>
            <a:ext cx="11338560" cy="5596127"/>
            <a:chOff x="502920" y="1097280"/>
            <a:chExt cx="11338560" cy="5596127"/>
          </a:xfrm>
        </p:grpSpPr>
        <p:sp>
          <p:nvSpPr>
            <p:cNvPr id="3" name="Rectangle 2"/>
            <p:cNvSpPr/>
            <p:nvPr/>
          </p:nvSpPr>
          <p:spPr>
            <a:xfrm>
              <a:off x="2377439" y="1874519"/>
              <a:ext cx="411480" cy="108585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02920" y="1097280"/>
              <a:ext cx="2286000" cy="777240"/>
            </a:xfrm>
            <a:prstGeom prst="rect">
              <a:avLst/>
            </a:prstGeom>
            <a:solidFill>
              <a:srgbClr val="16233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" y="18928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549140" y="2960370"/>
              <a:ext cx="411480" cy="108585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674620" y="2183130"/>
              <a:ext cx="2286000" cy="777240"/>
            </a:xfrm>
            <a:prstGeom prst="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74620" y="297865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720840" y="4046220"/>
              <a:ext cx="411480" cy="108585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46320" y="3268980"/>
              <a:ext cx="2286000" cy="777240"/>
            </a:xfrm>
            <a:prstGeom prst="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46320" y="40645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892540" y="5132070"/>
              <a:ext cx="411480" cy="108585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018020" y="4354830"/>
              <a:ext cx="2286000" cy="777240"/>
            </a:xfrm>
            <a:prstGeom prst="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18020" y="515035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189720" y="5440680"/>
              <a:ext cx="2286000" cy="777240"/>
            </a:xfrm>
            <a:prstGeom prst="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89720" y="62362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2587751" y="2417445"/>
              <a:ext cx="288037" cy="154305"/>
            </a:xfrm>
            <a:prstGeom prst="line">
              <a:avLst/>
            </a:prstGeom>
            <a:ln w="1905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4759452" y="3503295"/>
              <a:ext cx="288036" cy="154305"/>
            </a:xfrm>
            <a:prstGeom prst="line">
              <a:avLst/>
            </a:prstGeom>
            <a:ln w="1905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6931152" y="4589145"/>
              <a:ext cx="288036" cy="154305"/>
            </a:xfrm>
            <a:prstGeom prst="line">
              <a:avLst/>
            </a:prstGeom>
            <a:ln w="1905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9102852" y="5674995"/>
              <a:ext cx="288036" cy="154305"/>
            </a:xfrm>
            <a:prstGeom prst="line">
              <a:avLst/>
            </a:prstGeom>
            <a:ln w="1905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PRC-148</a:t>
            </a:r>
          </a:p>
        </p:txBody>
      </p:sp>
      <p:grpSp>
        <p:nvGrpSpPr>
          <p:cNvPr id="25" name="asset:PRC-148"/>
          <p:cNvGrpSpPr/>
          <p:nvPr/>
        </p:nvGrpSpPr>
        <p:grpSpPr>
          <a:xfrm>
            <a:off x="502920" y="1097280"/>
            <a:ext cx="11338560" cy="5596127"/>
            <a:chOff x="502920" y="1097280"/>
            <a:chExt cx="11338560" cy="5596127"/>
          </a:xfrm>
        </p:grpSpPr>
        <p:sp>
          <p:nvSpPr>
            <p:cNvPr id="3" name="Rectangle 2"/>
            <p:cNvSpPr/>
            <p:nvPr/>
          </p:nvSpPr>
          <p:spPr>
            <a:xfrm>
              <a:off x="2377439" y="1874519"/>
              <a:ext cx="411480" cy="86868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02920" y="1097280"/>
              <a:ext cx="2286000" cy="777240"/>
            </a:xfrm>
            <a:prstGeom prst="rect">
              <a:avLst/>
            </a:prstGeom>
            <a:solidFill>
              <a:srgbClr val="16233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" y="18928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114800" y="2743200"/>
              <a:ext cx="411480" cy="86868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240280" y="1965960"/>
              <a:ext cx="2286000" cy="777240"/>
            </a:xfrm>
            <a:prstGeom prst="rect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40280" y="276148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852159" y="3611879"/>
              <a:ext cx="411480" cy="8686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77639" y="2834639"/>
              <a:ext cx="2286000" cy="777240"/>
            </a:xfrm>
            <a:prstGeom prst="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77639" y="3630168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589520" y="4480559"/>
              <a:ext cx="411480" cy="8686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714999" y="3703320"/>
              <a:ext cx="2286000" cy="777240"/>
            </a:xfrm>
            <a:prstGeom prst="rect">
              <a:avLst/>
            </a:prstGeom>
            <a:solidFill>
              <a:srgbClr val="2A4A7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14999" y="449884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326880" y="5349240"/>
              <a:ext cx="411480" cy="86868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52360" y="4572000"/>
              <a:ext cx="2286000" cy="777240"/>
            </a:xfrm>
            <a:prstGeom prst="rect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452360" y="536752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189720" y="5440680"/>
              <a:ext cx="2286000" cy="777240"/>
            </a:xfrm>
            <a:prstGeom prst="rect">
              <a:avLst/>
            </a:prstGeom>
            <a:solidFill>
              <a:srgbClr val="29ABE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89720" y="6236207"/>
              <a:ext cx="2651760" cy="4572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9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성과를 활용하고 대외로 확산한다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 flipH="1">
              <a:off x="2441448" y="2308860"/>
              <a:ext cx="146303" cy="45719"/>
            </a:xfrm>
            <a:prstGeom prst="line">
              <a:avLst/>
            </a:prstGeom>
            <a:ln w="1905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H="1">
              <a:off x="4178807" y="3177540"/>
              <a:ext cx="146305" cy="45719"/>
            </a:xfrm>
            <a:prstGeom prst="line">
              <a:avLst/>
            </a:prstGeom>
            <a:ln w="1905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 flipH="1">
              <a:off x="5916167" y="4046220"/>
              <a:ext cx="146305" cy="45719"/>
            </a:xfrm>
            <a:prstGeom prst="line">
              <a:avLst/>
            </a:prstGeom>
            <a:ln w="1905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 flipH="1">
              <a:off x="7653528" y="4914899"/>
              <a:ext cx="146303" cy="45721"/>
            </a:xfrm>
            <a:prstGeom prst="line">
              <a:avLst/>
            </a:prstGeom>
            <a:ln w="1905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H="1">
              <a:off x="9390888" y="5783579"/>
              <a:ext cx="146304" cy="45721"/>
            </a:xfrm>
            <a:prstGeom prst="line">
              <a:avLst/>
            </a:prstGeom>
            <a:ln w="1905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