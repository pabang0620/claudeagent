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PRC-018</a:t>
            </a:r>
          </a:p>
        </p:txBody>
      </p:sp>
      <p:grpSp>
        <p:nvGrpSpPr>
          <p:cNvPr id="18" name="asset:PRC-018"/>
          <p:cNvGrpSpPr/>
          <p:nvPr/>
        </p:nvGrpSpPr>
        <p:grpSpPr>
          <a:xfrm>
            <a:off x="868680" y="1234440"/>
            <a:ext cx="11155680" cy="4928615"/>
            <a:chOff x="868680" y="1234440"/>
            <a:chExt cx="11155680" cy="4928615"/>
          </a:xfrm>
        </p:grpSpPr>
        <p:sp>
          <p:nvSpPr>
            <p:cNvPr id="3" name="Rectangle 2"/>
            <p:cNvSpPr/>
            <p:nvPr/>
          </p:nvSpPr>
          <p:spPr>
            <a:xfrm>
              <a:off x="2834639" y="2011680"/>
              <a:ext cx="457200" cy="1170432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68680" y="1234440"/>
              <a:ext cx="242316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식별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68680" y="2029968"/>
              <a:ext cx="242316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 영역 위험요인 도출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532120" y="3182112"/>
              <a:ext cx="457200" cy="117043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6160" y="2404872"/>
              <a:ext cx="242316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영향 분석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6160" y="3200400"/>
              <a:ext cx="242316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발생확률·영향도 평가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0" y="4352544"/>
              <a:ext cx="457200" cy="117043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63640" y="3575304"/>
              <a:ext cx="242316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완화 조치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63640" y="4370831"/>
              <a:ext cx="242316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대응방안 실행·통제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961120" y="4745736"/>
              <a:ext cx="242316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잔여 관리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961120" y="5541263"/>
              <a:ext cx="242316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모니터링·지속 저감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3063239" y="2596896"/>
              <a:ext cx="731521" cy="196595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760720" y="3767328"/>
              <a:ext cx="731520" cy="196596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458200" y="4937759"/>
              <a:ext cx="731520" cy="196596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own Arrow 16"/>
            <p:cNvSpPr/>
            <p:nvPr/>
          </p:nvSpPr>
          <p:spPr>
            <a:xfrm>
              <a:off x="11521440" y="5522975"/>
              <a:ext cx="502920" cy="64008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