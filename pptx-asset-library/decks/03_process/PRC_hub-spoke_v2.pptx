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PRC-016</a:t>
            </a:r>
          </a:p>
        </p:txBody>
      </p:sp>
      <p:grpSp>
        <p:nvGrpSpPr>
          <p:cNvPr id="16" name="asset:PRC-016"/>
          <p:cNvGrpSpPr/>
          <p:nvPr/>
        </p:nvGrpSpPr>
        <p:grpSpPr>
          <a:xfrm>
            <a:off x="3389347" y="640080"/>
            <a:ext cx="5410257" cy="6035040"/>
            <a:chOff x="3389347" y="640080"/>
            <a:chExt cx="5410257" cy="6035040"/>
          </a:xfrm>
        </p:grpSpPr>
        <p:cxnSp>
          <p:nvCxnSpPr>
            <p:cNvPr id="3" name="Connector 2"/>
            <p:cNvCxnSpPr/>
            <p:nvPr/>
          </p:nvCxnSpPr>
          <p:spPr>
            <a:xfrm flipV="1">
              <a:off x="6094476" y="132588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Connector 3"/>
            <p:cNvCxnSpPr/>
            <p:nvPr/>
          </p:nvCxnSpPr>
          <p:spPr>
            <a:xfrm flipV="1">
              <a:off x="6094476" y="2491740"/>
              <a:ext cx="2019328" cy="116586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Connector 4"/>
            <p:cNvCxnSpPr/>
            <p:nvPr/>
          </p:nvCxnSpPr>
          <p:spPr>
            <a:xfrm>
              <a:off x="6094476" y="3657600"/>
              <a:ext cx="2019328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Connector 5"/>
            <p:cNvCxnSpPr/>
            <p:nvPr/>
          </p:nvCxnSpPr>
          <p:spPr>
            <a:xfrm>
              <a:off x="6094476" y="3657600"/>
              <a:ext cx="0" cy="2331720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nector 6"/>
            <p:cNvCxnSpPr/>
            <p:nvPr/>
          </p:nvCxnSpPr>
          <p:spPr>
            <a:xfrm flipH="1">
              <a:off x="4075147" y="3657600"/>
              <a:ext cx="2019329" cy="1165859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 7"/>
            <p:cNvCxnSpPr/>
            <p:nvPr/>
          </p:nvCxnSpPr>
          <p:spPr>
            <a:xfrm flipH="1" flipV="1">
              <a:off x="4075147" y="2491739"/>
              <a:ext cx="2019329" cy="1165861"/>
            </a:xfrm>
            <a:prstGeom prst="line">
              <a:avLst/>
            </a:prstGeom>
            <a:ln w="19050">
              <a:solidFill>
                <a:srgbClr val="D9D9D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/>
            <p:cNvSpPr/>
            <p:nvPr/>
          </p:nvSpPr>
          <p:spPr>
            <a:xfrm>
              <a:off x="5157216" y="2720340"/>
              <a:ext cx="1874519" cy="1874519"/>
            </a:xfrm>
            <a:prstGeom prst="ellipse">
              <a:avLst/>
            </a:prstGeom>
            <a:solidFill>
              <a:srgbClr val="16233B"/>
            </a:solidFill>
            <a:ln w="317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5408676" y="640080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수집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7428004" y="1805940"/>
              <a:ext cx="1371600" cy="137160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정제·표준화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7428004" y="4137659"/>
              <a:ext cx="1371600" cy="1371600"/>
            </a:xfrm>
            <a:prstGeom prst="ellipse">
              <a:avLst/>
            </a:prstGeom>
            <a:solidFill>
              <a:srgbClr val="2E75D6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품질 검증</a:t>
              </a:r>
            </a:p>
          </p:txBody>
        </p:sp>
        <p:sp>
          <p:nvSpPr>
            <p:cNvPr id="13" name="Oval 12"/>
            <p:cNvSpPr/>
            <p:nvPr/>
          </p:nvSpPr>
          <p:spPr>
            <a:xfrm>
              <a:off x="5408676" y="5303520"/>
              <a:ext cx="1371600" cy="1371600"/>
            </a:xfrm>
            <a:prstGeom prst="ellipse">
              <a:avLst/>
            </a:prstGeom>
            <a:solidFill>
              <a:srgbClr val="29ABE2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분석·활용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3389347" y="4137659"/>
              <a:ext cx="1371600" cy="1371600"/>
            </a:xfrm>
            <a:prstGeom prst="ellipse">
              <a:avLst/>
            </a:prstGeom>
            <a:solidFill>
              <a:srgbClr val="1F3864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성과 관리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3389347" y="1805939"/>
              <a:ext cx="1371600" cy="1371600"/>
            </a:xfrm>
            <a:prstGeom prst="ellipse">
              <a:avLst/>
            </a:prstGeom>
            <a:solidFill>
              <a:srgbClr val="2A4A7F"/>
            </a:solidFill>
            <a:ln w="254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1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대외 연계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