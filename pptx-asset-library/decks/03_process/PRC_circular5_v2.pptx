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PRC-020</a:t>
            </a:r>
          </a:p>
        </p:txBody>
      </p:sp>
      <p:grpSp>
        <p:nvGrpSpPr>
          <p:cNvPr id="14" name="asset:PRC-020"/>
          <p:cNvGrpSpPr/>
          <p:nvPr/>
        </p:nvGrpSpPr>
        <p:grpSpPr>
          <a:xfrm>
            <a:off x="3227847" y="685799"/>
            <a:ext cx="5733257" cy="5533209"/>
            <a:chOff x="3227847" y="685799"/>
            <a:chExt cx="5733257" cy="5533209"/>
          </a:xfrm>
        </p:grpSpPr>
        <p:sp>
          <p:nvSpPr>
            <p:cNvPr id="3" name="Oval 2"/>
            <p:cNvSpPr/>
            <p:nvPr/>
          </p:nvSpPr>
          <p:spPr>
            <a:xfrm>
              <a:off x="5180076" y="2971800"/>
              <a:ext cx="182880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804650" y="2024732"/>
              <a:ext cx="623319" cy="452867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7628794" y="3828432"/>
              <a:ext cx="238087" cy="73275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5709243" y="5396048"/>
              <a:ext cx="770465" cy="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322070" y="3828432"/>
              <a:ext cx="238087" cy="73275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760982" y="2024732"/>
              <a:ext cx="623319" cy="452867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271516" y="685799"/>
              <a:ext cx="1645920" cy="164592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계획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315184" y="2170611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실행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534572" y="4573088"/>
              <a:ext cx="1645920" cy="164592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점검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008459" y="4573088"/>
              <a:ext cx="1645920" cy="164592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개선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227847" y="2170611"/>
              <a:ext cx="1645920" cy="164592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확산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