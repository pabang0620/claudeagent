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PRC-149</a:t>
            </a:r>
          </a:p>
        </p:txBody>
      </p:sp>
      <p:grpSp>
        <p:nvGrpSpPr>
          <p:cNvPr id="12" name="asset:PRC-149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3483864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352544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52544" y="1463040"/>
              <a:ext cx="3483864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89704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56448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56448" y="1463040"/>
              <a:ext cx="3483864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93608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PRC-150</a:t>
            </a:r>
          </a:p>
        </p:txBody>
      </p:sp>
      <p:grpSp>
        <p:nvGrpSpPr>
          <p:cNvPr id="15" name="asset:PRC-150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2532888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401568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01568" y="1463040"/>
              <a:ext cx="2532888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38728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54496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54496" y="1463040"/>
              <a:ext cx="2532888" cy="8229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91656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07424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07424" y="1463040"/>
              <a:ext cx="2532888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244584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PRC-151</a:t>
            </a:r>
          </a:p>
        </p:txBody>
      </p:sp>
      <p:grpSp>
        <p:nvGrpSpPr>
          <p:cNvPr id="18" name="asset:PRC-151"/>
          <p:cNvGrpSpPr/>
          <p:nvPr/>
        </p:nvGrpSpPr>
        <p:grpSpPr>
          <a:xfrm>
            <a:off x="548640" y="1463040"/>
            <a:ext cx="11091671" cy="3383280"/>
            <a:chOff x="548640" y="1463040"/>
            <a:chExt cx="11091671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96230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830982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830982" y="1463040"/>
              <a:ext cx="1962302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68142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13324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13324" y="1463040"/>
              <a:ext cx="196230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50484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95667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395667" y="1463040"/>
              <a:ext cx="1962302" cy="8229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32827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678009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678009" y="1463040"/>
              <a:ext cx="1962302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15169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PRC-152</a:t>
            </a:r>
          </a:p>
        </p:txBody>
      </p:sp>
      <p:grpSp>
        <p:nvGrpSpPr>
          <p:cNvPr id="21" name="asset:PRC-152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58191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450592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450592" y="1463040"/>
              <a:ext cx="1581912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87752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2544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2544" y="1463040"/>
              <a:ext cx="158191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89704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4496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54496" y="1463040"/>
              <a:ext cx="158191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91656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156448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6448" y="1463040"/>
              <a:ext cx="1581912" cy="8229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93608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5840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058400" y="1463040"/>
              <a:ext cx="1581912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9556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자산화하고 재사용한다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PRC-153</a:t>
            </a:r>
          </a:p>
        </p:txBody>
      </p:sp>
      <p:grpSp>
        <p:nvGrpSpPr>
          <p:cNvPr id="12" name="asset:PRC-153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3483864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352544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52544" y="1463040"/>
              <a:ext cx="3483864" cy="8229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89704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56448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56448" y="1463040"/>
              <a:ext cx="3483864" cy="82296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93608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PRC-154</a:t>
            </a:r>
          </a:p>
        </p:txBody>
      </p:sp>
      <p:grpSp>
        <p:nvGrpSpPr>
          <p:cNvPr id="15" name="asset:PRC-154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2532888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401568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01568" y="1463040"/>
              <a:ext cx="2532888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38728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54496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54496" y="1463040"/>
              <a:ext cx="2532888" cy="8229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91656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07424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07424" y="1463040"/>
              <a:ext cx="2532888" cy="82296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244584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PRC-155</a:t>
            </a:r>
          </a:p>
        </p:txBody>
      </p:sp>
      <p:grpSp>
        <p:nvGrpSpPr>
          <p:cNvPr id="18" name="asset:PRC-155"/>
          <p:cNvGrpSpPr/>
          <p:nvPr/>
        </p:nvGrpSpPr>
        <p:grpSpPr>
          <a:xfrm>
            <a:off x="548640" y="1463040"/>
            <a:ext cx="11091671" cy="3383280"/>
            <a:chOff x="548640" y="1463040"/>
            <a:chExt cx="11091671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96230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830982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830982" y="1463040"/>
              <a:ext cx="1962302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68142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13324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13324" y="1463040"/>
              <a:ext cx="1962302" cy="8229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50484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95667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395667" y="1463040"/>
              <a:ext cx="1962302" cy="8229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32827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678009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678009" y="1463040"/>
              <a:ext cx="1962302" cy="82296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15169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PRC-156</a:t>
            </a:r>
          </a:p>
        </p:txBody>
      </p:sp>
      <p:grpSp>
        <p:nvGrpSpPr>
          <p:cNvPr id="21" name="asset:PRC-156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58191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450592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450592" y="1463040"/>
              <a:ext cx="1581912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87752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2544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2544" y="1463040"/>
              <a:ext cx="1581912" cy="8229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89704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4496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54496" y="1463040"/>
              <a:ext cx="1581912" cy="82296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91656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156448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6448" y="1463040"/>
              <a:ext cx="1581912" cy="82296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93608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5840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058400" y="1463040"/>
              <a:ext cx="1581912" cy="82296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9556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자산화하고 재사용한다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PRC-157</a:t>
            </a:r>
          </a:p>
        </p:txBody>
      </p:sp>
      <p:grpSp>
        <p:nvGrpSpPr>
          <p:cNvPr id="12" name="asset:PRC-157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3483864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352544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52544" y="1463040"/>
              <a:ext cx="3483864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89704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56448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56448" y="1463040"/>
              <a:ext cx="3483864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93608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PRC-158</a:t>
            </a:r>
          </a:p>
        </p:txBody>
      </p:sp>
      <p:grpSp>
        <p:nvGrpSpPr>
          <p:cNvPr id="15" name="asset:PRC-158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2532888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401568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01568" y="1463040"/>
              <a:ext cx="2532888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38728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54496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54496" y="1463040"/>
              <a:ext cx="2532888" cy="82296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91656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07424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07424" y="1463040"/>
              <a:ext cx="2532888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244584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PRC-159</a:t>
            </a:r>
          </a:p>
        </p:txBody>
      </p:sp>
      <p:grpSp>
        <p:nvGrpSpPr>
          <p:cNvPr id="18" name="asset:PRC-159"/>
          <p:cNvGrpSpPr/>
          <p:nvPr/>
        </p:nvGrpSpPr>
        <p:grpSpPr>
          <a:xfrm>
            <a:off x="548640" y="1463040"/>
            <a:ext cx="11091671" cy="3383280"/>
            <a:chOff x="548640" y="1463040"/>
            <a:chExt cx="11091671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96230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830982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830982" y="1463040"/>
              <a:ext cx="1962302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68142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13324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13324" y="1463040"/>
              <a:ext cx="196230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50484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95667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395667" y="1463040"/>
              <a:ext cx="1962302" cy="82296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32827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678009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678009" y="1463040"/>
              <a:ext cx="1962302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15169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PRC-160</a:t>
            </a:r>
          </a:p>
        </p:txBody>
      </p:sp>
      <p:grpSp>
        <p:nvGrpSpPr>
          <p:cNvPr id="21" name="asset:PRC-160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58191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450592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450592" y="1463040"/>
              <a:ext cx="1581912" cy="8229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87752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2544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2544" y="1463040"/>
              <a:ext cx="158191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89704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4496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54496" y="1463040"/>
              <a:ext cx="158191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91656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156448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6448" y="1463040"/>
              <a:ext cx="1581912" cy="82296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93608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5840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058400" y="1463040"/>
              <a:ext cx="1581912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9556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자산화하고 재사용한다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PRC-161</a:t>
            </a:r>
          </a:p>
        </p:txBody>
      </p:sp>
      <p:grpSp>
        <p:nvGrpSpPr>
          <p:cNvPr id="12" name="asset:PRC-161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3483864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352544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52544" y="1463040"/>
              <a:ext cx="3483864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89704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156448" y="1463040"/>
              <a:ext cx="3483864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56448" y="1463040"/>
              <a:ext cx="3483864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93608" y="2423160"/>
              <a:ext cx="3209544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PRC-162</a:t>
            </a:r>
          </a:p>
        </p:txBody>
      </p:sp>
      <p:grpSp>
        <p:nvGrpSpPr>
          <p:cNvPr id="15" name="asset:PRC-162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2532888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401568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01568" y="1463040"/>
              <a:ext cx="2532888" cy="82296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38728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54496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54496" y="1463040"/>
              <a:ext cx="2532888" cy="8229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91656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107424" y="1463040"/>
              <a:ext cx="2532888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07424" y="1463040"/>
              <a:ext cx="2532888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244584" y="2423160"/>
              <a:ext cx="2258568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PRC-163</a:t>
            </a:r>
          </a:p>
        </p:txBody>
      </p:sp>
      <p:grpSp>
        <p:nvGrpSpPr>
          <p:cNvPr id="18" name="asset:PRC-163"/>
          <p:cNvGrpSpPr/>
          <p:nvPr/>
        </p:nvGrpSpPr>
        <p:grpSpPr>
          <a:xfrm>
            <a:off x="548640" y="1463040"/>
            <a:ext cx="11091671" cy="3383280"/>
            <a:chOff x="548640" y="1463040"/>
            <a:chExt cx="11091671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96230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830982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830982" y="1463040"/>
              <a:ext cx="1962302" cy="82296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68142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13324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13324" y="1463040"/>
              <a:ext cx="196230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50484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395667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395667" y="1463040"/>
              <a:ext cx="1962302" cy="8229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532827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678009" y="1463040"/>
              <a:ext cx="196230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678009" y="1463040"/>
              <a:ext cx="1962302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15169" y="2423160"/>
              <a:ext cx="168798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PRC-164</a:t>
            </a:r>
          </a:p>
        </p:txBody>
      </p:sp>
      <p:grpSp>
        <p:nvGrpSpPr>
          <p:cNvPr id="21" name="asset:PRC-164"/>
          <p:cNvGrpSpPr/>
          <p:nvPr/>
        </p:nvGrpSpPr>
        <p:grpSpPr>
          <a:xfrm>
            <a:off x="548640" y="1463040"/>
            <a:ext cx="11091672" cy="3383280"/>
            <a:chOff x="548640" y="1463040"/>
            <a:chExt cx="11091672" cy="3383280"/>
          </a:xfrm>
        </p:grpSpPr>
        <p:sp>
          <p:nvSpPr>
            <p:cNvPr id="3" name="Rectangle 2"/>
            <p:cNvSpPr/>
            <p:nvPr/>
          </p:nvSpPr>
          <p:spPr>
            <a:xfrm>
              <a:off x="54864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" y="1463040"/>
              <a:ext cx="1581912" cy="822960"/>
            </a:xfrm>
            <a:prstGeom prst="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8580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과업 현황과 요구사항을 진단한다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세부 과업을 정의하고 산출물을 도출한다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450592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450592" y="1463040"/>
              <a:ext cx="1581912" cy="82296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87752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방향과 핵심 과제를 정의한다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담당 조직과 역할·일정을 배정한다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2544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2544" y="1463040"/>
              <a:ext cx="158191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89704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정보구조와 프로세스를 설계한다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표준 지표로 진척과 성과를 관리한다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254496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54496" y="1463040"/>
              <a:ext cx="1581912" cy="82296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391656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설계 기준에 따라 시스템을 구현한다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이해관계자 협의로 리스크를 통제한다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156448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156448" y="1463040"/>
              <a:ext cx="1581912" cy="82296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293608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품질을 점검하고 결함을 보정한다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정합성 검증으로 품질을 확보한다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058400" y="1463040"/>
              <a:ext cx="1581912" cy="33832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058400" y="1463040"/>
              <a:ext cx="1581912" cy="82296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95560" y="2423160"/>
              <a:ext cx="1307592" cy="2286000"/>
            </a:xfrm>
            <a:prstGeom prst="rect">
              <a:avLst/>
            </a:prstGeom>
            <a:noFill/>
          </p:spPr>
          <p:txBody>
            <a:bodyPr wrap="square" anchor="t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활용하고 대외로 확산한다</a:t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/>
              </a:r>
            </a:p>
            <a:p>
              <a:pPr algn="l"/>
              <a:r>
                <a:rPr sz="11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성과를 자산화하고 재사용한다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