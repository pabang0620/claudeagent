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PRC-149</a:t>
            </a:r>
          </a:p>
        </p:txBody>
      </p:sp>
      <p:grpSp>
        <p:nvGrpSpPr>
          <p:cNvPr id="12" name="asset:PRC-149"/>
          <p:cNvGrpSpPr/>
          <p:nvPr/>
        </p:nvGrpSpPr>
        <p:grpSpPr>
          <a:xfrm>
            <a:off x="548640" y="1463040"/>
            <a:ext cx="11091672" cy="3383280"/>
            <a:chOff x="548640" y="1463040"/>
            <a:chExt cx="11091672" cy="3383280"/>
          </a:xfrm>
        </p:grpSpPr>
        <p:sp>
          <p:nvSpPr>
            <p:cNvPr id="3" name="Rectangle 2"/>
            <p:cNvSpPr/>
            <p:nvPr/>
          </p:nvSpPr>
          <p:spPr>
            <a:xfrm>
              <a:off x="548640" y="1463040"/>
              <a:ext cx="3483864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48640" y="1463040"/>
              <a:ext cx="3483864" cy="82296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0" y="2423160"/>
              <a:ext cx="3209544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세부 과업을 정의하고 산출물을 도출한다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352544" y="1463040"/>
              <a:ext cx="3483864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352544" y="1463040"/>
              <a:ext cx="3483864" cy="82296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489704" y="2423160"/>
              <a:ext cx="3209544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담당 조직과 역할·일정을 배정한다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8156448" y="1463040"/>
              <a:ext cx="3483864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8156448" y="1463040"/>
              <a:ext cx="3483864" cy="82296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8293608" y="2423160"/>
              <a:ext cx="3209544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지표로 진척과 성과를 관리한다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PRC-150</a:t>
            </a:r>
          </a:p>
        </p:txBody>
      </p:sp>
      <p:grpSp>
        <p:nvGrpSpPr>
          <p:cNvPr id="15" name="asset:PRC-150"/>
          <p:cNvGrpSpPr/>
          <p:nvPr/>
        </p:nvGrpSpPr>
        <p:grpSpPr>
          <a:xfrm>
            <a:off x="548640" y="1463040"/>
            <a:ext cx="11091672" cy="3383280"/>
            <a:chOff x="548640" y="1463040"/>
            <a:chExt cx="11091672" cy="3383280"/>
          </a:xfrm>
        </p:grpSpPr>
        <p:sp>
          <p:nvSpPr>
            <p:cNvPr id="3" name="Rectangle 2"/>
            <p:cNvSpPr/>
            <p:nvPr/>
          </p:nvSpPr>
          <p:spPr>
            <a:xfrm>
              <a:off x="548640" y="1463040"/>
              <a:ext cx="2532888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48640" y="1463040"/>
              <a:ext cx="2532888" cy="82296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0" y="2423160"/>
              <a:ext cx="2258568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세부 과업을 정의하고 산출물을 도출한다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3401568" y="1463040"/>
              <a:ext cx="2532888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401568" y="1463040"/>
              <a:ext cx="2532888" cy="82296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38728" y="2423160"/>
              <a:ext cx="2258568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담당 조직과 역할·일정을 배정한다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6254496" y="1463040"/>
              <a:ext cx="2532888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254496" y="1463040"/>
              <a:ext cx="2532888" cy="82296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391656" y="2423160"/>
              <a:ext cx="2258568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지표로 진척과 성과를 관리한다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9107424" y="1463040"/>
              <a:ext cx="2532888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9107424" y="1463040"/>
              <a:ext cx="2532888" cy="82296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244584" y="2423160"/>
              <a:ext cx="2258568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이해관계자 협의로 리스크를 통제한다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PRC-151</a:t>
            </a:r>
          </a:p>
        </p:txBody>
      </p:sp>
      <p:grpSp>
        <p:nvGrpSpPr>
          <p:cNvPr id="18" name="asset:PRC-151"/>
          <p:cNvGrpSpPr/>
          <p:nvPr/>
        </p:nvGrpSpPr>
        <p:grpSpPr>
          <a:xfrm>
            <a:off x="548640" y="1463040"/>
            <a:ext cx="11091671" cy="3383280"/>
            <a:chOff x="548640" y="1463040"/>
            <a:chExt cx="11091671" cy="3383280"/>
          </a:xfrm>
        </p:grpSpPr>
        <p:sp>
          <p:nvSpPr>
            <p:cNvPr id="3" name="Rectangle 2"/>
            <p:cNvSpPr/>
            <p:nvPr/>
          </p:nvSpPr>
          <p:spPr>
            <a:xfrm>
              <a:off x="548640" y="1463040"/>
              <a:ext cx="196230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48640" y="1463040"/>
              <a:ext cx="1962302" cy="82296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0" y="2423160"/>
              <a:ext cx="168798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세부 과업을 정의하고 산출물을 도출한다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830982" y="1463040"/>
              <a:ext cx="196230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830982" y="1463040"/>
              <a:ext cx="1962302" cy="82296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968142" y="2423160"/>
              <a:ext cx="168798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담당 조직과 역할·일정을 배정한다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113324" y="1463040"/>
              <a:ext cx="196230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113324" y="1463040"/>
              <a:ext cx="1962302" cy="82296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250484" y="2423160"/>
              <a:ext cx="168798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지표로 진척과 성과를 관리한다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395667" y="1463040"/>
              <a:ext cx="196230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395667" y="1463040"/>
              <a:ext cx="1962302" cy="82296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32827" y="2423160"/>
              <a:ext cx="168798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이해관계자 협의로 리스크를 통제한다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9678009" y="1463040"/>
              <a:ext cx="196230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9678009" y="1463040"/>
              <a:ext cx="1962302" cy="82296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815169" y="2423160"/>
              <a:ext cx="168798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정합성 검증으로 품질을 확보한다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PRC-152</a:t>
            </a:r>
          </a:p>
        </p:txBody>
      </p:sp>
      <p:grpSp>
        <p:nvGrpSpPr>
          <p:cNvPr id="21" name="asset:PRC-152"/>
          <p:cNvGrpSpPr/>
          <p:nvPr/>
        </p:nvGrpSpPr>
        <p:grpSpPr>
          <a:xfrm>
            <a:off x="548640" y="1463040"/>
            <a:ext cx="11091672" cy="3383280"/>
            <a:chOff x="548640" y="1463040"/>
            <a:chExt cx="11091672" cy="3383280"/>
          </a:xfrm>
        </p:grpSpPr>
        <p:sp>
          <p:nvSpPr>
            <p:cNvPr id="3" name="Rectangle 2"/>
            <p:cNvSpPr/>
            <p:nvPr/>
          </p:nvSpPr>
          <p:spPr>
            <a:xfrm>
              <a:off x="548640" y="1463040"/>
              <a:ext cx="158191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48640" y="1463040"/>
              <a:ext cx="1581912" cy="82296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0" y="2423160"/>
              <a:ext cx="130759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세부 과업을 정의하고 산출물을 도출한다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450592" y="1463040"/>
              <a:ext cx="158191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450592" y="1463040"/>
              <a:ext cx="1581912" cy="82296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587752" y="2423160"/>
              <a:ext cx="130759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담당 조직과 역할·일정을 배정한다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352544" y="1463040"/>
              <a:ext cx="158191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352544" y="1463040"/>
              <a:ext cx="1581912" cy="82296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489704" y="2423160"/>
              <a:ext cx="130759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지표로 진척과 성과를 관리한다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254496" y="1463040"/>
              <a:ext cx="158191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254496" y="1463040"/>
              <a:ext cx="1581912" cy="82296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391656" y="2423160"/>
              <a:ext cx="130759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이해관계자 협의로 리스크를 통제한다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156448" y="1463040"/>
              <a:ext cx="158191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8156448" y="1463040"/>
              <a:ext cx="1581912" cy="82296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293608" y="2423160"/>
              <a:ext cx="130759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정합성 검증으로 품질을 확보한다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0058400" y="1463040"/>
              <a:ext cx="158191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10058400" y="1463040"/>
              <a:ext cx="1581912" cy="82296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6. 운영·확산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195560" y="2423160"/>
              <a:ext cx="130759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성과를 활용하고 대외로 확산한다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성과를 자산화하고 재사용한다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PRC-153</a:t>
            </a:r>
          </a:p>
        </p:txBody>
      </p:sp>
      <p:grpSp>
        <p:nvGrpSpPr>
          <p:cNvPr id="12" name="asset:PRC-153"/>
          <p:cNvGrpSpPr/>
          <p:nvPr/>
        </p:nvGrpSpPr>
        <p:grpSpPr>
          <a:xfrm>
            <a:off x="548640" y="1463040"/>
            <a:ext cx="11091672" cy="3383280"/>
            <a:chOff x="548640" y="1463040"/>
            <a:chExt cx="11091672" cy="3383280"/>
          </a:xfrm>
        </p:grpSpPr>
        <p:sp>
          <p:nvSpPr>
            <p:cNvPr id="3" name="Rectangle 2"/>
            <p:cNvSpPr/>
            <p:nvPr/>
          </p:nvSpPr>
          <p:spPr>
            <a:xfrm>
              <a:off x="548640" y="1463040"/>
              <a:ext cx="3483864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48640" y="1463040"/>
              <a:ext cx="3483864" cy="82296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0" y="2423160"/>
              <a:ext cx="3209544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세부 과업을 정의하고 산출물을 도출한다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352544" y="1463040"/>
              <a:ext cx="3483864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352544" y="1463040"/>
              <a:ext cx="3483864" cy="82296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489704" y="2423160"/>
              <a:ext cx="3209544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담당 조직과 역할·일정을 배정한다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8156448" y="1463040"/>
              <a:ext cx="3483864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8156448" y="1463040"/>
              <a:ext cx="3483864" cy="82296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8293608" y="2423160"/>
              <a:ext cx="3209544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지표로 진척과 성과를 관리한다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PRC-154</a:t>
            </a:r>
          </a:p>
        </p:txBody>
      </p:sp>
      <p:grpSp>
        <p:nvGrpSpPr>
          <p:cNvPr id="15" name="asset:PRC-154"/>
          <p:cNvGrpSpPr/>
          <p:nvPr/>
        </p:nvGrpSpPr>
        <p:grpSpPr>
          <a:xfrm>
            <a:off x="548640" y="1463040"/>
            <a:ext cx="11091672" cy="3383280"/>
            <a:chOff x="548640" y="1463040"/>
            <a:chExt cx="11091672" cy="3383280"/>
          </a:xfrm>
        </p:grpSpPr>
        <p:sp>
          <p:nvSpPr>
            <p:cNvPr id="3" name="Rectangle 2"/>
            <p:cNvSpPr/>
            <p:nvPr/>
          </p:nvSpPr>
          <p:spPr>
            <a:xfrm>
              <a:off x="548640" y="1463040"/>
              <a:ext cx="2532888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48640" y="1463040"/>
              <a:ext cx="2532888" cy="82296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0" y="2423160"/>
              <a:ext cx="2258568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세부 과업을 정의하고 산출물을 도출한다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3401568" y="1463040"/>
              <a:ext cx="2532888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401568" y="1463040"/>
              <a:ext cx="2532888" cy="82296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38728" y="2423160"/>
              <a:ext cx="2258568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담당 조직과 역할·일정을 배정한다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6254496" y="1463040"/>
              <a:ext cx="2532888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254496" y="1463040"/>
              <a:ext cx="2532888" cy="82296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391656" y="2423160"/>
              <a:ext cx="2258568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지표로 진척과 성과를 관리한다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9107424" y="1463040"/>
              <a:ext cx="2532888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9107424" y="1463040"/>
              <a:ext cx="2532888" cy="82296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244584" y="2423160"/>
              <a:ext cx="2258568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이해관계자 협의로 리스크를 통제한다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PRC-155</a:t>
            </a:r>
          </a:p>
        </p:txBody>
      </p:sp>
      <p:grpSp>
        <p:nvGrpSpPr>
          <p:cNvPr id="18" name="asset:PRC-155"/>
          <p:cNvGrpSpPr/>
          <p:nvPr/>
        </p:nvGrpSpPr>
        <p:grpSpPr>
          <a:xfrm>
            <a:off x="548640" y="1463040"/>
            <a:ext cx="11091671" cy="3383280"/>
            <a:chOff x="548640" y="1463040"/>
            <a:chExt cx="11091671" cy="3383280"/>
          </a:xfrm>
        </p:grpSpPr>
        <p:sp>
          <p:nvSpPr>
            <p:cNvPr id="3" name="Rectangle 2"/>
            <p:cNvSpPr/>
            <p:nvPr/>
          </p:nvSpPr>
          <p:spPr>
            <a:xfrm>
              <a:off x="548640" y="1463040"/>
              <a:ext cx="196230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48640" y="1463040"/>
              <a:ext cx="1962302" cy="82296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0" y="2423160"/>
              <a:ext cx="168798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세부 과업을 정의하고 산출물을 도출한다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830982" y="1463040"/>
              <a:ext cx="196230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830982" y="1463040"/>
              <a:ext cx="1962302" cy="82296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968142" y="2423160"/>
              <a:ext cx="168798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담당 조직과 역할·일정을 배정한다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113324" y="1463040"/>
              <a:ext cx="196230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113324" y="1463040"/>
              <a:ext cx="1962302" cy="82296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250484" y="2423160"/>
              <a:ext cx="168798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지표로 진척과 성과를 관리한다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395667" y="1463040"/>
              <a:ext cx="196230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395667" y="1463040"/>
              <a:ext cx="1962302" cy="82296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32827" y="2423160"/>
              <a:ext cx="168798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이해관계자 협의로 리스크를 통제한다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9678009" y="1463040"/>
              <a:ext cx="196230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9678009" y="1463040"/>
              <a:ext cx="1962302" cy="82296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815169" y="2423160"/>
              <a:ext cx="168798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정합성 검증으로 품질을 확보한다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PRC-156</a:t>
            </a:r>
          </a:p>
        </p:txBody>
      </p:sp>
      <p:grpSp>
        <p:nvGrpSpPr>
          <p:cNvPr id="21" name="asset:PRC-156"/>
          <p:cNvGrpSpPr/>
          <p:nvPr/>
        </p:nvGrpSpPr>
        <p:grpSpPr>
          <a:xfrm>
            <a:off x="548640" y="1463040"/>
            <a:ext cx="11091672" cy="3383280"/>
            <a:chOff x="548640" y="1463040"/>
            <a:chExt cx="11091672" cy="3383280"/>
          </a:xfrm>
        </p:grpSpPr>
        <p:sp>
          <p:nvSpPr>
            <p:cNvPr id="3" name="Rectangle 2"/>
            <p:cNvSpPr/>
            <p:nvPr/>
          </p:nvSpPr>
          <p:spPr>
            <a:xfrm>
              <a:off x="548640" y="1463040"/>
              <a:ext cx="158191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48640" y="1463040"/>
              <a:ext cx="1581912" cy="82296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0" y="2423160"/>
              <a:ext cx="130759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세부 과업을 정의하고 산출물을 도출한다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450592" y="1463040"/>
              <a:ext cx="158191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450592" y="1463040"/>
              <a:ext cx="1581912" cy="82296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587752" y="2423160"/>
              <a:ext cx="130759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담당 조직과 역할·일정을 배정한다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352544" y="1463040"/>
              <a:ext cx="158191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352544" y="1463040"/>
              <a:ext cx="1581912" cy="82296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489704" y="2423160"/>
              <a:ext cx="130759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지표로 진척과 성과를 관리한다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254496" y="1463040"/>
              <a:ext cx="158191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254496" y="1463040"/>
              <a:ext cx="1581912" cy="82296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391656" y="2423160"/>
              <a:ext cx="130759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이해관계자 협의로 리스크를 통제한다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156448" y="1463040"/>
              <a:ext cx="158191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8156448" y="1463040"/>
              <a:ext cx="1581912" cy="82296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293608" y="2423160"/>
              <a:ext cx="130759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정합성 검증으로 품질을 확보한다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0058400" y="1463040"/>
              <a:ext cx="158191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10058400" y="1463040"/>
              <a:ext cx="1581912" cy="82296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6. 운영·확산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195560" y="2423160"/>
              <a:ext cx="130759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성과를 활용하고 대외로 확산한다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성과를 자산화하고 재사용한다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PRC-157</a:t>
            </a:r>
          </a:p>
        </p:txBody>
      </p:sp>
      <p:grpSp>
        <p:nvGrpSpPr>
          <p:cNvPr id="12" name="asset:PRC-157"/>
          <p:cNvGrpSpPr/>
          <p:nvPr/>
        </p:nvGrpSpPr>
        <p:grpSpPr>
          <a:xfrm>
            <a:off x="548640" y="1463040"/>
            <a:ext cx="11091672" cy="3383280"/>
            <a:chOff x="548640" y="1463040"/>
            <a:chExt cx="11091672" cy="3383280"/>
          </a:xfrm>
        </p:grpSpPr>
        <p:sp>
          <p:nvSpPr>
            <p:cNvPr id="3" name="Rectangle 2"/>
            <p:cNvSpPr/>
            <p:nvPr/>
          </p:nvSpPr>
          <p:spPr>
            <a:xfrm>
              <a:off x="548640" y="1463040"/>
              <a:ext cx="3483864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48640" y="1463040"/>
              <a:ext cx="3483864" cy="82296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0" y="2423160"/>
              <a:ext cx="3209544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세부 과업을 정의하고 산출물을 도출한다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352544" y="1463040"/>
              <a:ext cx="3483864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352544" y="1463040"/>
              <a:ext cx="3483864" cy="82296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489704" y="2423160"/>
              <a:ext cx="3209544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담당 조직과 역할·일정을 배정한다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8156448" y="1463040"/>
              <a:ext cx="3483864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8156448" y="1463040"/>
              <a:ext cx="3483864" cy="82296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8293608" y="2423160"/>
              <a:ext cx="3209544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지표로 진척과 성과를 관리한다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PRC-158</a:t>
            </a:r>
          </a:p>
        </p:txBody>
      </p:sp>
      <p:grpSp>
        <p:nvGrpSpPr>
          <p:cNvPr id="15" name="asset:PRC-158"/>
          <p:cNvGrpSpPr/>
          <p:nvPr/>
        </p:nvGrpSpPr>
        <p:grpSpPr>
          <a:xfrm>
            <a:off x="548640" y="1463040"/>
            <a:ext cx="11091672" cy="3383280"/>
            <a:chOff x="548640" y="1463040"/>
            <a:chExt cx="11091672" cy="3383280"/>
          </a:xfrm>
        </p:grpSpPr>
        <p:sp>
          <p:nvSpPr>
            <p:cNvPr id="3" name="Rectangle 2"/>
            <p:cNvSpPr/>
            <p:nvPr/>
          </p:nvSpPr>
          <p:spPr>
            <a:xfrm>
              <a:off x="548640" y="1463040"/>
              <a:ext cx="2532888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48640" y="1463040"/>
              <a:ext cx="2532888" cy="82296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0" y="2423160"/>
              <a:ext cx="2258568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세부 과업을 정의하고 산출물을 도출한다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3401568" y="1463040"/>
              <a:ext cx="2532888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401568" y="1463040"/>
              <a:ext cx="2532888" cy="82296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38728" y="2423160"/>
              <a:ext cx="2258568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담당 조직과 역할·일정을 배정한다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6254496" y="1463040"/>
              <a:ext cx="2532888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254496" y="1463040"/>
              <a:ext cx="2532888" cy="82296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391656" y="2423160"/>
              <a:ext cx="2258568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지표로 진척과 성과를 관리한다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9107424" y="1463040"/>
              <a:ext cx="2532888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9107424" y="1463040"/>
              <a:ext cx="2532888" cy="82296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244584" y="2423160"/>
              <a:ext cx="2258568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이해관계자 협의로 리스크를 통제한다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PRC-159</a:t>
            </a:r>
          </a:p>
        </p:txBody>
      </p:sp>
      <p:grpSp>
        <p:nvGrpSpPr>
          <p:cNvPr id="18" name="asset:PRC-159"/>
          <p:cNvGrpSpPr/>
          <p:nvPr/>
        </p:nvGrpSpPr>
        <p:grpSpPr>
          <a:xfrm>
            <a:off x="548640" y="1463040"/>
            <a:ext cx="11091671" cy="3383280"/>
            <a:chOff x="548640" y="1463040"/>
            <a:chExt cx="11091671" cy="3383280"/>
          </a:xfrm>
        </p:grpSpPr>
        <p:sp>
          <p:nvSpPr>
            <p:cNvPr id="3" name="Rectangle 2"/>
            <p:cNvSpPr/>
            <p:nvPr/>
          </p:nvSpPr>
          <p:spPr>
            <a:xfrm>
              <a:off x="548640" y="1463040"/>
              <a:ext cx="196230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48640" y="1463040"/>
              <a:ext cx="1962302" cy="82296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0" y="2423160"/>
              <a:ext cx="168798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세부 과업을 정의하고 산출물을 도출한다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830982" y="1463040"/>
              <a:ext cx="196230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830982" y="1463040"/>
              <a:ext cx="1962302" cy="82296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968142" y="2423160"/>
              <a:ext cx="168798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담당 조직과 역할·일정을 배정한다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113324" y="1463040"/>
              <a:ext cx="196230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113324" y="1463040"/>
              <a:ext cx="1962302" cy="82296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250484" y="2423160"/>
              <a:ext cx="168798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지표로 진척과 성과를 관리한다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395667" y="1463040"/>
              <a:ext cx="196230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395667" y="1463040"/>
              <a:ext cx="1962302" cy="82296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32827" y="2423160"/>
              <a:ext cx="168798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이해관계자 협의로 리스크를 통제한다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9678009" y="1463040"/>
              <a:ext cx="196230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9678009" y="1463040"/>
              <a:ext cx="1962302" cy="82296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815169" y="2423160"/>
              <a:ext cx="168798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정합성 검증으로 품질을 확보한다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PRC-160</a:t>
            </a:r>
          </a:p>
        </p:txBody>
      </p:sp>
      <p:grpSp>
        <p:nvGrpSpPr>
          <p:cNvPr id="21" name="asset:PRC-160"/>
          <p:cNvGrpSpPr/>
          <p:nvPr/>
        </p:nvGrpSpPr>
        <p:grpSpPr>
          <a:xfrm>
            <a:off x="548640" y="1463040"/>
            <a:ext cx="11091672" cy="3383280"/>
            <a:chOff x="548640" y="1463040"/>
            <a:chExt cx="11091672" cy="3383280"/>
          </a:xfrm>
        </p:grpSpPr>
        <p:sp>
          <p:nvSpPr>
            <p:cNvPr id="3" name="Rectangle 2"/>
            <p:cNvSpPr/>
            <p:nvPr/>
          </p:nvSpPr>
          <p:spPr>
            <a:xfrm>
              <a:off x="548640" y="1463040"/>
              <a:ext cx="158191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48640" y="1463040"/>
              <a:ext cx="1581912" cy="82296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0" y="2423160"/>
              <a:ext cx="130759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세부 과업을 정의하고 산출물을 도출한다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450592" y="1463040"/>
              <a:ext cx="158191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450592" y="1463040"/>
              <a:ext cx="1581912" cy="82296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587752" y="2423160"/>
              <a:ext cx="130759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담당 조직과 역할·일정을 배정한다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352544" y="1463040"/>
              <a:ext cx="158191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352544" y="1463040"/>
              <a:ext cx="1581912" cy="82296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489704" y="2423160"/>
              <a:ext cx="130759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지표로 진척과 성과를 관리한다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254496" y="1463040"/>
              <a:ext cx="158191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254496" y="1463040"/>
              <a:ext cx="1581912" cy="82296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391656" y="2423160"/>
              <a:ext cx="130759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이해관계자 협의로 리스크를 통제한다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156448" y="1463040"/>
              <a:ext cx="158191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8156448" y="1463040"/>
              <a:ext cx="1581912" cy="82296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293608" y="2423160"/>
              <a:ext cx="130759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정합성 검증으로 품질을 확보한다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0058400" y="1463040"/>
              <a:ext cx="158191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10058400" y="1463040"/>
              <a:ext cx="1581912" cy="82296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6. 운영·확산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195560" y="2423160"/>
              <a:ext cx="130759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성과를 활용하고 대외로 확산한다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성과를 자산화하고 재사용한다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PRC-161</a:t>
            </a:r>
          </a:p>
        </p:txBody>
      </p:sp>
      <p:grpSp>
        <p:nvGrpSpPr>
          <p:cNvPr id="12" name="asset:PRC-161"/>
          <p:cNvGrpSpPr/>
          <p:nvPr/>
        </p:nvGrpSpPr>
        <p:grpSpPr>
          <a:xfrm>
            <a:off x="548640" y="1463040"/>
            <a:ext cx="11091672" cy="3383280"/>
            <a:chOff x="548640" y="1463040"/>
            <a:chExt cx="11091672" cy="3383280"/>
          </a:xfrm>
        </p:grpSpPr>
        <p:sp>
          <p:nvSpPr>
            <p:cNvPr id="3" name="Rectangle 2"/>
            <p:cNvSpPr/>
            <p:nvPr/>
          </p:nvSpPr>
          <p:spPr>
            <a:xfrm>
              <a:off x="548640" y="1463040"/>
              <a:ext cx="3483864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48640" y="1463040"/>
              <a:ext cx="3483864" cy="82296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0" y="2423160"/>
              <a:ext cx="3209544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세부 과업을 정의하고 산출물을 도출한다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352544" y="1463040"/>
              <a:ext cx="3483864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352544" y="1463040"/>
              <a:ext cx="3483864" cy="82296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489704" y="2423160"/>
              <a:ext cx="3209544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담당 조직과 역할·일정을 배정한다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8156448" y="1463040"/>
              <a:ext cx="3483864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8156448" y="1463040"/>
              <a:ext cx="3483864" cy="82296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8293608" y="2423160"/>
              <a:ext cx="3209544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지표로 진척과 성과를 관리한다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PRC-162</a:t>
            </a:r>
          </a:p>
        </p:txBody>
      </p:sp>
      <p:grpSp>
        <p:nvGrpSpPr>
          <p:cNvPr id="15" name="asset:PRC-162"/>
          <p:cNvGrpSpPr/>
          <p:nvPr/>
        </p:nvGrpSpPr>
        <p:grpSpPr>
          <a:xfrm>
            <a:off x="548640" y="1463040"/>
            <a:ext cx="11091672" cy="3383280"/>
            <a:chOff x="548640" y="1463040"/>
            <a:chExt cx="11091672" cy="3383280"/>
          </a:xfrm>
        </p:grpSpPr>
        <p:sp>
          <p:nvSpPr>
            <p:cNvPr id="3" name="Rectangle 2"/>
            <p:cNvSpPr/>
            <p:nvPr/>
          </p:nvSpPr>
          <p:spPr>
            <a:xfrm>
              <a:off x="548640" y="1463040"/>
              <a:ext cx="2532888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48640" y="1463040"/>
              <a:ext cx="2532888" cy="82296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0" y="2423160"/>
              <a:ext cx="2258568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세부 과업을 정의하고 산출물을 도출한다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3401568" y="1463040"/>
              <a:ext cx="2532888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401568" y="1463040"/>
              <a:ext cx="2532888" cy="82296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38728" y="2423160"/>
              <a:ext cx="2258568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담당 조직과 역할·일정을 배정한다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6254496" y="1463040"/>
              <a:ext cx="2532888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254496" y="1463040"/>
              <a:ext cx="2532888" cy="82296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391656" y="2423160"/>
              <a:ext cx="2258568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지표로 진척과 성과를 관리한다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9107424" y="1463040"/>
              <a:ext cx="2532888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9107424" y="1463040"/>
              <a:ext cx="2532888" cy="82296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244584" y="2423160"/>
              <a:ext cx="2258568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이해관계자 협의로 리스크를 통제한다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PRC-163</a:t>
            </a:r>
          </a:p>
        </p:txBody>
      </p:sp>
      <p:grpSp>
        <p:nvGrpSpPr>
          <p:cNvPr id="18" name="asset:PRC-163"/>
          <p:cNvGrpSpPr/>
          <p:nvPr/>
        </p:nvGrpSpPr>
        <p:grpSpPr>
          <a:xfrm>
            <a:off x="548640" y="1463040"/>
            <a:ext cx="11091671" cy="3383280"/>
            <a:chOff x="548640" y="1463040"/>
            <a:chExt cx="11091671" cy="3383280"/>
          </a:xfrm>
        </p:grpSpPr>
        <p:sp>
          <p:nvSpPr>
            <p:cNvPr id="3" name="Rectangle 2"/>
            <p:cNvSpPr/>
            <p:nvPr/>
          </p:nvSpPr>
          <p:spPr>
            <a:xfrm>
              <a:off x="548640" y="1463040"/>
              <a:ext cx="196230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48640" y="1463040"/>
              <a:ext cx="1962302" cy="82296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0" y="2423160"/>
              <a:ext cx="168798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세부 과업을 정의하고 산출물을 도출한다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830982" y="1463040"/>
              <a:ext cx="196230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830982" y="1463040"/>
              <a:ext cx="1962302" cy="82296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968142" y="2423160"/>
              <a:ext cx="168798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담당 조직과 역할·일정을 배정한다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113324" y="1463040"/>
              <a:ext cx="196230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113324" y="1463040"/>
              <a:ext cx="1962302" cy="82296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250484" y="2423160"/>
              <a:ext cx="168798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지표로 진척과 성과를 관리한다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395667" y="1463040"/>
              <a:ext cx="196230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395667" y="1463040"/>
              <a:ext cx="1962302" cy="82296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32827" y="2423160"/>
              <a:ext cx="168798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이해관계자 협의로 리스크를 통제한다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9678009" y="1463040"/>
              <a:ext cx="196230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9678009" y="1463040"/>
              <a:ext cx="1962302" cy="82296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815169" y="2423160"/>
              <a:ext cx="168798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정합성 검증으로 품질을 확보한다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PRC-164</a:t>
            </a:r>
          </a:p>
        </p:txBody>
      </p:sp>
      <p:grpSp>
        <p:nvGrpSpPr>
          <p:cNvPr id="21" name="asset:PRC-164"/>
          <p:cNvGrpSpPr/>
          <p:nvPr/>
        </p:nvGrpSpPr>
        <p:grpSpPr>
          <a:xfrm>
            <a:off x="548640" y="1463040"/>
            <a:ext cx="11091672" cy="3383280"/>
            <a:chOff x="548640" y="1463040"/>
            <a:chExt cx="11091672" cy="3383280"/>
          </a:xfrm>
        </p:grpSpPr>
        <p:sp>
          <p:nvSpPr>
            <p:cNvPr id="3" name="Rectangle 2"/>
            <p:cNvSpPr/>
            <p:nvPr/>
          </p:nvSpPr>
          <p:spPr>
            <a:xfrm>
              <a:off x="548640" y="1463040"/>
              <a:ext cx="158191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48640" y="1463040"/>
              <a:ext cx="1581912" cy="82296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0" y="2423160"/>
              <a:ext cx="130759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세부 과업을 정의하고 산출물을 도출한다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450592" y="1463040"/>
              <a:ext cx="158191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450592" y="1463040"/>
              <a:ext cx="1581912" cy="82296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587752" y="2423160"/>
              <a:ext cx="130759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담당 조직과 역할·일정을 배정한다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352544" y="1463040"/>
              <a:ext cx="158191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352544" y="1463040"/>
              <a:ext cx="1581912" cy="82296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489704" y="2423160"/>
              <a:ext cx="130759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지표로 진척과 성과를 관리한다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254496" y="1463040"/>
              <a:ext cx="158191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254496" y="1463040"/>
              <a:ext cx="1581912" cy="82296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391656" y="2423160"/>
              <a:ext cx="130759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이해관계자 협의로 리스크를 통제한다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156448" y="1463040"/>
              <a:ext cx="158191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8156448" y="1463040"/>
              <a:ext cx="1581912" cy="82296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293608" y="2423160"/>
              <a:ext cx="130759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정합성 검증으로 품질을 확보한다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0058400" y="1463040"/>
              <a:ext cx="1581912" cy="33832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10058400" y="1463040"/>
              <a:ext cx="1581912" cy="82296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6. 운영·확산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195560" y="2423160"/>
              <a:ext cx="1307592" cy="22860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성과를 활용하고 대외로 확산한다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성과를 자산화하고 재사용한다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