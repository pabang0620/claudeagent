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PRC-117</a:t>
            </a:r>
          </a:p>
        </p:txBody>
      </p:sp>
      <p:grpSp>
        <p:nvGrpSpPr>
          <p:cNvPr id="8" name="asset:PRC-117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PRC-118</a:t>
            </a:r>
          </a:p>
        </p:txBody>
      </p:sp>
      <p:grpSp>
        <p:nvGrpSpPr>
          <p:cNvPr id="10" name="asset:PRC-118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 Arrow 8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PRC-119</a:t>
            </a:r>
          </a:p>
        </p:txBody>
      </p:sp>
      <p:grpSp>
        <p:nvGrpSpPr>
          <p:cNvPr id="12" name="asset:PRC-119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ft Arrow 10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PRC-120</a:t>
            </a:r>
          </a:p>
        </p:txBody>
      </p:sp>
      <p:grpSp>
        <p:nvGrpSpPr>
          <p:cNvPr id="14" name="asset:PRC-120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PRC-121</a:t>
            </a:r>
          </a:p>
        </p:txBody>
      </p:sp>
      <p:grpSp>
        <p:nvGrpSpPr>
          <p:cNvPr id="8" name="asset:PRC-121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PRC-122</a:t>
            </a:r>
          </a:p>
        </p:txBody>
      </p:sp>
      <p:grpSp>
        <p:nvGrpSpPr>
          <p:cNvPr id="10" name="asset:PRC-122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 Arrow 8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PRC-123</a:t>
            </a:r>
          </a:p>
        </p:txBody>
      </p:sp>
      <p:grpSp>
        <p:nvGrpSpPr>
          <p:cNvPr id="12" name="asset:PRC-123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ft Arrow 10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PRC-124</a:t>
            </a:r>
          </a:p>
        </p:txBody>
      </p:sp>
      <p:grpSp>
        <p:nvGrpSpPr>
          <p:cNvPr id="14" name="asset:PRC-124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PRC-125</a:t>
            </a:r>
          </a:p>
        </p:txBody>
      </p:sp>
      <p:grpSp>
        <p:nvGrpSpPr>
          <p:cNvPr id="8" name="asset:PRC-125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PRC-126</a:t>
            </a:r>
          </a:p>
        </p:txBody>
      </p:sp>
      <p:grpSp>
        <p:nvGrpSpPr>
          <p:cNvPr id="10" name="asset:PRC-126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 Arrow 8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PRC-127</a:t>
            </a:r>
          </a:p>
        </p:txBody>
      </p:sp>
      <p:grpSp>
        <p:nvGrpSpPr>
          <p:cNvPr id="12" name="asset:PRC-127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ft Arrow 10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PRC-128</a:t>
            </a:r>
          </a:p>
        </p:txBody>
      </p:sp>
      <p:grpSp>
        <p:nvGrpSpPr>
          <p:cNvPr id="14" name="asset:PRC-128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PRC-129</a:t>
            </a:r>
          </a:p>
        </p:txBody>
      </p:sp>
      <p:grpSp>
        <p:nvGrpSpPr>
          <p:cNvPr id="8" name="asset:PRC-129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own Arrow 6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PRC-130</a:t>
            </a:r>
          </a:p>
        </p:txBody>
      </p:sp>
      <p:grpSp>
        <p:nvGrpSpPr>
          <p:cNvPr id="10" name="asset:PRC-130"/>
          <p:cNvGrpSpPr/>
          <p:nvPr/>
        </p:nvGrpSpPr>
        <p:grpSpPr>
          <a:xfrm>
            <a:off x="548640" y="1325880"/>
            <a:ext cx="6172200" cy="4114800"/>
            <a:chOff x="548640" y="1325880"/>
            <a:chExt cx="617220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5120640" y="2724912"/>
              <a:ext cx="365760" cy="1316736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 Arrow 8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PRC-131</a:t>
            </a:r>
          </a:p>
        </p:txBody>
      </p:sp>
      <p:grpSp>
        <p:nvGrpSpPr>
          <p:cNvPr id="12" name="asset:PRC-131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ft Arrow 10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PRC-132</a:t>
            </a:r>
          </a:p>
        </p:txBody>
      </p:sp>
      <p:grpSp>
        <p:nvGrpSpPr>
          <p:cNvPr id="14" name="asset:PRC-132"/>
          <p:cNvGrpSpPr/>
          <p:nvPr/>
        </p:nvGrpSpPr>
        <p:grpSpPr>
          <a:xfrm>
            <a:off x="548640" y="1325880"/>
            <a:ext cx="9509760" cy="4114800"/>
            <a:chOff x="548640" y="1325880"/>
            <a:chExt cx="95097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32588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86200" y="1325880"/>
              <a:ext cx="2834640" cy="1371600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23760" y="13258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23760" y="40690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8620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48640" y="4069080"/>
              <a:ext cx="2834640" cy="137160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41071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748272" y="1828800"/>
              <a:ext cx="448056" cy="365760"/>
            </a:xfrm>
            <a:prstGeom prst="righ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8458200" y="2724912"/>
              <a:ext cx="365760" cy="1316736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6748272" y="4572000"/>
              <a:ext cx="448056" cy="365760"/>
            </a:xfrm>
            <a:prstGeom prst="lef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3410712" y="4572000"/>
              <a:ext cx="448056" cy="365760"/>
            </a:xfrm>
            <a:prstGeom prst="left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