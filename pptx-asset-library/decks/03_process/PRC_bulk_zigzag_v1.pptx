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PRC-117</a:t>
            </a:r>
          </a:p>
        </p:txBody>
      </p:sp>
      <p:grpSp>
        <p:nvGrpSpPr>
          <p:cNvPr id="8" name="asset:PRC-117"/>
          <p:cNvGrpSpPr/>
          <p:nvPr/>
        </p:nvGrpSpPr>
        <p:grpSpPr>
          <a:xfrm>
            <a:off x="548640" y="1325880"/>
            <a:ext cx="6172200" cy="4114800"/>
            <a:chOff x="548640" y="1325880"/>
            <a:chExt cx="6172200" cy="4114800"/>
          </a:xfrm>
        </p:grpSpPr>
        <p:sp>
          <p:nvSpPr>
            <p:cNvPr id="3" name="Rounded Rectangle 2"/>
            <p:cNvSpPr/>
            <p:nvPr/>
          </p:nvSpPr>
          <p:spPr>
            <a:xfrm>
              <a:off x="548640" y="1325880"/>
              <a:ext cx="2834640" cy="1371600"/>
            </a:xfrm>
            <a:prstGeom prst="roundRect">
              <a:avLst/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1. 현황 분석</a:t>
              </a:r>
            </a:p>
          </p:txBody>
        </p:sp>
        <p:sp>
          <p:nvSpPr>
            <p:cNvPr id="4" name="Rounded Rectangle 3"/>
            <p:cNvSpPr/>
            <p:nvPr/>
          </p:nvSpPr>
          <p:spPr>
            <a:xfrm>
              <a:off x="3886200" y="1325880"/>
              <a:ext cx="2834640" cy="1371600"/>
            </a:xfrm>
            <a:prstGeom prst="round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2. 전략 수립</a:t>
              </a:r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3886200" y="4069080"/>
              <a:ext cx="2834640" cy="1371600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3. 체계 설계</a:t>
              </a:r>
            </a:p>
          </p:txBody>
        </p:sp>
        <p:sp>
          <p:nvSpPr>
            <p:cNvPr id="6" name="Right Arrow 5"/>
            <p:cNvSpPr/>
            <p:nvPr/>
          </p:nvSpPr>
          <p:spPr>
            <a:xfrm>
              <a:off x="3410712" y="1828800"/>
              <a:ext cx="448056" cy="365760"/>
            </a:xfrm>
            <a:prstGeom prst="rightArrow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Down Arrow 6"/>
            <p:cNvSpPr/>
            <p:nvPr/>
          </p:nvSpPr>
          <p:spPr>
            <a:xfrm>
              <a:off x="5120640" y="2724912"/>
              <a:ext cx="365760" cy="1316736"/>
            </a:xfrm>
            <a:prstGeom prst="downArrow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PRC-118</a:t>
            </a:r>
          </a:p>
        </p:txBody>
      </p:sp>
      <p:grpSp>
        <p:nvGrpSpPr>
          <p:cNvPr id="10" name="asset:PRC-118"/>
          <p:cNvGrpSpPr/>
          <p:nvPr/>
        </p:nvGrpSpPr>
        <p:grpSpPr>
          <a:xfrm>
            <a:off x="548640" y="1325880"/>
            <a:ext cx="6172200" cy="4114800"/>
            <a:chOff x="548640" y="1325880"/>
            <a:chExt cx="6172200" cy="4114800"/>
          </a:xfrm>
        </p:grpSpPr>
        <p:sp>
          <p:nvSpPr>
            <p:cNvPr id="3" name="Rounded Rectangle 2"/>
            <p:cNvSpPr/>
            <p:nvPr/>
          </p:nvSpPr>
          <p:spPr>
            <a:xfrm>
              <a:off x="548640" y="1325880"/>
              <a:ext cx="2834640" cy="1371600"/>
            </a:xfrm>
            <a:prstGeom prst="roundRect">
              <a:avLst/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1. 현황 분석</a:t>
              </a:r>
            </a:p>
          </p:txBody>
        </p:sp>
        <p:sp>
          <p:nvSpPr>
            <p:cNvPr id="4" name="Rounded Rectangle 3"/>
            <p:cNvSpPr/>
            <p:nvPr/>
          </p:nvSpPr>
          <p:spPr>
            <a:xfrm>
              <a:off x="3886200" y="1325880"/>
              <a:ext cx="2834640" cy="1371600"/>
            </a:xfrm>
            <a:prstGeom prst="round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2. 전략 수립</a:t>
              </a:r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3886200" y="4069080"/>
              <a:ext cx="2834640" cy="1371600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3. 체계 설계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548640" y="4069080"/>
              <a:ext cx="2834640" cy="1371600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4. 구축·개발</a:t>
              </a:r>
            </a:p>
          </p:txBody>
        </p:sp>
        <p:sp>
          <p:nvSpPr>
            <p:cNvPr id="7" name="Right Arrow 6"/>
            <p:cNvSpPr/>
            <p:nvPr/>
          </p:nvSpPr>
          <p:spPr>
            <a:xfrm>
              <a:off x="3410712" y="1828800"/>
              <a:ext cx="448056" cy="365760"/>
            </a:xfrm>
            <a:prstGeom prst="rightArrow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Down Arrow 7"/>
            <p:cNvSpPr/>
            <p:nvPr/>
          </p:nvSpPr>
          <p:spPr>
            <a:xfrm>
              <a:off x="5120640" y="2724912"/>
              <a:ext cx="365760" cy="1316736"/>
            </a:xfrm>
            <a:prstGeom prst="downArrow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Left Arrow 8"/>
            <p:cNvSpPr/>
            <p:nvPr/>
          </p:nvSpPr>
          <p:spPr>
            <a:xfrm>
              <a:off x="3410712" y="4572000"/>
              <a:ext cx="448056" cy="365760"/>
            </a:xfrm>
            <a:prstGeom prst="leftArrow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PRC-119</a:t>
            </a:r>
          </a:p>
        </p:txBody>
      </p:sp>
      <p:grpSp>
        <p:nvGrpSpPr>
          <p:cNvPr id="12" name="asset:PRC-119"/>
          <p:cNvGrpSpPr/>
          <p:nvPr/>
        </p:nvGrpSpPr>
        <p:grpSpPr>
          <a:xfrm>
            <a:off x="548640" y="1325880"/>
            <a:ext cx="9509760" cy="4114800"/>
            <a:chOff x="548640" y="1325880"/>
            <a:chExt cx="9509760" cy="4114800"/>
          </a:xfrm>
        </p:grpSpPr>
        <p:sp>
          <p:nvSpPr>
            <p:cNvPr id="3" name="Rounded Rectangle 2"/>
            <p:cNvSpPr/>
            <p:nvPr/>
          </p:nvSpPr>
          <p:spPr>
            <a:xfrm>
              <a:off x="548640" y="1325880"/>
              <a:ext cx="2834640" cy="1371600"/>
            </a:xfrm>
            <a:prstGeom prst="roundRect">
              <a:avLst/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1. 현황 분석</a:t>
              </a:r>
            </a:p>
          </p:txBody>
        </p:sp>
        <p:sp>
          <p:nvSpPr>
            <p:cNvPr id="4" name="Rounded Rectangle 3"/>
            <p:cNvSpPr/>
            <p:nvPr/>
          </p:nvSpPr>
          <p:spPr>
            <a:xfrm>
              <a:off x="3886200" y="1325880"/>
              <a:ext cx="2834640" cy="1371600"/>
            </a:xfrm>
            <a:prstGeom prst="round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2. 전략 수립</a:t>
              </a:r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7223760" y="1325880"/>
              <a:ext cx="2834640" cy="1371600"/>
            </a:xfrm>
            <a:prstGeom prst="round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3. 체계 설계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7223760" y="4069080"/>
              <a:ext cx="2834640" cy="1371600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4. 구축·개발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3886200" y="4069080"/>
              <a:ext cx="2834640" cy="1371600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5. 검증·안정화</a:t>
              </a:r>
            </a:p>
          </p:txBody>
        </p:sp>
        <p:sp>
          <p:nvSpPr>
            <p:cNvPr id="8" name="Right Arrow 7"/>
            <p:cNvSpPr/>
            <p:nvPr/>
          </p:nvSpPr>
          <p:spPr>
            <a:xfrm>
              <a:off x="3410712" y="1828800"/>
              <a:ext cx="448056" cy="365760"/>
            </a:xfrm>
            <a:prstGeom prst="rightArrow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Right Arrow 8"/>
            <p:cNvSpPr/>
            <p:nvPr/>
          </p:nvSpPr>
          <p:spPr>
            <a:xfrm>
              <a:off x="6748272" y="1828800"/>
              <a:ext cx="448056" cy="365760"/>
            </a:xfrm>
            <a:prstGeom prst="rightArrow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Down Arrow 9"/>
            <p:cNvSpPr/>
            <p:nvPr/>
          </p:nvSpPr>
          <p:spPr>
            <a:xfrm>
              <a:off x="8458200" y="2724912"/>
              <a:ext cx="365760" cy="1316736"/>
            </a:xfrm>
            <a:prstGeom prst="downArrow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Left Arrow 10"/>
            <p:cNvSpPr/>
            <p:nvPr/>
          </p:nvSpPr>
          <p:spPr>
            <a:xfrm>
              <a:off x="6748272" y="4572000"/>
              <a:ext cx="448056" cy="365760"/>
            </a:xfrm>
            <a:prstGeom prst="leftArrow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PRC-120</a:t>
            </a:r>
          </a:p>
        </p:txBody>
      </p:sp>
      <p:grpSp>
        <p:nvGrpSpPr>
          <p:cNvPr id="14" name="asset:PRC-120"/>
          <p:cNvGrpSpPr/>
          <p:nvPr/>
        </p:nvGrpSpPr>
        <p:grpSpPr>
          <a:xfrm>
            <a:off x="548640" y="1325880"/>
            <a:ext cx="9509760" cy="4114800"/>
            <a:chOff x="548640" y="1325880"/>
            <a:chExt cx="9509760" cy="4114800"/>
          </a:xfrm>
        </p:grpSpPr>
        <p:sp>
          <p:nvSpPr>
            <p:cNvPr id="3" name="Rounded Rectangle 2"/>
            <p:cNvSpPr/>
            <p:nvPr/>
          </p:nvSpPr>
          <p:spPr>
            <a:xfrm>
              <a:off x="548640" y="1325880"/>
              <a:ext cx="2834640" cy="1371600"/>
            </a:xfrm>
            <a:prstGeom prst="roundRect">
              <a:avLst/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1. 현황 분석</a:t>
              </a:r>
            </a:p>
          </p:txBody>
        </p:sp>
        <p:sp>
          <p:nvSpPr>
            <p:cNvPr id="4" name="Rounded Rectangle 3"/>
            <p:cNvSpPr/>
            <p:nvPr/>
          </p:nvSpPr>
          <p:spPr>
            <a:xfrm>
              <a:off x="3886200" y="1325880"/>
              <a:ext cx="2834640" cy="1371600"/>
            </a:xfrm>
            <a:prstGeom prst="round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2. 전략 수립</a:t>
              </a:r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7223760" y="1325880"/>
              <a:ext cx="2834640" cy="1371600"/>
            </a:xfrm>
            <a:prstGeom prst="round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3. 체계 설계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7223760" y="4069080"/>
              <a:ext cx="2834640" cy="1371600"/>
            </a:xfrm>
            <a:prstGeom prst="round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4. 구축·개발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3886200" y="4069080"/>
              <a:ext cx="2834640" cy="1371600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5. 검증·안정화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548640" y="4069080"/>
              <a:ext cx="2834640" cy="1371600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6. 운영·확산</a:t>
              </a:r>
            </a:p>
          </p:txBody>
        </p:sp>
        <p:sp>
          <p:nvSpPr>
            <p:cNvPr id="9" name="Right Arrow 8"/>
            <p:cNvSpPr/>
            <p:nvPr/>
          </p:nvSpPr>
          <p:spPr>
            <a:xfrm>
              <a:off x="3410712" y="1828800"/>
              <a:ext cx="448056" cy="365760"/>
            </a:xfrm>
            <a:prstGeom prst="rightArrow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Right Arrow 9"/>
            <p:cNvSpPr/>
            <p:nvPr/>
          </p:nvSpPr>
          <p:spPr>
            <a:xfrm>
              <a:off x="6748272" y="1828800"/>
              <a:ext cx="448056" cy="365760"/>
            </a:xfrm>
            <a:prstGeom prst="rightArrow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Down Arrow 10"/>
            <p:cNvSpPr/>
            <p:nvPr/>
          </p:nvSpPr>
          <p:spPr>
            <a:xfrm>
              <a:off x="8458200" y="2724912"/>
              <a:ext cx="365760" cy="1316736"/>
            </a:xfrm>
            <a:prstGeom prst="downArrow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Left Arrow 11"/>
            <p:cNvSpPr/>
            <p:nvPr/>
          </p:nvSpPr>
          <p:spPr>
            <a:xfrm>
              <a:off x="6748272" y="4572000"/>
              <a:ext cx="448056" cy="365760"/>
            </a:xfrm>
            <a:prstGeom prst="leftArrow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Left Arrow 12"/>
            <p:cNvSpPr/>
            <p:nvPr/>
          </p:nvSpPr>
          <p:spPr>
            <a:xfrm>
              <a:off x="3410712" y="4572000"/>
              <a:ext cx="448056" cy="365760"/>
            </a:xfrm>
            <a:prstGeom prst="leftArrow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PRC-121</a:t>
            </a:r>
          </a:p>
        </p:txBody>
      </p:sp>
      <p:grpSp>
        <p:nvGrpSpPr>
          <p:cNvPr id="8" name="asset:PRC-121"/>
          <p:cNvGrpSpPr/>
          <p:nvPr/>
        </p:nvGrpSpPr>
        <p:grpSpPr>
          <a:xfrm>
            <a:off x="548640" y="1325880"/>
            <a:ext cx="6172200" cy="4114800"/>
            <a:chOff x="548640" y="1325880"/>
            <a:chExt cx="6172200" cy="4114800"/>
          </a:xfrm>
        </p:grpSpPr>
        <p:sp>
          <p:nvSpPr>
            <p:cNvPr id="3" name="Rounded Rectangle 2"/>
            <p:cNvSpPr/>
            <p:nvPr/>
          </p:nvSpPr>
          <p:spPr>
            <a:xfrm>
              <a:off x="548640" y="1325880"/>
              <a:ext cx="2834640" cy="1371600"/>
            </a:xfrm>
            <a:prstGeom prst="roundRect">
              <a:avLst/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1. 현황 분석</a:t>
              </a:r>
            </a:p>
          </p:txBody>
        </p:sp>
        <p:sp>
          <p:nvSpPr>
            <p:cNvPr id="4" name="Rounded Rectangle 3"/>
            <p:cNvSpPr/>
            <p:nvPr/>
          </p:nvSpPr>
          <p:spPr>
            <a:xfrm>
              <a:off x="3886200" y="1325880"/>
              <a:ext cx="2834640" cy="1371600"/>
            </a:xfrm>
            <a:prstGeom prst="roundRect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2. 전략 수립</a:t>
              </a:r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3886200" y="4069080"/>
              <a:ext cx="2834640" cy="1371600"/>
            </a:xfrm>
            <a:prstGeom prst="round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3. 체계 설계</a:t>
              </a:r>
            </a:p>
          </p:txBody>
        </p:sp>
        <p:sp>
          <p:nvSpPr>
            <p:cNvPr id="6" name="Right Arrow 5"/>
            <p:cNvSpPr/>
            <p:nvPr/>
          </p:nvSpPr>
          <p:spPr>
            <a:xfrm>
              <a:off x="3410712" y="1828800"/>
              <a:ext cx="448056" cy="365760"/>
            </a:xfrm>
            <a:prstGeom prst="rightArrow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Down Arrow 6"/>
            <p:cNvSpPr/>
            <p:nvPr/>
          </p:nvSpPr>
          <p:spPr>
            <a:xfrm>
              <a:off x="5120640" y="2724912"/>
              <a:ext cx="365760" cy="1316736"/>
            </a:xfrm>
            <a:prstGeom prst="downArrow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PRC-122</a:t>
            </a:r>
          </a:p>
        </p:txBody>
      </p:sp>
      <p:grpSp>
        <p:nvGrpSpPr>
          <p:cNvPr id="10" name="asset:PRC-122"/>
          <p:cNvGrpSpPr/>
          <p:nvPr/>
        </p:nvGrpSpPr>
        <p:grpSpPr>
          <a:xfrm>
            <a:off x="548640" y="1325880"/>
            <a:ext cx="6172200" cy="4114800"/>
            <a:chOff x="548640" y="1325880"/>
            <a:chExt cx="6172200" cy="4114800"/>
          </a:xfrm>
        </p:grpSpPr>
        <p:sp>
          <p:nvSpPr>
            <p:cNvPr id="3" name="Rounded Rectangle 2"/>
            <p:cNvSpPr/>
            <p:nvPr/>
          </p:nvSpPr>
          <p:spPr>
            <a:xfrm>
              <a:off x="548640" y="1325880"/>
              <a:ext cx="2834640" cy="1371600"/>
            </a:xfrm>
            <a:prstGeom prst="roundRect">
              <a:avLst/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1. 현황 분석</a:t>
              </a:r>
            </a:p>
          </p:txBody>
        </p:sp>
        <p:sp>
          <p:nvSpPr>
            <p:cNvPr id="4" name="Rounded Rectangle 3"/>
            <p:cNvSpPr/>
            <p:nvPr/>
          </p:nvSpPr>
          <p:spPr>
            <a:xfrm>
              <a:off x="3886200" y="1325880"/>
              <a:ext cx="2834640" cy="1371600"/>
            </a:xfrm>
            <a:prstGeom prst="round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2. 전략 수립</a:t>
              </a:r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3886200" y="4069080"/>
              <a:ext cx="2834640" cy="1371600"/>
            </a:xfrm>
            <a:prstGeom prst="roundRect">
              <a:avLst/>
            </a:prstGeom>
            <a:solidFill>
              <a:srgbClr val="80808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3. 체계 설계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548640" y="4069080"/>
              <a:ext cx="2834640" cy="1371600"/>
            </a:xfrm>
            <a:prstGeom prst="round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4. 구축·개발</a:t>
              </a:r>
            </a:p>
          </p:txBody>
        </p:sp>
        <p:sp>
          <p:nvSpPr>
            <p:cNvPr id="7" name="Right Arrow 6"/>
            <p:cNvSpPr/>
            <p:nvPr/>
          </p:nvSpPr>
          <p:spPr>
            <a:xfrm>
              <a:off x="3410712" y="1828800"/>
              <a:ext cx="448056" cy="365760"/>
            </a:xfrm>
            <a:prstGeom prst="rightArrow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Down Arrow 7"/>
            <p:cNvSpPr/>
            <p:nvPr/>
          </p:nvSpPr>
          <p:spPr>
            <a:xfrm>
              <a:off x="5120640" y="2724912"/>
              <a:ext cx="365760" cy="1316736"/>
            </a:xfrm>
            <a:prstGeom prst="downArrow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Left Arrow 8"/>
            <p:cNvSpPr/>
            <p:nvPr/>
          </p:nvSpPr>
          <p:spPr>
            <a:xfrm>
              <a:off x="3410712" y="4572000"/>
              <a:ext cx="448056" cy="365760"/>
            </a:xfrm>
            <a:prstGeom prst="leftArrow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PRC-123</a:t>
            </a:r>
          </a:p>
        </p:txBody>
      </p:sp>
      <p:grpSp>
        <p:nvGrpSpPr>
          <p:cNvPr id="12" name="asset:PRC-123"/>
          <p:cNvGrpSpPr/>
          <p:nvPr/>
        </p:nvGrpSpPr>
        <p:grpSpPr>
          <a:xfrm>
            <a:off x="548640" y="1325880"/>
            <a:ext cx="9509760" cy="4114800"/>
            <a:chOff x="548640" y="1325880"/>
            <a:chExt cx="9509760" cy="4114800"/>
          </a:xfrm>
        </p:grpSpPr>
        <p:sp>
          <p:nvSpPr>
            <p:cNvPr id="3" name="Rounded Rectangle 2"/>
            <p:cNvSpPr/>
            <p:nvPr/>
          </p:nvSpPr>
          <p:spPr>
            <a:xfrm>
              <a:off x="548640" y="1325880"/>
              <a:ext cx="2834640" cy="1371600"/>
            </a:xfrm>
            <a:prstGeom prst="roundRect">
              <a:avLst/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1. 현황 분석</a:t>
              </a:r>
            </a:p>
          </p:txBody>
        </p:sp>
        <p:sp>
          <p:nvSpPr>
            <p:cNvPr id="4" name="Rounded Rectangle 3"/>
            <p:cNvSpPr/>
            <p:nvPr/>
          </p:nvSpPr>
          <p:spPr>
            <a:xfrm>
              <a:off x="3886200" y="1325880"/>
              <a:ext cx="2834640" cy="1371600"/>
            </a:xfrm>
            <a:prstGeom prst="round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2. 전략 수립</a:t>
              </a:r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7223760" y="1325880"/>
              <a:ext cx="2834640" cy="1371600"/>
            </a:xfrm>
            <a:prstGeom prst="roundRect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3. 체계 설계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7223760" y="4069080"/>
              <a:ext cx="2834640" cy="1371600"/>
            </a:xfrm>
            <a:prstGeom prst="roundRect">
              <a:avLst/>
            </a:prstGeom>
            <a:solidFill>
              <a:srgbClr val="80808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4. 구축·개발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3886200" y="4069080"/>
              <a:ext cx="2834640" cy="1371600"/>
            </a:xfrm>
            <a:prstGeom prst="round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5. 검증·안정화</a:t>
              </a:r>
            </a:p>
          </p:txBody>
        </p:sp>
        <p:sp>
          <p:nvSpPr>
            <p:cNvPr id="8" name="Right Arrow 7"/>
            <p:cNvSpPr/>
            <p:nvPr/>
          </p:nvSpPr>
          <p:spPr>
            <a:xfrm>
              <a:off x="3410712" y="1828800"/>
              <a:ext cx="448056" cy="365760"/>
            </a:xfrm>
            <a:prstGeom prst="rightArrow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Right Arrow 8"/>
            <p:cNvSpPr/>
            <p:nvPr/>
          </p:nvSpPr>
          <p:spPr>
            <a:xfrm>
              <a:off x="6748272" y="1828800"/>
              <a:ext cx="448056" cy="365760"/>
            </a:xfrm>
            <a:prstGeom prst="rightArrow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Down Arrow 9"/>
            <p:cNvSpPr/>
            <p:nvPr/>
          </p:nvSpPr>
          <p:spPr>
            <a:xfrm>
              <a:off x="8458200" y="2724912"/>
              <a:ext cx="365760" cy="1316736"/>
            </a:xfrm>
            <a:prstGeom prst="downArrow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Left Arrow 10"/>
            <p:cNvSpPr/>
            <p:nvPr/>
          </p:nvSpPr>
          <p:spPr>
            <a:xfrm>
              <a:off x="6748272" y="4572000"/>
              <a:ext cx="448056" cy="365760"/>
            </a:xfrm>
            <a:prstGeom prst="leftArrow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PRC-124</a:t>
            </a:r>
          </a:p>
        </p:txBody>
      </p:sp>
      <p:grpSp>
        <p:nvGrpSpPr>
          <p:cNvPr id="14" name="asset:PRC-124"/>
          <p:cNvGrpSpPr/>
          <p:nvPr/>
        </p:nvGrpSpPr>
        <p:grpSpPr>
          <a:xfrm>
            <a:off x="548640" y="1325880"/>
            <a:ext cx="9509760" cy="4114800"/>
            <a:chOff x="548640" y="1325880"/>
            <a:chExt cx="9509760" cy="4114800"/>
          </a:xfrm>
        </p:grpSpPr>
        <p:sp>
          <p:nvSpPr>
            <p:cNvPr id="3" name="Rounded Rectangle 2"/>
            <p:cNvSpPr/>
            <p:nvPr/>
          </p:nvSpPr>
          <p:spPr>
            <a:xfrm>
              <a:off x="548640" y="1325880"/>
              <a:ext cx="2834640" cy="1371600"/>
            </a:xfrm>
            <a:prstGeom prst="roundRect">
              <a:avLst/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1. 현황 분석</a:t>
              </a:r>
            </a:p>
          </p:txBody>
        </p:sp>
        <p:sp>
          <p:nvSpPr>
            <p:cNvPr id="4" name="Rounded Rectangle 3"/>
            <p:cNvSpPr/>
            <p:nvPr/>
          </p:nvSpPr>
          <p:spPr>
            <a:xfrm>
              <a:off x="3886200" y="1325880"/>
              <a:ext cx="2834640" cy="1371600"/>
            </a:xfrm>
            <a:prstGeom prst="round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2. 전략 수립</a:t>
              </a:r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7223760" y="1325880"/>
              <a:ext cx="2834640" cy="1371600"/>
            </a:xfrm>
            <a:prstGeom prst="roundRect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3. 체계 설계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7223760" y="4069080"/>
              <a:ext cx="2834640" cy="1371600"/>
            </a:xfrm>
            <a:prstGeom prst="roundRect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4. 구축·개발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3886200" y="4069080"/>
              <a:ext cx="2834640" cy="1371600"/>
            </a:xfrm>
            <a:prstGeom prst="roundRect">
              <a:avLst/>
            </a:prstGeom>
            <a:solidFill>
              <a:srgbClr val="80808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5. 검증·안정화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548640" y="4069080"/>
              <a:ext cx="2834640" cy="1371600"/>
            </a:xfrm>
            <a:prstGeom prst="round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6. 운영·확산</a:t>
              </a:r>
            </a:p>
          </p:txBody>
        </p:sp>
        <p:sp>
          <p:nvSpPr>
            <p:cNvPr id="9" name="Right Arrow 8"/>
            <p:cNvSpPr/>
            <p:nvPr/>
          </p:nvSpPr>
          <p:spPr>
            <a:xfrm>
              <a:off x="3410712" y="1828800"/>
              <a:ext cx="448056" cy="365760"/>
            </a:xfrm>
            <a:prstGeom prst="rightArrow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Right Arrow 9"/>
            <p:cNvSpPr/>
            <p:nvPr/>
          </p:nvSpPr>
          <p:spPr>
            <a:xfrm>
              <a:off x="6748272" y="1828800"/>
              <a:ext cx="448056" cy="365760"/>
            </a:xfrm>
            <a:prstGeom prst="rightArrow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Down Arrow 10"/>
            <p:cNvSpPr/>
            <p:nvPr/>
          </p:nvSpPr>
          <p:spPr>
            <a:xfrm>
              <a:off x="8458200" y="2724912"/>
              <a:ext cx="365760" cy="1316736"/>
            </a:xfrm>
            <a:prstGeom prst="downArrow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Left Arrow 11"/>
            <p:cNvSpPr/>
            <p:nvPr/>
          </p:nvSpPr>
          <p:spPr>
            <a:xfrm>
              <a:off x="6748272" y="4572000"/>
              <a:ext cx="448056" cy="365760"/>
            </a:xfrm>
            <a:prstGeom prst="leftArrow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Left Arrow 12"/>
            <p:cNvSpPr/>
            <p:nvPr/>
          </p:nvSpPr>
          <p:spPr>
            <a:xfrm>
              <a:off x="3410712" y="4572000"/>
              <a:ext cx="448056" cy="365760"/>
            </a:xfrm>
            <a:prstGeom prst="leftArrow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PRC-125</a:t>
            </a:r>
          </a:p>
        </p:txBody>
      </p:sp>
      <p:grpSp>
        <p:nvGrpSpPr>
          <p:cNvPr id="8" name="asset:PRC-125"/>
          <p:cNvGrpSpPr/>
          <p:nvPr/>
        </p:nvGrpSpPr>
        <p:grpSpPr>
          <a:xfrm>
            <a:off x="548640" y="1325880"/>
            <a:ext cx="6172200" cy="4114800"/>
            <a:chOff x="548640" y="1325880"/>
            <a:chExt cx="6172200" cy="4114800"/>
          </a:xfrm>
        </p:grpSpPr>
        <p:sp>
          <p:nvSpPr>
            <p:cNvPr id="3" name="Rounded Rectangle 2"/>
            <p:cNvSpPr/>
            <p:nvPr/>
          </p:nvSpPr>
          <p:spPr>
            <a:xfrm>
              <a:off x="548640" y="1325880"/>
              <a:ext cx="2834640" cy="1371600"/>
            </a:xfrm>
            <a:prstGeom prst="roundRect">
              <a:avLst/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1. 현황 분석</a:t>
              </a:r>
            </a:p>
          </p:txBody>
        </p:sp>
        <p:sp>
          <p:nvSpPr>
            <p:cNvPr id="4" name="Rounded Rectangle 3"/>
            <p:cNvSpPr/>
            <p:nvPr/>
          </p:nvSpPr>
          <p:spPr>
            <a:xfrm>
              <a:off x="3886200" y="1325880"/>
              <a:ext cx="2834640" cy="1371600"/>
            </a:xfrm>
            <a:prstGeom prst="round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2. 전략 수립</a:t>
              </a:r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3886200" y="4069080"/>
              <a:ext cx="2834640" cy="1371600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3. 체계 설계</a:t>
              </a:r>
            </a:p>
          </p:txBody>
        </p:sp>
        <p:sp>
          <p:nvSpPr>
            <p:cNvPr id="6" name="Right Arrow 5"/>
            <p:cNvSpPr/>
            <p:nvPr/>
          </p:nvSpPr>
          <p:spPr>
            <a:xfrm>
              <a:off x="3410712" y="1828800"/>
              <a:ext cx="448056" cy="365760"/>
            </a:xfrm>
            <a:prstGeom prst="rightArrow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Down Arrow 6"/>
            <p:cNvSpPr/>
            <p:nvPr/>
          </p:nvSpPr>
          <p:spPr>
            <a:xfrm>
              <a:off x="5120640" y="2724912"/>
              <a:ext cx="365760" cy="1316736"/>
            </a:xfrm>
            <a:prstGeom prst="downArrow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PRC-126</a:t>
            </a:r>
          </a:p>
        </p:txBody>
      </p:sp>
      <p:grpSp>
        <p:nvGrpSpPr>
          <p:cNvPr id="10" name="asset:PRC-126"/>
          <p:cNvGrpSpPr/>
          <p:nvPr/>
        </p:nvGrpSpPr>
        <p:grpSpPr>
          <a:xfrm>
            <a:off x="548640" y="1325880"/>
            <a:ext cx="6172200" cy="4114800"/>
            <a:chOff x="548640" y="1325880"/>
            <a:chExt cx="6172200" cy="4114800"/>
          </a:xfrm>
        </p:grpSpPr>
        <p:sp>
          <p:nvSpPr>
            <p:cNvPr id="3" name="Rounded Rectangle 2"/>
            <p:cNvSpPr/>
            <p:nvPr/>
          </p:nvSpPr>
          <p:spPr>
            <a:xfrm>
              <a:off x="548640" y="1325880"/>
              <a:ext cx="2834640" cy="1371600"/>
            </a:xfrm>
            <a:prstGeom prst="roundRect">
              <a:avLst/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1. 현황 분석</a:t>
              </a:r>
            </a:p>
          </p:txBody>
        </p:sp>
        <p:sp>
          <p:nvSpPr>
            <p:cNvPr id="4" name="Rounded Rectangle 3"/>
            <p:cNvSpPr/>
            <p:nvPr/>
          </p:nvSpPr>
          <p:spPr>
            <a:xfrm>
              <a:off x="3886200" y="1325880"/>
              <a:ext cx="2834640" cy="1371600"/>
            </a:xfrm>
            <a:prstGeom prst="round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2. 전략 수립</a:t>
              </a:r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3886200" y="4069080"/>
              <a:ext cx="2834640" cy="1371600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3. 체계 설계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548640" y="4069080"/>
              <a:ext cx="2834640" cy="1371600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4. 구축·개발</a:t>
              </a:r>
            </a:p>
          </p:txBody>
        </p:sp>
        <p:sp>
          <p:nvSpPr>
            <p:cNvPr id="7" name="Right Arrow 6"/>
            <p:cNvSpPr/>
            <p:nvPr/>
          </p:nvSpPr>
          <p:spPr>
            <a:xfrm>
              <a:off x="3410712" y="1828800"/>
              <a:ext cx="448056" cy="365760"/>
            </a:xfrm>
            <a:prstGeom prst="rightArrow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Down Arrow 7"/>
            <p:cNvSpPr/>
            <p:nvPr/>
          </p:nvSpPr>
          <p:spPr>
            <a:xfrm>
              <a:off x="5120640" y="2724912"/>
              <a:ext cx="365760" cy="1316736"/>
            </a:xfrm>
            <a:prstGeom prst="downArrow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Left Arrow 8"/>
            <p:cNvSpPr/>
            <p:nvPr/>
          </p:nvSpPr>
          <p:spPr>
            <a:xfrm>
              <a:off x="3410712" y="4572000"/>
              <a:ext cx="448056" cy="365760"/>
            </a:xfrm>
            <a:prstGeom prst="leftArrow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PRC-127</a:t>
            </a:r>
          </a:p>
        </p:txBody>
      </p:sp>
      <p:grpSp>
        <p:nvGrpSpPr>
          <p:cNvPr id="12" name="asset:PRC-127"/>
          <p:cNvGrpSpPr/>
          <p:nvPr/>
        </p:nvGrpSpPr>
        <p:grpSpPr>
          <a:xfrm>
            <a:off x="548640" y="1325880"/>
            <a:ext cx="9509760" cy="4114800"/>
            <a:chOff x="548640" y="1325880"/>
            <a:chExt cx="9509760" cy="4114800"/>
          </a:xfrm>
        </p:grpSpPr>
        <p:sp>
          <p:nvSpPr>
            <p:cNvPr id="3" name="Rounded Rectangle 2"/>
            <p:cNvSpPr/>
            <p:nvPr/>
          </p:nvSpPr>
          <p:spPr>
            <a:xfrm>
              <a:off x="548640" y="1325880"/>
              <a:ext cx="2834640" cy="1371600"/>
            </a:xfrm>
            <a:prstGeom prst="roundRect">
              <a:avLst/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1. 현황 분석</a:t>
              </a:r>
            </a:p>
          </p:txBody>
        </p:sp>
        <p:sp>
          <p:nvSpPr>
            <p:cNvPr id="4" name="Rounded Rectangle 3"/>
            <p:cNvSpPr/>
            <p:nvPr/>
          </p:nvSpPr>
          <p:spPr>
            <a:xfrm>
              <a:off x="3886200" y="1325880"/>
              <a:ext cx="2834640" cy="1371600"/>
            </a:xfrm>
            <a:prstGeom prst="round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2. 전략 수립</a:t>
              </a:r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7223760" y="1325880"/>
              <a:ext cx="2834640" cy="1371600"/>
            </a:xfrm>
            <a:prstGeom prst="round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3. 체계 설계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7223760" y="4069080"/>
              <a:ext cx="2834640" cy="1371600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4. 구축·개발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3886200" y="4069080"/>
              <a:ext cx="2834640" cy="1371600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5. 검증·안정화</a:t>
              </a:r>
            </a:p>
          </p:txBody>
        </p:sp>
        <p:sp>
          <p:nvSpPr>
            <p:cNvPr id="8" name="Right Arrow 7"/>
            <p:cNvSpPr/>
            <p:nvPr/>
          </p:nvSpPr>
          <p:spPr>
            <a:xfrm>
              <a:off x="3410712" y="1828800"/>
              <a:ext cx="448056" cy="365760"/>
            </a:xfrm>
            <a:prstGeom prst="rightArrow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Right Arrow 8"/>
            <p:cNvSpPr/>
            <p:nvPr/>
          </p:nvSpPr>
          <p:spPr>
            <a:xfrm>
              <a:off x="6748272" y="1828800"/>
              <a:ext cx="448056" cy="365760"/>
            </a:xfrm>
            <a:prstGeom prst="rightArrow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Down Arrow 9"/>
            <p:cNvSpPr/>
            <p:nvPr/>
          </p:nvSpPr>
          <p:spPr>
            <a:xfrm>
              <a:off x="8458200" y="2724912"/>
              <a:ext cx="365760" cy="1316736"/>
            </a:xfrm>
            <a:prstGeom prst="downArrow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Left Arrow 10"/>
            <p:cNvSpPr/>
            <p:nvPr/>
          </p:nvSpPr>
          <p:spPr>
            <a:xfrm>
              <a:off x="6748272" y="4572000"/>
              <a:ext cx="448056" cy="365760"/>
            </a:xfrm>
            <a:prstGeom prst="leftArrow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PRC-128</a:t>
            </a:r>
          </a:p>
        </p:txBody>
      </p:sp>
      <p:grpSp>
        <p:nvGrpSpPr>
          <p:cNvPr id="14" name="asset:PRC-128"/>
          <p:cNvGrpSpPr/>
          <p:nvPr/>
        </p:nvGrpSpPr>
        <p:grpSpPr>
          <a:xfrm>
            <a:off x="548640" y="1325880"/>
            <a:ext cx="9509760" cy="4114800"/>
            <a:chOff x="548640" y="1325880"/>
            <a:chExt cx="9509760" cy="4114800"/>
          </a:xfrm>
        </p:grpSpPr>
        <p:sp>
          <p:nvSpPr>
            <p:cNvPr id="3" name="Rounded Rectangle 2"/>
            <p:cNvSpPr/>
            <p:nvPr/>
          </p:nvSpPr>
          <p:spPr>
            <a:xfrm>
              <a:off x="548640" y="1325880"/>
              <a:ext cx="2834640" cy="1371600"/>
            </a:xfrm>
            <a:prstGeom prst="roundRect">
              <a:avLst/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1. 현황 분석</a:t>
              </a:r>
            </a:p>
          </p:txBody>
        </p:sp>
        <p:sp>
          <p:nvSpPr>
            <p:cNvPr id="4" name="Rounded Rectangle 3"/>
            <p:cNvSpPr/>
            <p:nvPr/>
          </p:nvSpPr>
          <p:spPr>
            <a:xfrm>
              <a:off x="3886200" y="1325880"/>
              <a:ext cx="2834640" cy="1371600"/>
            </a:xfrm>
            <a:prstGeom prst="round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2. 전략 수립</a:t>
              </a:r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7223760" y="1325880"/>
              <a:ext cx="2834640" cy="1371600"/>
            </a:xfrm>
            <a:prstGeom prst="round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3. 체계 설계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7223760" y="4069080"/>
              <a:ext cx="2834640" cy="1371600"/>
            </a:xfrm>
            <a:prstGeom prst="round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4. 구축·개발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3886200" y="4069080"/>
              <a:ext cx="2834640" cy="1371600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5. 검증·안정화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548640" y="4069080"/>
              <a:ext cx="2834640" cy="1371600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6. 운영·확산</a:t>
              </a:r>
            </a:p>
          </p:txBody>
        </p:sp>
        <p:sp>
          <p:nvSpPr>
            <p:cNvPr id="9" name="Right Arrow 8"/>
            <p:cNvSpPr/>
            <p:nvPr/>
          </p:nvSpPr>
          <p:spPr>
            <a:xfrm>
              <a:off x="3410712" y="1828800"/>
              <a:ext cx="448056" cy="365760"/>
            </a:xfrm>
            <a:prstGeom prst="rightArrow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Right Arrow 9"/>
            <p:cNvSpPr/>
            <p:nvPr/>
          </p:nvSpPr>
          <p:spPr>
            <a:xfrm>
              <a:off x="6748272" y="1828800"/>
              <a:ext cx="448056" cy="365760"/>
            </a:xfrm>
            <a:prstGeom prst="rightArrow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Down Arrow 10"/>
            <p:cNvSpPr/>
            <p:nvPr/>
          </p:nvSpPr>
          <p:spPr>
            <a:xfrm>
              <a:off x="8458200" y="2724912"/>
              <a:ext cx="365760" cy="1316736"/>
            </a:xfrm>
            <a:prstGeom prst="downArrow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Left Arrow 11"/>
            <p:cNvSpPr/>
            <p:nvPr/>
          </p:nvSpPr>
          <p:spPr>
            <a:xfrm>
              <a:off x="6748272" y="4572000"/>
              <a:ext cx="448056" cy="365760"/>
            </a:xfrm>
            <a:prstGeom prst="leftArrow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Left Arrow 12"/>
            <p:cNvSpPr/>
            <p:nvPr/>
          </p:nvSpPr>
          <p:spPr>
            <a:xfrm>
              <a:off x="3410712" y="4572000"/>
              <a:ext cx="448056" cy="365760"/>
            </a:xfrm>
            <a:prstGeom prst="leftArrow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PRC-129</a:t>
            </a:r>
          </a:p>
        </p:txBody>
      </p:sp>
      <p:grpSp>
        <p:nvGrpSpPr>
          <p:cNvPr id="8" name="asset:PRC-129"/>
          <p:cNvGrpSpPr/>
          <p:nvPr/>
        </p:nvGrpSpPr>
        <p:grpSpPr>
          <a:xfrm>
            <a:off x="548640" y="1325880"/>
            <a:ext cx="6172200" cy="4114800"/>
            <a:chOff x="548640" y="1325880"/>
            <a:chExt cx="6172200" cy="4114800"/>
          </a:xfrm>
        </p:grpSpPr>
        <p:sp>
          <p:nvSpPr>
            <p:cNvPr id="3" name="Rounded Rectangle 2"/>
            <p:cNvSpPr/>
            <p:nvPr/>
          </p:nvSpPr>
          <p:spPr>
            <a:xfrm>
              <a:off x="548640" y="1325880"/>
              <a:ext cx="2834640" cy="1371600"/>
            </a:xfrm>
            <a:prstGeom prst="roundRect">
              <a:avLst/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1. 현황 분석</a:t>
              </a:r>
            </a:p>
          </p:txBody>
        </p:sp>
        <p:sp>
          <p:nvSpPr>
            <p:cNvPr id="4" name="Rounded Rectangle 3"/>
            <p:cNvSpPr/>
            <p:nvPr/>
          </p:nvSpPr>
          <p:spPr>
            <a:xfrm>
              <a:off x="3886200" y="1325880"/>
              <a:ext cx="2834640" cy="1371600"/>
            </a:xfrm>
            <a:prstGeom prst="round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2. 전략 수립</a:t>
              </a:r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3886200" y="4069080"/>
              <a:ext cx="2834640" cy="1371600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3. 체계 설계</a:t>
              </a:r>
            </a:p>
          </p:txBody>
        </p:sp>
        <p:sp>
          <p:nvSpPr>
            <p:cNvPr id="6" name="Right Arrow 5"/>
            <p:cNvSpPr/>
            <p:nvPr/>
          </p:nvSpPr>
          <p:spPr>
            <a:xfrm>
              <a:off x="3410712" y="1828800"/>
              <a:ext cx="448056" cy="365760"/>
            </a:xfrm>
            <a:prstGeom prst="rightArrow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Down Arrow 6"/>
            <p:cNvSpPr/>
            <p:nvPr/>
          </p:nvSpPr>
          <p:spPr>
            <a:xfrm>
              <a:off x="5120640" y="2724912"/>
              <a:ext cx="365760" cy="1316736"/>
            </a:xfrm>
            <a:prstGeom prst="downArrow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PRC-130</a:t>
            </a:r>
          </a:p>
        </p:txBody>
      </p:sp>
      <p:grpSp>
        <p:nvGrpSpPr>
          <p:cNvPr id="10" name="asset:PRC-130"/>
          <p:cNvGrpSpPr/>
          <p:nvPr/>
        </p:nvGrpSpPr>
        <p:grpSpPr>
          <a:xfrm>
            <a:off x="548640" y="1325880"/>
            <a:ext cx="6172200" cy="4114800"/>
            <a:chOff x="548640" y="1325880"/>
            <a:chExt cx="6172200" cy="4114800"/>
          </a:xfrm>
        </p:grpSpPr>
        <p:sp>
          <p:nvSpPr>
            <p:cNvPr id="3" name="Rounded Rectangle 2"/>
            <p:cNvSpPr/>
            <p:nvPr/>
          </p:nvSpPr>
          <p:spPr>
            <a:xfrm>
              <a:off x="548640" y="1325880"/>
              <a:ext cx="2834640" cy="1371600"/>
            </a:xfrm>
            <a:prstGeom prst="roundRect">
              <a:avLst/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1. 현황 분석</a:t>
              </a:r>
            </a:p>
          </p:txBody>
        </p:sp>
        <p:sp>
          <p:nvSpPr>
            <p:cNvPr id="4" name="Rounded Rectangle 3"/>
            <p:cNvSpPr/>
            <p:nvPr/>
          </p:nvSpPr>
          <p:spPr>
            <a:xfrm>
              <a:off x="3886200" y="1325880"/>
              <a:ext cx="2834640" cy="1371600"/>
            </a:xfrm>
            <a:prstGeom prst="round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2. 전략 수립</a:t>
              </a:r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3886200" y="4069080"/>
              <a:ext cx="2834640" cy="1371600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3. 체계 설계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548640" y="4069080"/>
              <a:ext cx="2834640" cy="1371600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4. 구축·개발</a:t>
              </a:r>
            </a:p>
          </p:txBody>
        </p:sp>
        <p:sp>
          <p:nvSpPr>
            <p:cNvPr id="7" name="Right Arrow 6"/>
            <p:cNvSpPr/>
            <p:nvPr/>
          </p:nvSpPr>
          <p:spPr>
            <a:xfrm>
              <a:off x="3410712" y="1828800"/>
              <a:ext cx="448056" cy="365760"/>
            </a:xfrm>
            <a:prstGeom prst="rightArrow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Down Arrow 7"/>
            <p:cNvSpPr/>
            <p:nvPr/>
          </p:nvSpPr>
          <p:spPr>
            <a:xfrm>
              <a:off x="5120640" y="2724912"/>
              <a:ext cx="365760" cy="1316736"/>
            </a:xfrm>
            <a:prstGeom prst="downArrow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Left Arrow 8"/>
            <p:cNvSpPr/>
            <p:nvPr/>
          </p:nvSpPr>
          <p:spPr>
            <a:xfrm>
              <a:off x="3410712" y="4572000"/>
              <a:ext cx="448056" cy="365760"/>
            </a:xfrm>
            <a:prstGeom prst="leftArrow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PRC-131</a:t>
            </a:r>
          </a:p>
        </p:txBody>
      </p:sp>
      <p:grpSp>
        <p:nvGrpSpPr>
          <p:cNvPr id="12" name="asset:PRC-131"/>
          <p:cNvGrpSpPr/>
          <p:nvPr/>
        </p:nvGrpSpPr>
        <p:grpSpPr>
          <a:xfrm>
            <a:off x="548640" y="1325880"/>
            <a:ext cx="9509760" cy="4114800"/>
            <a:chOff x="548640" y="1325880"/>
            <a:chExt cx="9509760" cy="4114800"/>
          </a:xfrm>
        </p:grpSpPr>
        <p:sp>
          <p:nvSpPr>
            <p:cNvPr id="3" name="Rounded Rectangle 2"/>
            <p:cNvSpPr/>
            <p:nvPr/>
          </p:nvSpPr>
          <p:spPr>
            <a:xfrm>
              <a:off x="548640" y="1325880"/>
              <a:ext cx="2834640" cy="1371600"/>
            </a:xfrm>
            <a:prstGeom prst="roundRect">
              <a:avLst/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1. 현황 분석</a:t>
              </a:r>
            </a:p>
          </p:txBody>
        </p:sp>
        <p:sp>
          <p:nvSpPr>
            <p:cNvPr id="4" name="Rounded Rectangle 3"/>
            <p:cNvSpPr/>
            <p:nvPr/>
          </p:nvSpPr>
          <p:spPr>
            <a:xfrm>
              <a:off x="3886200" y="1325880"/>
              <a:ext cx="2834640" cy="1371600"/>
            </a:xfrm>
            <a:prstGeom prst="round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2. 전략 수립</a:t>
              </a:r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7223760" y="1325880"/>
              <a:ext cx="2834640" cy="1371600"/>
            </a:xfrm>
            <a:prstGeom prst="round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3. 체계 설계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7223760" y="4069080"/>
              <a:ext cx="2834640" cy="1371600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4. 구축·개발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3886200" y="4069080"/>
              <a:ext cx="2834640" cy="1371600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5. 검증·안정화</a:t>
              </a:r>
            </a:p>
          </p:txBody>
        </p:sp>
        <p:sp>
          <p:nvSpPr>
            <p:cNvPr id="8" name="Right Arrow 7"/>
            <p:cNvSpPr/>
            <p:nvPr/>
          </p:nvSpPr>
          <p:spPr>
            <a:xfrm>
              <a:off x="3410712" y="1828800"/>
              <a:ext cx="448056" cy="365760"/>
            </a:xfrm>
            <a:prstGeom prst="rightArrow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Right Arrow 8"/>
            <p:cNvSpPr/>
            <p:nvPr/>
          </p:nvSpPr>
          <p:spPr>
            <a:xfrm>
              <a:off x="6748272" y="1828800"/>
              <a:ext cx="448056" cy="365760"/>
            </a:xfrm>
            <a:prstGeom prst="rightArrow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Down Arrow 9"/>
            <p:cNvSpPr/>
            <p:nvPr/>
          </p:nvSpPr>
          <p:spPr>
            <a:xfrm>
              <a:off x="8458200" y="2724912"/>
              <a:ext cx="365760" cy="1316736"/>
            </a:xfrm>
            <a:prstGeom prst="downArrow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Left Arrow 10"/>
            <p:cNvSpPr/>
            <p:nvPr/>
          </p:nvSpPr>
          <p:spPr>
            <a:xfrm>
              <a:off x="6748272" y="4572000"/>
              <a:ext cx="448056" cy="365760"/>
            </a:xfrm>
            <a:prstGeom prst="leftArrow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PRC-132</a:t>
            </a:r>
          </a:p>
        </p:txBody>
      </p:sp>
      <p:grpSp>
        <p:nvGrpSpPr>
          <p:cNvPr id="14" name="asset:PRC-132"/>
          <p:cNvGrpSpPr/>
          <p:nvPr/>
        </p:nvGrpSpPr>
        <p:grpSpPr>
          <a:xfrm>
            <a:off x="548640" y="1325880"/>
            <a:ext cx="9509760" cy="4114800"/>
            <a:chOff x="548640" y="1325880"/>
            <a:chExt cx="9509760" cy="4114800"/>
          </a:xfrm>
        </p:grpSpPr>
        <p:sp>
          <p:nvSpPr>
            <p:cNvPr id="3" name="Rounded Rectangle 2"/>
            <p:cNvSpPr/>
            <p:nvPr/>
          </p:nvSpPr>
          <p:spPr>
            <a:xfrm>
              <a:off x="548640" y="1325880"/>
              <a:ext cx="2834640" cy="1371600"/>
            </a:xfrm>
            <a:prstGeom prst="roundRect">
              <a:avLst/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1. 현황 분석</a:t>
              </a:r>
            </a:p>
          </p:txBody>
        </p:sp>
        <p:sp>
          <p:nvSpPr>
            <p:cNvPr id="4" name="Rounded Rectangle 3"/>
            <p:cNvSpPr/>
            <p:nvPr/>
          </p:nvSpPr>
          <p:spPr>
            <a:xfrm>
              <a:off x="3886200" y="1325880"/>
              <a:ext cx="2834640" cy="1371600"/>
            </a:xfrm>
            <a:prstGeom prst="round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2. 전략 수립</a:t>
              </a:r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7223760" y="1325880"/>
              <a:ext cx="2834640" cy="1371600"/>
            </a:xfrm>
            <a:prstGeom prst="round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3. 체계 설계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7223760" y="4069080"/>
              <a:ext cx="2834640" cy="1371600"/>
            </a:xfrm>
            <a:prstGeom prst="round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4. 구축·개발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3886200" y="4069080"/>
              <a:ext cx="2834640" cy="1371600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5. 검증·안정화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548640" y="4069080"/>
              <a:ext cx="2834640" cy="1371600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6. 운영·확산</a:t>
              </a:r>
            </a:p>
          </p:txBody>
        </p:sp>
        <p:sp>
          <p:nvSpPr>
            <p:cNvPr id="9" name="Right Arrow 8"/>
            <p:cNvSpPr/>
            <p:nvPr/>
          </p:nvSpPr>
          <p:spPr>
            <a:xfrm>
              <a:off x="3410712" y="1828800"/>
              <a:ext cx="448056" cy="365760"/>
            </a:xfrm>
            <a:prstGeom prst="rightArrow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Right Arrow 9"/>
            <p:cNvSpPr/>
            <p:nvPr/>
          </p:nvSpPr>
          <p:spPr>
            <a:xfrm>
              <a:off x="6748272" y="1828800"/>
              <a:ext cx="448056" cy="365760"/>
            </a:xfrm>
            <a:prstGeom prst="rightArrow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Down Arrow 10"/>
            <p:cNvSpPr/>
            <p:nvPr/>
          </p:nvSpPr>
          <p:spPr>
            <a:xfrm>
              <a:off x="8458200" y="2724912"/>
              <a:ext cx="365760" cy="1316736"/>
            </a:xfrm>
            <a:prstGeom prst="downArrow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Left Arrow 11"/>
            <p:cNvSpPr/>
            <p:nvPr/>
          </p:nvSpPr>
          <p:spPr>
            <a:xfrm>
              <a:off x="6748272" y="4572000"/>
              <a:ext cx="448056" cy="365760"/>
            </a:xfrm>
            <a:prstGeom prst="leftArrow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Left Arrow 12"/>
            <p:cNvSpPr/>
            <p:nvPr/>
          </p:nvSpPr>
          <p:spPr>
            <a:xfrm>
              <a:off x="3410712" y="4572000"/>
              <a:ext cx="448056" cy="365760"/>
            </a:xfrm>
            <a:prstGeom prst="leftArrow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