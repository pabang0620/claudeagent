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PRC-013</a:t>
            </a:r>
          </a:p>
        </p:txBody>
      </p:sp>
      <p:grpSp>
        <p:nvGrpSpPr>
          <p:cNvPr id="16" name="asset:PRC-013"/>
          <p:cNvGrpSpPr/>
          <p:nvPr/>
        </p:nvGrpSpPr>
        <p:grpSpPr>
          <a:xfrm>
            <a:off x="1554480" y="1325880"/>
            <a:ext cx="10378440" cy="4992624"/>
            <a:chOff x="1554480" y="1325880"/>
            <a:chExt cx="10378440" cy="4992624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54480" y="1325880"/>
              <a:ext cx="5852160" cy="1024128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도달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909560" y="1325880"/>
              <a:ext cx="4023360" cy="10241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전체 노출 모수 확보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60920" y="1837943"/>
              <a:ext cx="50292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2164080" y="2478024"/>
              <a:ext cx="4632960" cy="1024128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909560" y="2478024"/>
              <a:ext cx="4023360" cy="10241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콘텐츠 유입·탐색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751320" y="2990088"/>
              <a:ext cx="111252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773680" y="3630168"/>
              <a:ext cx="3413760" cy="1024128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검토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909560" y="3630168"/>
              <a:ext cx="4023360" cy="10241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 확인 및 문의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141720" y="4142232"/>
              <a:ext cx="172212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3383280" y="4782312"/>
              <a:ext cx="2194560" cy="1024128"/>
            </a:xfrm>
            <a:prstGeom prst="trapezoi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09560" y="4782312"/>
              <a:ext cx="4023360" cy="10241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최종 계약·구매 성사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532120" y="5294376"/>
              <a:ext cx="233172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Down Arrow 14"/>
            <p:cNvSpPr/>
            <p:nvPr/>
          </p:nvSpPr>
          <p:spPr>
            <a:xfrm>
              <a:off x="4160520" y="5861304"/>
              <a:ext cx="640080" cy="457200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