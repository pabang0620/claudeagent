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PRC-189</a:t>
            </a:r>
          </a:p>
        </p:txBody>
      </p:sp>
      <p:grpSp>
        <p:nvGrpSpPr>
          <p:cNvPr id="12" name="asset:PRC-189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13258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315468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3154680"/>
              <a:ext cx="4572000" cy="13258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470916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4709160"/>
              <a:ext cx="4572000" cy="13258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PRC-190</a:t>
            </a:r>
          </a:p>
        </p:txBody>
      </p:sp>
      <p:grpSp>
        <p:nvGrpSpPr>
          <p:cNvPr id="14" name="asset:PRC-190"/>
          <p:cNvGrpSpPr/>
          <p:nvPr/>
        </p:nvGrpSpPr>
        <p:grpSpPr>
          <a:xfrm>
            <a:off x="640080" y="1005840"/>
            <a:ext cx="10908792" cy="5029198"/>
            <a:chOff x="640080" y="1005840"/>
            <a:chExt cx="10908792" cy="5029198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937259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76606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766060"/>
              <a:ext cx="4572000" cy="93725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93192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931920"/>
              <a:ext cx="4572000" cy="937259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5097779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5097779"/>
              <a:ext cx="4572000" cy="93725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PRC-191</a:t>
            </a:r>
          </a:p>
        </p:txBody>
      </p:sp>
      <p:grpSp>
        <p:nvGrpSpPr>
          <p:cNvPr id="16" name="asset:PRC-191"/>
          <p:cNvGrpSpPr/>
          <p:nvPr/>
        </p:nvGrpSpPr>
        <p:grpSpPr>
          <a:xfrm>
            <a:off x="640080" y="1005840"/>
            <a:ext cx="10908792" cy="5029199"/>
            <a:chOff x="640080" y="1005840"/>
            <a:chExt cx="10908792" cy="5029199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704087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532888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532888"/>
              <a:ext cx="4572000" cy="7040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465576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465576"/>
              <a:ext cx="4572000" cy="704087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4398264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4398264"/>
              <a:ext cx="4572000" cy="704087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5330952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5330952"/>
              <a:ext cx="4572000" cy="704087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PRC-192</a:t>
            </a:r>
          </a:p>
        </p:txBody>
      </p:sp>
      <p:grpSp>
        <p:nvGrpSpPr>
          <p:cNvPr id="18" name="asset:PRC-192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54864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37744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377440"/>
              <a:ext cx="457200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15468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154680"/>
              <a:ext cx="457200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93192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3931920"/>
              <a:ext cx="457200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470916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4709160"/>
              <a:ext cx="4572000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0080" y="54864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제한된 대외 연계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76872" y="5486400"/>
              <a:ext cx="4572000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개방형 협력 생태계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PRC-193</a:t>
            </a:r>
          </a:p>
        </p:txBody>
      </p:sp>
      <p:grpSp>
        <p:nvGrpSpPr>
          <p:cNvPr id="12" name="asset:PRC-193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13258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315468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3154680"/>
              <a:ext cx="4572000" cy="132588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470916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4709160"/>
              <a:ext cx="4572000" cy="132588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PRC-194</a:t>
            </a:r>
          </a:p>
        </p:txBody>
      </p:sp>
      <p:grpSp>
        <p:nvGrpSpPr>
          <p:cNvPr id="14" name="asset:PRC-194"/>
          <p:cNvGrpSpPr/>
          <p:nvPr/>
        </p:nvGrpSpPr>
        <p:grpSpPr>
          <a:xfrm>
            <a:off x="640080" y="1005840"/>
            <a:ext cx="10908792" cy="5029198"/>
            <a:chOff x="640080" y="1005840"/>
            <a:chExt cx="10908792" cy="5029198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937259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76606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766060"/>
              <a:ext cx="4572000" cy="93725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93192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931920"/>
              <a:ext cx="4572000" cy="937259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5097779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5097779"/>
              <a:ext cx="4572000" cy="93725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PRC-195</a:t>
            </a:r>
          </a:p>
        </p:txBody>
      </p:sp>
      <p:grpSp>
        <p:nvGrpSpPr>
          <p:cNvPr id="16" name="asset:PRC-195"/>
          <p:cNvGrpSpPr/>
          <p:nvPr/>
        </p:nvGrpSpPr>
        <p:grpSpPr>
          <a:xfrm>
            <a:off x="640080" y="1005840"/>
            <a:ext cx="10908792" cy="5029199"/>
            <a:chOff x="640080" y="1005840"/>
            <a:chExt cx="10908792" cy="5029199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704087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532888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532888"/>
              <a:ext cx="4572000" cy="7040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465576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465576"/>
              <a:ext cx="4572000" cy="704087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4398264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4398264"/>
              <a:ext cx="4572000" cy="704087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5330952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5330952"/>
              <a:ext cx="4572000" cy="704087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PRC-196</a:t>
            </a:r>
          </a:p>
        </p:txBody>
      </p:sp>
      <p:grpSp>
        <p:nvGrpSpPr>
          <p:cNvPr id="18" name="asset:PRC-196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54864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37744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377440"/>
              <a:ext cx="457200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15468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154680"/>
              <a:ext cx="457200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93192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3931920"/>
              <a:ext cx="457200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470916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4709160"/>
              <a:ext cx="4572000" cy="54864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0080" y="54864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제한된 대외 연계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76872" y="5486400"/>
              <a:ext cx="4572000" cy="54864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개방형 협력 생태계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PRC-197</a:t>
            </a:r>
          </a:p>
        </p:txBody>
      </p:sp>
      <p:grpSp>
        <p:nvGrpSpPr>
          <p:cNvPr id="12" name="asset:PRC-197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13258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315468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3154680"/>
              <a:ext cx="4572000" cy="13258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4709160"/>
              <a:ext cx="4572000" cy="13258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4709160"/>
              <a:ext cx="4572000" cy="13258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PRC-198</a:t>
            </a:r>
          </a:p>
        </p:txBody>
      </p:sp>
      <p:grpSp>
        <p:nvGrpSpPr>
          <p:cNvPr id="14" name="asset:PRC-198"/>
          <p:cNvGrpSpPr/>
          <p:nvPr/>
        </p:nvGrpSpPr>
        <p:grpSpPr>
          <a:xfrm>
            <a:off x="640080" y="1005840"/>
            <a:ext cx="10908792" cy="5029198"/>
            <a:chOff x="640080" y="1005840"/>
            <a:chExt cx="10908792" cy="5029198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937259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76606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766060"/>
              <a:ext cx="4572000" cy="93725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931920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931920"/>
              <a:ext cx="4572000" cy="937259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5097779"/>
              <a:ext cx="4572000" cy="937259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5097779"/>
              <a:ext cx="4572000" cy="93725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PRC-199</a:t>
            </a:r>
          </a:p>
        </p:txBody>
      </p:sp>
      <p:grpSp>
        <p:nvGrpSpPr>
          <p:cNvPr id="16" name="asset:PRC-199"/>
          <p:cNvGrpSpPr/>
          <p:nvPr/>
        </p:nvGrpSpPr>
        <p:grpSpPr>
          <a:xfrm>
            <a:off x="640080" y="1005840"/>
            <a:ext cx="10908792" cy="5029199"/>
            <a:chOff x="640080" y="1005840"/>
            <a:chExt cx="10908792" cy="5029199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704087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532888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532888"/>
              <a:ext cx="4572000" cy="7040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465576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465576"/>
              <a:ext cx="4572000" cy="704087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4398264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4398264"/>
              <a:ext cx="4572000" cy="70408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5330952"/>
              <a:ext cx="4572000" cy="704087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5330952"/>
              <a:ext cx="4572000" cy="704087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PRC-200</a:t>
            </a:r>
          </a:p>
        </p:txBody>
      </p:sp>
      <p:grpSp>
        <p:nvGrpSpPr>
          <p:cNvPr id="18" name="asset:PRC-200"/>
          <p:cNvGrpSpPr/>
          <p:nvPr/>
        </p:nvGrpSpPr>
        <p:grpSpPr>
          <a:xfrm>
            <a:off x="640080" y="1005840"/>
            <a:ext cx="10908792" cy="5029200"/>
            <a:chOff x="640080" y="1005840"/>
            <a:chExt cx="10908792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005840"/>
              <a:ext cx="4572000" cy="5029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 현재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976872" y="1005840"/>
              <a:ext cx="4572000" cy="5029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 개선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16002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수작업 기반 처리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76872" y="1600200"/>
              <a:ext cx="4572000" cy="54864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자동화 파이프라인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0080" y="237744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분절된 개별 시스템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76872" y="2377440"/>
              <a:ext cx="457200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 플랫폼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" y="315468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사후 대응 중심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76872" y="3154680"/>
              <a:ext cx="457200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선제적 예방 체계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93192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경험 의존 의사결정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76872" y="3931920"/>
              <a:ext cx="457200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80" y="470916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산발적 성과 관리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6872" y="4709160"/>
              <a:ext cx="4572000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지표 기반 성과 관리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0080" y="5486400"/>
              <a:ext cx="4572000" cy="5486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제한된 대외 연계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76872" y="5486400"/>
              <a:ext cx="4572000" cy="5486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개방형 협력 생태계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349240" y="3497579"/>
              <a:ext cx="1490471" cy="64008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