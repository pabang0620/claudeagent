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3열 × 4행</a:t>
            </a:r>
          </a:p>
        </p:txBody>
      </p:sp>
      <p:graphicFrame>
        <p:nvGraphicFramePr>
          <p:cNvPr id="4" name="asset:TBL-047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3열 × 6행</a:t>
            </a:r>
          </a:p>
        </p:txBody>
      </p:sp>
      <p:graphicFrame>
        <p:nvGraphicFramePr>
          <p:cNvPr id="4" name="asset:TBL-048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4열 × 4행</a:t>
            </a:r>
          </a:p>
        </p:txBody>
      </p:sp>
      <p:graphicFrame>
        <p:nvGraphicFramePr>
          <p:cNvPr id="4" name="asset:TBL-049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4열 × 6행</a:t>
            </a:r>
          </a:p>
        </p:txBody>
      </p:sp>
      <p:graphicFrame>
        <p:nvGraphicFramePr>
          <p:cNvPr id="4" name="asset:TBL-050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5열 × 4행</a:t>
            </a:r>
          </a:p>
        </p:txBody>
      </p:sp>
      <p:graphicFrame>
        <p:nvGraphicFramePr>
          <p:cNvPr id="4" name="asset:TBL-051"/>
          <p:cNvGraphicFramePr>
            <a:graphicFrameLocks noGrp="1"/>
          </p:cNvGraphicFramePr>
          <p:nvPr/>
        </p:nvGraphicFramePr>
        <p:xfrm>
          <a:off x="914400" y="1417320"/>
          <a:ext cx="10360148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5열 × 6행</a:t>
            </a:r>
          </a:p>
        </p:txBody>
      </p:sp>
      <p:graphicFrame>
        <p:nvGraphicFramePr>
          <p:cNvPr id="4" name="asset:TBL-052"/>
          <p:cNvGraphicFramePr>
            <a:graphicFrameLocks noGrp="1"/>
          </p:cNvGraphicFramePr>
          <p:nvPr/>
        </p:nvGraphicFramePr>
        <p:xfrm>
          <a:off x="914400" y="1417320"/>
          <a:ext cx="10360148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6열 × 4행</a:t>
            </a:r>
          </a:p>
        </p:txBody>
      </p:sp>
      <p:graphicFrame>
        <p:nvGraphicFramePr>
          <p:cNvPr id="4" name="asset:TBL-053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6열 × 6행</a:t>
            </a:r>
          </a:p>
        </p:txBody>
      </p:sp>
      <p:graphicFrame>
        <p:nvGraphicFramePr>
          <p:cNvPr id="4" name="asset:TBL-054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3열 × 4행</a:t>
            </a:r>
          </a:p>
        </p:txBody>
      </p:sp>
      <p:graphicFrame>
        <p:nvGraphicFramePr>
          <p:cNvPr id="4" name="asset:TBL-055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3열 × 6행</a:t>
            </a:r>
          </a:p>
        </p:txBody>
      </p:sp>
      <p:graphicFrame>
        <p:nvGraphicFramePr>
          <p:cNvPr id="4" name="asset:TBL-056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4열 × 4행</a:t>
            </a:r>
          </a:p>
        </p:txBody>
      </p:sp>
      <p:graphicFrame>
        <p:nvGraphicFramePr>
          <p:cNvPr id="4" name="asset:TBL-057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4열 × 6행</a:t>
            </a:r>
          </a:p>
        </p:txBody>
      </p:sp>
      <p:graphicFrame>
        <p:nvGraphicFramePr>
          <p:cNvPr id="4" name="asset:TBL-058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5열 × 4행</a:t>
            </a:r>
          </a:p>
        </p:txBody>
      </p:sp>
      <p:graphicFrame>
        <p:nvGraphicFramePr>
          <p:cNvPr id="4" name="asset:TBL-059"/>
          <p:cNvGraphicFramePr>
            <a:graphicFrameLocks noGrp="1"/>
          </p:cNvGraphicFramePr>
          <p:nvPr/>
        </p:nvGraphicFramePr>
        <p:xfrm>
          <a:off x="914400" y="1417320"/>
          <a:ext cx="10360148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5열 × 6행</a:t>
            </a:r>
          </a:p>
        </p:txBody>
      </p:sp>
      <p:graphicFrame>
        <p:nvGraphicFramePr>
          <p:cNvPr id="4" name="asset:TBL-060"/>
          <p:cNvGraphicFramePr>
            <a:graphicFrameLocks noGrp="1"/>
          </p:cNvGraphicFramePr>
          <p:nvPr/>
        </p:nvGraphicFramePr>
        <p:xfrm>
          <a:off x="914400" y="1417320"/>
          <a:ext cx="10360148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6열 × 4행</a:t>
            </a:r>
          </a:p>
        </p:txBody>
      </p:sp>
      <p:graphicFrame>
        <p:nvGraphicFramePr>
          <p:cNvPr id="4" name="asset:TBL-061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6열 × 6행</a:t>
            </a:r>
          </a:p>
        </p:txBody>
      </p:sp>
      <p:graphicFrame>
        <p:nvGraphicFramePr>
          <p:cNvPr id="4" name="asset:TBL-062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3열 × 4행</a:t>
            </a:r>
          </a:p>
        </p:txBody>
      </p:sp>
      <p:graphicFrame>
        <p:nvGraphicFramePr>
          <p:cNvPr id="4" name="asset:TBL-063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3열 × 6행</a:t>
            </a:r>
          </a:p>
        </p:txBody>
      </p:sp>
      <p:graphicFrame>
        <p:nvGraphicFramePr>
          <p:cNvPr id="4" name="asset:TBL-064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991356"/>
                <a:gridCol w="399135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헤더(navy_800) · 4열 × 4행</a:t>
            </a:r>
          </a:p>
        </p:txBody>
      </p:sp>
      <p:graphicFrame>
        <p:nvGraphicFramePr>
          <p:cNvPr id="4" name="asset:TBL-065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헤더(blue_500) · 4열 × 6행</a:t>
            </a:r>
          </a:p>
        </p:txBody>
      </p:sp>
      <p:graphicFrame>
        <p:nvGraphicFramePr>
          <p:cNvPr id="4" name="asset:TBL-066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660904"/>
                <a:gridCol w="2660904"/>
                <a:gridCol w="266090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헤더(teal_500) · 5열 × 4행</a:t>
            </a:r>
          </a:p>
        </p:txBody>
      </p:sp>
      <p:graphicFrame>
        <p:nvGraphicFramePr>
          <p:cNvPr id="4" name="asset:TBL-067"/>
          <p:cNvGraphicFramePr>
            <a:graphicFrameLocks noGrp="1"/>
          </p:cNvGraphicFramePr>
          <p:nvPr/>
        </p:nvGraphicFramePr>
        <p:xfrm>
          <a:off x="914400" y="1417320"/>
          <a:ext cx="10360148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헤더(purple_600) · 5열 × 6행</a:t>
            </a:r>
          </a:p>
        </p:txBody>
      </p:sp>
      <p:graphicFrame>
        <p:nvGraphicFramePr>
          <p:cNvPr id="4" name="asset:TBL-068"/>
          <p:cNvGraphicFramePr>
            <a:graphicFrameLocks noGrp="1"/>
          </p:cNvGraphicFramePr>
          <p:nvPr/>
        </p:nvGraphicFramePr>
        <p:xfrm>
          <a:off x="914400" y="1417320"/>
          <a:ext cx="10360148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2087117"/>
                <a:gridCol w="2087117"/>
                <a:gridCol w="2087117"/>
                <a:gridCol w="208711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헤더(navy_600) · 6열 × 4행</a:t>
            </a:r>
          </a:p>
        </p:txBody>
      </p:sp>
      <p:graphicFrame>
        <p:nvGraphicFramePr>
          <p:cNvPr id="4" name="asset:TBL-069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추진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줄무늬 헤더(red_500) · 6열 × 6행</a:t>
            </a:r>
          </a:p>
        </p:txBody>
      </p:sp>
      <p:graphicFrame>
        <p:nvGraphicFramePr>
          <p:cNvPr id="4" name="asset:TBL-070"/>
          <p:cNvGraphicFramePr>
            <a:graphicFrameLocks noGrp="1"/>
          </p:cNvGraphicFramePr>
          <p:nvPr/>
        </p:nvGraphicFramePr>
        <p:xfrm>
          <a:off x="914400" y="1417320"/>
          <a:ext cx="10360150" cy="3840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680"/>
                <a:gridCol w="1669694"/>
                <a:gridCol w="1669694"/>
                <a:gridCol w="1669694"/>
                <a:gridCol w="1669694"/>
                <a:gridCol w="166969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