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4열 · navy_800</a:t>
            </a:r>
          </a:p>
        </p:txBody>
      </p:sp>
      <p:graphicFrame>
        <p:nvGraphicFramePr>
          <p:cNvPr id="4" name="asset:TBL-119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569464"/>
                <a:gridCol w="2569464"/>
                <a:gridCol w="256946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5,485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1,679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5열 · blue_500</a:t>
            </a:r>
          </a:p>
        </p:txBody>
      </p:sp>
      <p:graphicFrame>
        <p:nvGraphicFramePr>
          <p:cNvPr id="4" name="asset:TBL-120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927098"/>
                <a:gridCol w="1927098"/>
                <a:gridCol w="1927098"/>
                <a:gridCol w="192709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5,657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6열 · teal_500</a:t>
            </a:r>
          </a:p>
        </p:txBody>
      </p:sp>
      <p:graphicFrame>
        <p:nvGraphicFramePr>
          <p:cNvPr id="4" name="asset:TBL-121"/>
          <p:cNvGraphicFramePr>
            <a:graphicFrameLocks noGrp="1"/>
          </p:cNvGraphicFramePr>
          <p:nvPr/>
        </p:nvGraphicFramePr>
        <p:xfrm>
          <a:off x="914400" y="1417320"/>
          <a:ext cx="1036015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541678"/>
                <a:gridCol w="1541678"/>
                <a:gridCol w="1541678"/>
                <a:gridCol w="1541678"/>
                <a:gridCol w="15416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5,694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4열 · purple_600</a:t>
            </a:r>
          </a:p>
        </p:txBody>
      </p:sp>
      <p:graphicFrame>
        <p:nvGraphicFramePr>
          <p:cNvPr id="4" name="asset:TBL-122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569464"/>
                <a:gridCol w="2569464"/>
                <a:gridCol w="256946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5,596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5,784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5열 · navy_600</a:t>
            </a:r>
          </a:p>
        </p:txBody>
      </p:sp>
      <p:graphicFrame>
        <p:nvGraphicFramePr>
          <p:cNvPr id="4" name="asset:TBL-123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927098"/>
                <a:gridCol w="1927098"/>
                <a:gridCol w="1927098"/>
                <a:gridCol w="192709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6열 · red_500</a:t>
            </a:r>
          </a:p>
        </p:txBody>
      </p:sp>
      <p:graphicFrame>
        <p:nvGraphicFramePr>
          <p:cNvPr id="4" name="asset:TBL-124"/>
          <p:cNvGraphicFramePr>
            <a:graphicFrameLocks noGrp="1"/>
          </p:cNvGraphicFramePr>
          <p:nvPr/>
        </p:nvGraphicFramePr>
        <p:xfrm>
          <a:off x="914400" y="1417320"/>
          <a:ext cx="1036015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541678"/>
                <a:gridCol w="1541678"/>
                <a:gridCol w="1541678"/>
                <a:gridCol w="1541678"/>
                <a:gridCol w="15416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5,699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5,757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5,858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1,893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4열 · navy_800</a:t>
            </a:r>
          </a:p>
        </p:txBody>
      </p:sp>
      <p:graphicFrame>
        <p:nvGraphicFramePr>
          <p:cNvPr id="4" name="asset:TBL-125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569464"/>
                <a:gridCol w="2569464"/>
                <a:gridCol w="256946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5열 · blue_500</a:t>
            </a:r>
          </a:p>
        </p:txBody>
      </p:sp>
      <p:graphicFrame>
        <p:nvGraphicFramePr>
          <p:cNvPr id="4" name="asset:TBL-126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927098"/>
                <a:gridCol w="1927098"/>
                <a:gridCol w="1927098"/>
                <a:gridCol w="192709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5,884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6열 · teal_500</a:t>
            </a:r>
          </a:p>
        </p:txBody>
      </p:sp>
      <p:graphicFrame>
        <p:nvGraphicFramePr>
          <p:cNvPr id="4" name="asset:TBL-127"/>
          <p:cNvGraphicFramePr>
            <a:graphicFrameLocks noGrp="1"/>
          </p:cNvGraphicFramePr>
          <p:nvPr/>
        </p:nvGraphicFramePr>
        <p:xfrm>
          <a:off x="914400" y="1417320"/>
          <a:ext cx="1036015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541678"/>
                <a:gridCol w="1541678"/>
                <a:gridCol w="1541678"/>
                <a:gridCol w="1541678"/>
                <a:gridCol w="15416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1,975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4열 · purple_600</a:t>
            </a:r>
          </a:p>
        </p:txBody>
      </p:sp>
      <p:graphicFrame>
        <p:nvGraphicFramePr>
          <p:cNvPr id="4" name="asset:TBL-128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569464"/>
                <a:gridCol w="2569464"/>
                <a:gridCol w="256946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5,977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5열 · navy_600</a:t>
            </a:r>
          </a:p>
        </p:txBody>
      </p:sp>
      <p:graphicFrame>
        <p:nvGraphicFramePr>
          <p:cNvPr id="4" name="asset:TBL-129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927098"/>
                <a:gridCol w="1927098"/>
                <a:gridCol w="1927098"/>
                <a:gridCol w="192709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5,884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2,107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2,136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집계 요약표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합계행 강조 · 6열 · red_500</a:t>
            </a:r>
          </a:p>
        </p:txBody>
      </p:sp>
      <p:graphicFrame>
        <p:nvGraphicFramePr>
          <p:cNvPr id="4" name="asset:TBL-130"/>
          <p:cNvGraphicFramePr>
            <a:graphicFrameLocks noGrp="1"/>
          </p:cNvGraphicFramePr>
          <p:nvPr/>
        </p:nvGraphicFramePr>
        <p:xfrm>
          <a:off x="914400" y="1417320"/>
          <a:ext cx="1036015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541678"/>
                <a:gridCol w="1541678"/>
                <a:gridCol w="1541678"/>
                <a:gridCol w="1541678"/>
                <a:gridCol w="154167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5,892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5,998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6,191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6,220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2,086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2,115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2,144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2,173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2,202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