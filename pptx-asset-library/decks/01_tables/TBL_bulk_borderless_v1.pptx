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에듀테크 플랫폼 개요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보더리스 미니멀 · 3열 · 헤더 navy_800</a:t>
            </a:r>
          </a:p>
        </p:txBody>
      </p:sp>
      <p:graphicFrame>
        <p:nvGraphicFramePr>
          <p:cNvPr id="4" name="asset:TBL-071"/>
          <p:cNvGraphicFramePr>
            <a:graphicFrameLocks noGrp="1"/>
          </p:cNvGraphicFramePr>
          <p:nvPr/>
        </p:nvGraphicFramePr>
        <p:xfrm>
          <a:off x="914400" y="1554480"/>
          <a:ext cx="10360152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4082796"/>
                <a:gridCol w="4082796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범주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1F386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1F386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1F386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TBL-071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제조 디지털전환 개요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보더리스 미니멀 · 4열 · 헤더 blue_500</a:t>
            </a:r>
          </a:p>
        </p:txBody>
      </p:sp>
      <p:graphicFrame>
        <p:nvGraphicFramePr>
          <p:cNvPr id="4" name="asset:TBL-072"/>
          <p:cNvGraphicFramePr>
            <a:graphicFrameLocks noGrp="1"/>
          </p:cNvGraphicFramePr>
          <p:nvPr/>
        </p:nvGraphicFramePr>
        <p:xfrm>
          <a:off x="914400" y="1554480"/>
          <a:ext cx="10360152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721864"/>
                <a:gridCol w="2721864"/>
                <a:gridCol w="2721864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TBL-072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공공 데이터 개방 개요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보더리스 미니멀 · 5열 · 헤더 teal_500</a:t>
            </a:r>
          </a:p>
        </p:txBody>
      </p:sp>
      <p:graphicFrame>
        <p:nvGraphicFramePr>
          <p:cNvPr id="4" name="asset:TBL-073"/>
          <p:cNvGraphicFramePr>
            <a:graphicFrameLocks noGrp="1"/>
          </p:cNvGraphicFramePr>
          <p:nvPr/>
        </p:nvGraphicFramePr>
        <p:xfrm>
          <a:off x="914400" y="1554480"/>
          <a:ext cx="10360152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041398"/>
                <a:gridCol w="2041398"/>
                <a:gridCol w="2041398"/>
                <a:gridCol w="2041398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TBL-073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메타버스 전시 개요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보더리스 미니멀 · 3열 · 헤더 purple_600</a:t>
            </a:r>
          </a:p>
        </p:txBody>
      </p:sp>
      <p:graphicFrame>
        <p:nvGraphicFramePr>
          <p:cNvPr id="4" name="asset:TBL-074"/>
          <p:cNvGraphicFramePr>
            <a:graphicFrameLocks noGrp="1"/>
          </p:cNvGraphicFramePr>
          <p:nvPr/>
        </p:nvGraphicFramePr>
        <p:xfrm>
          <a:off x="914400" y="155448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4082796"/>
                <a:gridCol w="4082796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7B2D8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7B2D8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7B2D8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TBL-074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친환경 모빌리티 개요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보더리스 미니멀 · 4열 · 헤더 navy_600</a:t>
            </a:r>
          </a:p>
        </p:txBody>
      </p:sp>
      <p:graphicFrame>
        <p:nvGraphicFramePr>
          <p:cNvPr id="4" name="asset:TBL-075"/>
          <p:cNvGraphicFramePr>
            <a:graphicFrameLocks noGrp="1"/>
          </p:cNvGraphicFramePr>
          <p:nvPr/>
        </p:nvGraphicFramePr>
        <p:xfrm>
          <a:off x="914400" y="155448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721864"/>
                <a:gridCol w="2721864"/>
                <a:gridCol w="2721864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과업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A4A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A4A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A4A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A4A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농식품 수출 개요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보더리스 미니멀 · 5열 · 헤더 red_500</a:t>
            </a:r>
          </a:p>
        </p:txBody>
      </p:sp>
      <p:graphicFrame>
        <p:nvGraphicFramePr>
          <p:cNvPr id="4" name="asset:TBL-076"/>
          <p:cNvGraphicFramePr>
            <a:graphicFrameLocks noGrp="1"/>
          </p:cNvGraphicFramePr>
          <p:nvPr/>
        </p:nvGraphicFramePr>
        <p:xfrm>
          <a:off x="914400" y="155448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041398"/>
                <a:gridCol w="2041398"/>
                <a:gridCol w="2041398"/>
                <a:gridCol w="2041398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TBL-076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문화예술 지원 개요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보더리스 미니멀 · 3열 · 헤더 navy_800</a:t>
            </a:r>
          </a:p>
        </p:txBody>
      </p:sp>
      <p:graphicFrame>
        <p:nvGraphicFramePr>
          <p:cNvPr id="4" name="asset:TBL-077"/>
          <p:cNvGraphicFramePr>
            <a:graphicFrameLocks noGrp="1"/>
          </p:cNvGraphicFramePr>
          <p:nvPr/>
        </p:nvGraphicFramePr>
        <p:xfrm>
          <a:off x="914400" y="1554480"/>
          <a:ext cx="10360152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4082796"/>
                <a:gridCol w="4082796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부문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1F386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1F386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1F386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스마트시티 개요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보더리스 미니멀 · 4열 · 헤더 blue_500</a:t>
            </a:r>
          </a:p>
        </p:txBody>
      </p:sp>
      <p:graphicFrame>
        <p:nvGraphicFramePr>
          <p:cNvPr id="4" name="asset:TBL-078"/>
          <p:cNvGraphicFramePr>
            <a:graphicFrameLocks noGrp="1"/>
          </p:cNvGraphicFramePr>
          <p:nvPr/>
        </p:nvGraphicFramePr>
        <p:xfrm>
          <a:off x="914400" y="1554480"/>
          <a:ext cx="10360152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721864"/>
                <a:gridCol w="2721864"/>
                <a:gridCol w="2721864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E75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TBL-078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바이오 소재 개요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보더리스 미니멀 · 5열 · 헤더 teal_500</a:t>
            </a:r>
          </a:p>
        </p:txBody>
      </p:sp>
      <p:graphicFrame>
        <p:nvGraphicFramePr>
          <p:cNvPr id="4" name="asset:TBL-079"/>
          <p:cNvGraphicFramePr>
            <a:graphicFrameLocks noGrp="1"/>
          </p:cNvGraphicFramePr>
          <p:nvPr/>
        </p:nvGraphicFramePr>
        <p:xfrm>
          <a:off x="914400" y="1554480"/>
          <a:ext cx="10360152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041398"/>
                <a:gridCol w="2041398"/>
                <a:gridCol w="2041398"/>
                <a:gridCol w="2041398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1F9E8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TBL-079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콘텐츠 해외진출 개요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보더리스 미니멀 · 3열 · 헤더 purple_600</a:t>
            </a:r>
          </a:p>
        </p:txBody>
      </p:sp>
      <p:graphicFrame>
        <p:nvGraphicFramePr>
          <p:cNvPr id="4" name="asset:TBL-080"/>
          <p:cNvGraphicFramePr>
            <a:graphicFrameLocks noGrp="1"/>
          </p:cNvGraphicFramePr>
          <p:nvPr/>
        </p:nvGraphicFramePr>
        <p:xfrm>
          <a:off x="914400" y="155448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4082796"/>
                <a:gridCol w="4082796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요소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7B2D8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7B2D8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7B2D8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 물류 개요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보더리스 미니멀 · 4열 · 헤더 navy_600</a:t>
            </a:r>
          </a:p>
        </p:txBody>
      </p:sp>
      <p:graphicFrame>
        <p:nvGraphicFramePr>
          <p:cNvPr id="4" name="asset:TBL-081"/>
          <p:cNvGraphicFramePr>
            <a:graphicFrameLocks noGrp="1"/>
          </p:cNvGraphicFramePr>
          <p:nvPr/>
        </p:nvGraphicFramePr>
        <p:xfrm>
          <a:off x="914400" y="155448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721864"/>
                <a:gridCol w="2721864"/>
                <a:gridCol w="2721864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A4A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A4A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A4A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2A4A7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490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TBL-081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AI 통합 플랫폼 개요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보더리스 미니멀 · 5열 · 헤더 red_500</a:t>
            </a:r>
          </a:p>
        </p:txBody>
      </p:sp>
      <p:graphicFrame>
        <p:nvGraphicFramePr>
          <p:cNvPr id="4" name="asset:TBL-082"/>
          <p:cNvGraphicFramePr>
            <a:graphicFrameLocks noGrp="1"/>
          </p:cNvGraphicFramePr>
          <p:nvPr/>
        </p:nvGraphicFramePr>
        <p:xfrm>
          <a:off x="914400" y="155448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041398"/>
                <a:gridCol w="2041398"/>
                <a:gridCol w="2041398"/>
                <a:gridCol w="2041398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25400" cap="flat">
                      <a:solidFill>
                        <a:srgbClr val="C0392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461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478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495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63</a:t>
                      </a:r>
                    </a:p>
                  </a:txBody>
                  <a:tcPr anchor="ctr" marL="63500" marR="63500" marT="25400" marB="25400">
                    <a:lnL w="6350" cap="flat">
                      <a:noFill/>
                    </a:lnL>
                    <a:lnR w="6350" cap="flat">
                      <a:noFill/>
                    </a:lnR>
                    <a:lnT w="6350" cap="flat">
                      <a:noFill/>
                    </a:lnT>
                    <a:lnB w="6350" cap="flat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TBL-082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