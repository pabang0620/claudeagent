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navy_800</a:t>
            </a:r>
          </a:p>
        </p:txBody>
      </p:sp>
      <p:graphicFrame>
        <p:nvGraphicFramePr>
          <p:cNvPr id="4" name="asset:TBL-071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blue_500</a:t>
            </a:r>
          </a:p>
        </p:txBody>
      </p:sp>
      <p:graphicFrame>
        <p:nvGraphicFramePr>
          <p:cNvPr id="4" name="asset:TBL-072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teal_500</a:t>
            </a:r>
          </a:p>
        </p:txBody>
      </p:sp>
      <p:graphicFrame>
        <p:nvGraphicFramePr>
          <p:cNvPr id="4" name="asset:TBL-073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purple_600</a:t>
            </a:r>
          </a:p>
        </p:txBody>
      </p:sp>
      <p:graphicFrame>
        <p:nvGraphicFramePr>
          <p:cNvPr id="4" name="asset:TBL-074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navy_600</a:t>
            </a:r>
          </a:p>
        </p:txBody>
      </p:sp>
      <p:graphicFrame>
        <p:nvGraphicFramePr>
          <p:cNvPr id="4" name="asset:TBL-075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red_500</a:t>
            </a:r>
          </a:p>
        </p:txBody>
      </p:sp>
      <p:graphicFrame>
        <p:nvGraphicFramePr>
          <p:cNvPr id="4" name="asset:TBL-076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navy_800</a:t>
            </a:r>
          </a:p>
        </p:txBody>
      </p:sp>
      <p:graphicFrame>
        <p:nvGraphicFramePr>
          <p:cNvPr id="4" name="asset:TBL-077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blue_500</a:t>
            </a:r>
          </a:p>
        </p:txBody>
      </p:sp>
      <p:graphicFrame>
        <p:nvGraphicFramePr>
          <p:cNvPr id="4" name="asset:TBL-078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teal_500</a:t>
            </a:r>
          </a:p>
        </p:txBody>
      </p:sp>
      <p:graphicFrame>
        <p:nvGraphicFramePr>
          <p:cNvPr id="4" name="asset:TBL-079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purple_600</a:t>
            </a:r>
          </a:p>
        </p:txBody>
      </p:sp>
      <p:graphicFrame>
        <p:nvGraphicFramePr>
          <p:cNvPr id="4" name="asset:TBL-080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navy_600</a:t>
            </a:r>
          </a:p>
        </p:txBody>
      </p:sp>
      <p:graphicFrame>
        <p:nvGraphicFramePr>
          <p:cNvPr id="4" name="asset:TBL-081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red_500</a:t>
            </a:r>
          </a:p>
        </p:txBody>
      </p:sp>
      <p:graphicFrame>
        <p:nvGraphicFramePr>
          <p:cNvPr id="4" name="asset:TBL-082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