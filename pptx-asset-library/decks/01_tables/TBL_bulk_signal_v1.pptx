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지역 관광 활성화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4열 · navy_800</a:t>
            </a:r>
          </a:p>
        </p:txBody>
      </p:sp>
      <p:graphicFrame>
        <p:nvGraphicFramePr>
          <p:cNvPr id="4" name="asset:TBL-131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91840"/>
                <a:gridCol w="2356104"/>
                <a:gridCol w="2356104"/>
                <a:gridCol w="23561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디지털 헬스케어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5열 · blue_500</a:t>
            </a:r>
          </a:p>
        </p:txBody>
      </p:sp>
      <p:graphicFrame>
        <p:nvGraphicFramePr>
          <p:cNvPr id="4" name="asset:TBL-132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91840"/>
                <a:gridCol w="1767078"/>
                <a:gridCol w="1767078"/>
                <a:gridCol w="1767078"/>
                <a:gridCol w="176707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그린 에너지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4열 · teal_500</a:t>
            </a:r>
          </a:p>
        </p:txBody>
      </p:sp>
      <p:graphicFrame>
        <p:nvGraphicFramePr>
          <p:cNvPr id="4" name="asset:TBL-133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91840"/>
                <a:gridCol w="2356104"/>
                <a:gridCol w="2356104"/>
                <a:gridCol w="23561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핀테크 서비스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5열 · purple_600</a:t>
            </a:r>
          </a:p>
        </p:txBody>
      </p:sp>
      <p:graphicFrame>
        <p:nvGraphicFramePr>
          <p:cNvPr id="4" name="asset:TBL-134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91840"/>
                <a:gridCol w="1767078"/>
                <a:gridCol w="1767078"/>
                <a:gridCol w="1767078"/>
                <a:gridCol w="176707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과업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에듀테크 플랫폼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4열 · navy_600</a:t>
            </a:r>
          </a:p>
        </p:txBody>
      </p:sp>
      <p:graphicFrame>
        <p:nvGraphicFramePr>
          <p:cNvPr id="4" name="asset:TBL-135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91840"/>
                <a:gridCol w="2356104"/>
                <a:gridCol w="2356104"/>
                <a:gridCol w="23561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제조 디지털전환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5열 · red_500</a:t>
            </a:r>
          </a:p>
        </p:txBody>
      </p:sp>
      <p:graphicFrame>
        <p:nvGraphicFramePr>
          <p:cNvPr id="4" name="asset:TBL-136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91840"/>
                <a:gridCol w="1767078"/>
                <a:gridCol w="1767078"/>
                <a:gridCol w="1767078"/>
                <a:gridCol w="176707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공공 데이터 개방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4열 · navy_800</a:t>
            </a:r>
          </a:p>
        </p:txBody>
      </p:sp>
      <p:graphicFrame>
        <p:nvGraphicFramePr>
          <p:cNvPr id="4" name="asset:TBL-137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91840"/>
                <a:gridCol w="2356104"/>
                <a:gridCol w="2356104"/>
                <a:gridCol w="23561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메타버스 전시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5열 · blue_500</a:t>
            </a:r>
          </a:p>
        </p:txBody>
      </p:sp>
      <p:graphicFrame>
        <p:nvGraphicFramePr>
          <p:cNvPr id="4" name="asset:TBL-138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91840"/>
                <a:gridCol w="1767078"/>
                <a:gridCol w="1767078"/>
                <a:gridCol w="1767078"/>
                <a:gridCol w="176707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친환경 모빌리티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4열 · teal_500</a:t>
            </a:r>
          </a:p>
        </p:txBody>
      </p:sp>
      <p:graphicFrame>
        <p:nvGraphicFramePr>
          <p:cNvPr id="4" name="asset:TBL-139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91840"/>
                <a:gridCol w="2356104"/>
                <a:gridCol w="2356104"/>
                <a:gridCol w="23561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농식품 수출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5열 · purple_600</a:t>
            </a:r>
          </a:p>
        </p:txBody>
      </p:sp>
      <p:graphicFrame>
        <p:nvGraphicFramePr>
          <p:cNvPr id="4" name="asset:TBL-140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91840"/>
                <a:gridCol w="1767078"/>
                <a:gridCol w="1767078"/>
                <a:gridCol w="1767078"/>
                <a:gridCol w="176707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TBL-140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문화예술 지원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4열 · navy_600</a:t>
            </a:r>
          </a:p>
        </p:txBody>
      </p:sp>
      <p:graphicFrame>
        <p:nvGraphicFramePr>
          <p:cNvPr id="4" name="asset:TBL-141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91840"/>
                <a:gridCol w="2356104"/>
                <a:gridCol w="2356104"/>
                <a:gridCol w="23561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TBL-141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스마트시티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5열 · red_500</a:t>
            </a:r>
          </a:p>
        </p:txBody>
      </p:sp>
      <p:graphicFrame>
        <p:nvGraphicFramePr>
          <p:cNvPr id="4" name="asset:TBL-142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91840"/>
                <a:gridCol w="1767078"/>
                <a:gridCol w="1767078"/>
                <a:gridCol w="1767078"/>
                <a:gridCol w="176707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