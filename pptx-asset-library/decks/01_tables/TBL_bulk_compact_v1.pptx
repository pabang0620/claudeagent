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457200"/>
            <a:ext cx="11155680" cy="457200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l"/>
            <a:r>
              <a:rPr sz="1800" b="1">
                <a:solidFill>
                  <a:srgbClr val="1F3864"/>
                </a:solidFill>
                <a:latin typeface="Pretendard"/>
                <a:ea typeface="Pretendard"/>
                <a:cs typeface="Pretendard"/>
              </a:rPr>
              <a:t>문화예술 지원 상세 실적표 (컴팩트)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914400"/>
            <a:ext cx="11155680" cy="292608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l"/>
            <a:r>
              <a:rPr sz="1100" b="0">
                <a:solidFill>
                  <a:srgbClr val="595959"/>
                </a:solidFill>
                <a:latin typeface="Pretendard"/>
                <a:ea typeface="Pretendard"/>
                <a:cs typeface="Pretendard"/>
              </a:rPr>
              <a:t>고밀도 · 6열 소폰트 · navy_600</a:t>
            </a:r>
          </a:p>
        </p:txBody>
      </p:sp>
      <p:graphicFrame>
        <p:nvGraphicFramePr>
          <p:cNvPr id="4" name="asset:TBL-189"/>
          <p:cNvGraphicFramePr>
            <a:graphicFrameLocks noGrp="1"/>
          </p:cNvGraphicFramePr>
          <p:nvPr/>
        </p:nvGraphicFramePr>
        <p:xfrm>
          <a:off x="640080" y="1371600"/>
          <a:ext cx="10908792" cy="2176272"/>
        </p:xfrm>
        <a:graphic>
          <a:graphicData uri="http://schemas.openxmlformats.org/drawingml/2006/table">
            <a:tbl>
              <a:tblPr>
                <a:tableStyleId>{2D5ABB26-0587-4C30-8999-92F81FD0307C}</a:tableStyleId>
              </a:tblPr>
              <a:tblGrid>
                <a:gridCol w="1947672"/>
                <a:gridCol w="1792224"/>
                <a:gridCol w="1792224"/>
                <a:gridCol w="1792224"/>
                <a:gridCol w="1792224"/>
                <a:gridCol w="1792224"/>
              </a:tblGrid>
              <a:tr h="310896">
                <a:tc>
                  <a:txBody>
                    <a:bodyPr wrap="square"/>
                    <a:lstStyle/>
                    <a:p>
                      <a:pPr algn="l"/>
                      <a:r>
                        <a:rPr sz="900" b="1">
                          <a:solidFill>
                            <a:srgbClr val="FFFFFF"/>
                          </a:solidFill>
                          <a:latin typeface="Pretendard"/>
                          <a:ea typeface="Pretendard"/>
                          <a:cs typeface="Pretendard"/>
                        </a:rPr>
                        <a:t>영역</a:t>
                      </a:r>
                    </a:p>
                  </a:txBody>
                  <a:tcPr anchor="ctr" marL="38100" marR="38100" marT="25400" marB="25400">
                    <a:lnL w="6350" cap="flat">
                      <a:solidFill>
                        <a:srgbClr val="D9D9D9"/>
                      </a:solidFill>
                    </a:lnL>
                    <a:lnR w="6350" cap="flat">
                      <a:solidFill>
                        <a:srgbClr val="D9D9D9"/>
                      </a:solidFill>
                    </a:lnR>
                    <a:lnT w="6350" cap="flat">
                      <a:solidFill>
                        <a:srgbClr val="D9D9D9"/>
                      </a:solidFill>
                    </a:lnT>
                    <a:lnB w="6350" cap="flat">
                      <a:solidFill>
                        <a:srgbClr val="D9D9D9"/>
                      </a:solidFill>
                    </a:lnB>
                    <a:solidFill>
                      <a:srgbClr val="2A4A7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00" b="1">
                          <a:solidFill>
                            <a:srgbClr val="FFFFFF"/>
                          </a:solidFill>
                          <a:latin typeface="Pretendard"/>
                          <a:ea typeface="Pretendard"/>
                          <a:cs typeface="Pretendard"/>
                        </a:rPr>
                        <a:t>상반기</a:t>
                      </a:r>
                    </a:p>
                  </a:txBody>
                  <a:tcPr anchor="ctr" marL="38100" marR="38100" marT="25400" marB="25400">
                    <a:lnL w="6350" cap="flat">
                      <a:solidFill>
                        <a:srgbClr val="D9D9D9"/>
                      </a:solidFill>
                    </a:lnL>
                    <a:lnR w="6350" cap="flat">
                      <a:solidFill>
                        <a:srgbClr val="D9D9D9"/>
                      </a:solidFill>
                    </a:lnR>
                    <a:lnT w="6350" cap="flat">
                      <a:solidFill>
                        <a:srgbClr val="D9D9D9"/>
                      </a:solidFill>
                    </a:lnT>
                    <a:lnB w="6350" cap="flat">
                      <a:solidFill>
                        <a:srgbClr val="D9D9D9"/>
                      </a:solidFill>
                    </a:lnB>
                    <a:solidFill>
                      <a:srgbClr val="2A4A7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00" b="1">
                          <a:solidFill>
                            <a:srgbClr val="FFFFFF"/>
                          </a:solidFill>
                          <a:latin typeface="Pretendard"/>
                          <a:ea typeface="Pretendard"/>
                          <a:cs typeface="Pretendard"/>
                        </a:rPr>
                        <a:t>하반기</a:t>
                      </a:r>
                    </a:p>
                  </a:txBody>
                  <a:tcPr anchor="ctr" marL="38100" marR="38100" marT="25400" marB="25400">
                    <a:lnL w="6350" cap="flat">
                      <a:solidFill>
                        <a:srgbClr val="D9D9D9"/>
                      </a:solidFill>
                    </a:lnL>
                    <a:lnR w="6350" cap="flat">
                      <a:solidFill>
                        <a:srgbClr val="D9D9D9"/>
                      </a:solidFill>
                    </a:lnR>
                    <a:lnT w="6350" cap="flat">
                      <a:solidFill>
                        <a:srgbClr val="D9D9D9"/>
                      </a:solidFill>
                    </a:lnT>
                    <a:lnB w="6350" cap="flat">
                      <a:solidFill>
                        <a:srgbClr val="D9D9D9"/>
                      </a:solidFill>
                    </a:lnB>
                    <a:solidFill>
                      <a:srgbClr val="2A4A7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00" b="1">
                          <a:solidFill>
                            <a:srgbClr val="FFFFFF"/>
                          </a:solidFill>
                          <a:latin typeface="Pretendard"/>
                          <a:ea typeface="Pretendard"/>
                          <a:cs typeface="Pretendard"/>
                        </a:rPr>
                        <a:t>누적</a:t>
                      </a:r>
                    </a:p>
                  </a:txBody>
                  <a:tcPr anchor="ctr" marL="38100" marR="38100" marT="25400" marB="25400">
                    <a:lnL w="6350" cap="flat">
                      <a:solidFill>
                        <a:srgbClr val="D9D9D9"/>
                      </a:solidFill>
                    </a:lnL>
                    <a:lnR w="6350" cap="flat">
                      <a:solidFill>
                        <a:srgbClr val="D9D9D9"/>
                      </a:solidFill>
                    </a:lnR>
                    <a:lnT w="6350" cap="flat">
                      <a:solidFill>
                        <a:srgbClr val="D9D9D9"/>
                      </a:solidFill>
                    </a:lnT>
                    <a:lnB w="6350" cap="flat">
                      <a:solidFill>
                        <a:srgbClr val="D9D9D9"/>
                      </a:solidFill>
                    </a:lnB>
                    <a:solidFill>
                      <a:srgbClr val="2A4A7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00" b="1">
                          <a:solidFill>
                            <a:srgbClr val="FFFFFF"/>
                          </a:solidFill>
                          <a:latin typeface="Pretendard"/>
                          <a:ea typeface="Pretendard"/>
                          <a:cs typeface="Pretendard"/>
                        </a:rPr>
                        <a:t>목표</a:t>
                      </a:r>
                    </a:p>
                  </a:txBody>
                  <a:tcPr anchor="ctr" marL="38100" marR="38100" marT="25400" marB="25400">
                    <a:lnL w="6350" cap="flat">
                      <a:solidFill>
                        <a:srgbClr val="D9D9D9"/>
                      </a:solidFill>
                    </a:lnL>
                    <a:lnR w="6350" cap="flat">
                      <a:solidFill>
                        <a:srgbClr val="D9D9D9"/>
                      </a:solidFill>
                    </a:lnR>
                    <a:lnT w="6350" cap="flat">
                      <a:solidFill>
                        <a:srgbClr val="D9D9D9"/>
                      </a:solidFill>
                    </a:lnT>
                    <a:lnB w="6350" cap="flat">
                      <a:solidFill>
                        <a:srgbClr val="D9D9D9"/>
                      </a:solidFill>
                    </a:lnB>
                    <a:solidFill>
                      <a:srgbClr val="2A4A7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00" b="1">
                          <a:solidFill>
                            <a:srgbClr val="FFFFFF"/>
                          </a:solidFill>
                          <a:latin typeface="Pretendard"/>
                          <a:ea typeface="Pretendard"/>
                          <a:cs typeface="Pretendard"/>
                        </a:rPr>
                        <a:t>실적</a:t>
                      </a:r>
                    </a:p>
                  </a:txBody>
                  <a:tcPr anchor="ctr" marL="38100" marR="38100" marT="25400" marB="25400">
                    <a:lnL w="6350" cap="flat">
                      <a:solidFill>
                        <a:srgbClr val="D9D9D9"/>
                      </a:solidFill>
                    </a:lnL>
                    <a:lnR w="6350" cap="flat">
                      <a:solidFill>
                        <a:srgbClr val="D9D9D9"/>
                      </a:solidFill>
                    </a:lnR>
                    <a:lnT w="6350" cap="flat">
                      <a:solidFill>
                        <a:srgbClr val="D9D9D9"/>
                      </a:solidFill>
                    </a:lnT>
                    <a:lnB w="6350" cap="flat">
                      <a:solidFill>
                        <a:srgbClr val="D9D9D9"/>
                      </a:solidFill>
                    </a:lnB>
                    <a:solidFill>
                      <a:srgbClr val="2A4A7F"/>
                    </a:solidFill>
                  </a:tcPr>
                </a:tc>
              </a:tr>
              <a:tr h="310896">
                <a:tc>
                  <a:txBody>
                    <a:bodyPr wrap="square"/>
                    <a:lstStyle/>
                    <a:p>
                      <a:pPr algn="l"/>
                      <a:r>
                        <a:rPr sz="900" b="1">
                          <a:solidFill>
                            <a:srgbClr val="222222"/>
                          </a:solidFill>
                          <a:latin typeface="Pretendard"/>
                          <a:ea typeface="Pretendard"/>
                          <a:cs typeface="Pretendard"/>
                        </a:rPr>
                        <a:t>유지보수</a:t>
                      </a:r>
                    </a:p>
                  </a:txBody>
                  <a:tcPr anchor="ctr" marL="38100" marR="38100" marT="25400" marB="25400">
                    <a:lnL w="6350" cap="flat">
                      <a:solidFill>
                        <a:srgbClr val="D9D9D9"/>
                      </a:solidFill>
                    </a:lnL>
                    <a:lnR w="6350" cap="flat">
                      <a:solidFill>
                        <a:srgbClr val="D9D9D9"/>
                      </a:solidFill>
                    </a:lnR>
                    <a:lnT w="6350" cap="flat">
                      <a:solidFill>
                        <a:srgbClr val="D9D9D9"/>
                      </a:solidFill>
                    </a:lnT>
                    <a:lnB w="6350" cap="flat">
                      <a:solidFill>
                        <a:srgbClr val="D9D9D9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900" b="0">
                          <a:solidFill>
                            <a:srgbClr val="222222"/>
                          </a:solidFill>
                          <a:latin typeface="Pretendard"/>
                          <a:ea typeface="Pretendard"/>
                          <a:cs typeface="Pretendard"/>
                        </a:rPr>
                        <a:t>29</a:t>
                      </a:r>
                    </a:p>
                  </a:txBody>
                  <a:tcPr anchor="ctr" marL="38100" marR="38100" marT="25400" marB="25400">
                    <a:lnL w="6350" cap="flat">
                      <a:solidFill>
                        <a:srgbClr val="D9D9D9"/>
                      </a:solidFill>
                    </a:lnL>
                    <a:lnR w="6350" cap="flat">
                      <a:solidFill>
                        <a:srgbClr val="D9D9D9"/>
                      </a:solidFill>
                    </a:lnR>
                    <a:lnT w="6350" cap="flat">
                      <a:solidFill>
                        <a:srgbClr val="D9D9D9"/>
                      </a:solidFill>
                    </a:lnT>
                    <a:lnB w="6350" cap="flat">
                      <a:solidFill>
                        <a:srgbClr val="D9D9D9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900" b="0">
                          <a:solidFill>
                            <a:srgbClr val="222222"/>
                          </a:solidFill>
                          <a:latin typeface="Pretendard"/>
                          <a:ea typeface="Pretendard"/>
                          <a:cs typeface="Pretendard"/>
                        </a:rPr>
                        <a:t>36</a:t>
                      </a:r>
                    </a:p>
                  </a:txBody>
                  <a:tcPr anchor="ctr" marL="38100" marR="38100" marT="25400" marB="25400">
                    <a:lnL w="6350" cap="flat">
                      <a:solidFill>
                        <a:srgbClr val="D9D9D9"/>
                      </a:solidFill>
                    </a:lnL>
                    <a:lnR w="6350" cap="flat">
                      <a:solidFill>
                        <a:srgbClr val="D9D9D9"/>
                      </a:solidFill>
                    </a:lnR>
                    <a:lnT w="6350" cap="flat">
                      <a:solidFill>
                        <a:srgbClr val="D9D9D9"/>
                      </a:solidFill>
                    </a:lnT>
                    <a:lnB w="6350" cap="flat">
                      <a:solidFill>
                        <a:srgbClr val="D9D9D9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900" b="0">
                          <a:solidFill>
                            <a:srgbClr val="222222"/>
                          </a:solidFill>
                          <a:latin typeface="Pretendard"/>
                          <a:ea typeface="Pretendard"/>
                          <a:cs typeface="Pretendard"/>
                        </a:rPr>
                        <a:t>43</a:t>
                      </a:r>
                    </a:p>
                  </a:txBody>
                  <a:tcPr anchor="ctr" marL="38100" marR="38100" marT="25400" marB="25400">
                    <a:lnL w="6350" cap="flat">
                      <a:solidFill>
                        <a:srgbClr val="D9D9D9"/>
                      </a:solidFill>
                    </a:lnL>
                    <a:lnR w="6350" cap="flat">
                      <a:solidFill>
                        <a:srgbClr val="D9D9D9"/>
                      </a:solidFill>
                    </a:lnR>
                    <a:lnT w="6350" cap="flat">
                      <a:solidFill>
                        <a:srgbClr val="D9D9D9"/>
                      </a:solidFill>
                    </a:lnT>
                    <a:lnB w="6350" cap="flat">
                      <a:solidFill>
                        <a:srgbClr val="D9D9D9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900" b="0">
                          <a:solidFill>
                            <a:srgbClr val="222222"/>
                          </a:solidFill>
                          <a:latin typeface="Pretendard"/>
                          <a:ea typeface="Pretendard"/>
                          <a:cs typeface="Pretendard"/>
                        </a:rPr>
                        <a:t>50</a:t>
                      </a:r>
                    </a:p>
                  </a:txBody>
                  <a:tcPr anchor="ctr" marL="38100" marR="38100" marT="25400" marB="25400">
                    <a:lnL w="6350" cap="flat">
                      <a:solidFill>
                        <a:srgbClr val="D9D9D9"/>
                      </a:solidFill>
                    </a:lnL>
                    <a:lnR w="6350" cap="flat">
                      <a:solidFill>
                        <a:srgbClr val="D9D9D9"/>
                      </a:solidFill>
                    </a:lnR>
                    <a:lnT w="6350" cap="flat">
                      <a:solidFill>
                        <a:srgbClr val="D9D9D9"/>
                      </a:solidFill>
                    </a:lnT>
                    <a:lnB w="6350" cap="flat">
                      <a:solidFill>
                        <a:srgbClr val="D9D9D9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900" b="1">
                          <a:solidFill>
                            <a:srgbClr val="2E75D6"/>
                          </a:solidFill>
                          <a:latin typeface="Pretendard"/>
                          <a:ea typeface="Pretendard"/>
                          <a:cs typeface="Pretendard"/>
                        </a:rPr>
                        <a:t>66.5%</a:t>
                      </a:r>
                    </a:p>
                  </a:txBody>
                  <a:tcPr anchor="ctr" marL="38100" marR="38100" marT="25400" marB="25400">
                    <a:lnL w="6350" cap="flat">
                      <a:solidFill>
                        <a:srgbClr val="D9D9D9"/>
                      </a:solidFill>
                    </a:lnL>
                    <a:lnR w="6350" cap="flat">
                      <a:solidFill>
                        <a:srgbClr val="D9D9D9"/>
                      </a:solidFill>
                    </a:lnR>
                    <a:lnT w="6350" cap="flat">
                      <a:solidFill>
                        <a:srgbClr val="D9D9D9"/>
                      </a:solidFill>
                    </a:lnT>
                    <a:lnB w="6350" cap="flat">
                      <a:solidFill>
                        <a:srgbClr val="D9D9D9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310896">
                <a:tc>
                  <a:txBody>
                    <a:bodyPr wrap="square"/>
                    <a:lstStyle/>
                    <a:p>
                      <a:pPr algn="l"/>
                      <a:r>
                        <a:rPr sz="900" b="1">
                          <a:solidFill>
                            <a:srgbClr val="222222"/>
                          </a:solidFill>
                          <a:latin typeface="Pretendard"/>
                          <a:ea typeface="Pretendard"/>
                          <a:cs typeface="Pretendard"/>
                        </a:rPr>
                        <a:t>서비스 고도화</a:t>
                      </a:r>
                    </a:p>
                  </a:txBody>
                  <a:tcPr anchor="ctr" marL="38100" marR="38100" marT="25400" marB="25400">
                    <a:lnL w="6350" cap="flat">
                      <a:solidFill>
                        <a:srgbClr val="D9D9D9"/>
                      </a:solidFill>
                    </a:lnL>
                    <a:lnR w="6350" cap="flat">
                      <a:solidFill>
                        <a:srgbClr val="D9D9D9"/>
                      </a:solidFill>
                    </a:lnR>
                    <a:lnT w="6350" cap="flat">
                      <a:solidFill>
                        <a:srgbClr val="D9D9D9"/>
                      </a:solidFill>
                    </a:lnT>
                    <a:lnB w="6350" cap="flat">
                      <a:solidFill>
                        <a:srgbClr val="D9D9D9"/>
                      </a:solidFill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900" b="0">
                          <a:solidFill>
                            <a:srgbClr val="222222"/>
                          </a:solidFill>
                          <a:latin typeface="Pretendard"/>
                          <a:ea typeface="Pretendard"/>
                          <a:cs typeface="Pretendard"/>
                        </a:rPr>
                        <a:t>46</a:t>
                      </a:r>
                    </a:p>
                  </a:txBody>
                  <a:tcPr anchor="ctr" marL="38100" marR="38100" marT="25400" marB="25400">
                    <a:lnL w="6350" cap="flat">
                      <a:solidFill>
                        <a:srgbClr val="D9D9D9"/>
                      </a:solidFill>
                    </a:lnL>
                    <a:lnR w="6350" cap="flat">
                      <a:solidFill>
                        <a:srgbClr val="D9D9D9"/>
                      </a:solidFill>
                    </a:lnR>
                    <a:lnT w="6350" cap="flat">
                      <a:solidFill>
                        <a:srgbClr val="D9D9D9"/>
                      </a:solidFill>
                    </a:lnT>
                    <a:lnB w="6350" cap="flat">
                      <a:solidFill>
                        <a:srgbClr val="D9D9D9"/>
                      </a:solidFill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900" b="0">
                          <a:solidFill>
                            <a:srgbClr val="222222"/>
                          </a:solidFill>
                          <a:latin typeface="Pretendard"/>
                          <a:ea typeface="Pretendard"/>
                          <a:cs typeface="Pretendard"/>
                        </a:rPr>
                        <a:t>53</a:t>
                      </a:r>
                    </a:p>
                  </a:txBody>
                  <a:tcPr anchor="ctr" marL="38100" marR="38100" marT="25400" marB="25400">
                    <a:lnL w="6350" cap="flat">
                      <a:solidFill>
                        <a:srgbClr val="D9D9D9"/>
                      </a:solidFill>
                    </a:lnL>
                    <a:lnR w="6350" cap="flat">
                      <a:solidFill>
                        <a:srgbClr val="D9D9D9"/>
                      </a:solidFill>
                    </a:lnR>
                    <a:lnT w="6350" cap="flat">
                      <a:solidFill>
                        <a:srgbClr val="D9D9D9"/>
                      </a:solidFill>
                    </a:lnT>
                    <a:lnB w="6350" cap="flat">
                      <a:solidFill>
                        <a:srgbClr val="D9D9D9"/>
                      </a:solidFill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900" b="0">
                          <a:solidFill>
                            <a:srgbClr val="222222"/>
                          </a:solidFill>
                          <a:latin typeface="Pretendard"/>
                          <a:ea typeface="Pretendard"/>
                          <a:cs typeface="Pretendard"/>
                        </a:rPr>
                        <a:t>60</a:t>
                      </a:r>
                    </a:p>
                  </a:txBody>
                  <a:tcPr anchor="ctr" marL="38100" marR="38100" marT="25400" marB="25400">
                    <a:lnL w="6350" cap="flat">
                      <a:solidFill>
                        <a:srgbClr val="D9D9D9"/>
                      </a:solidFill>
                    </a:lnL>
                    <a:lnR w="6350" cap="flat">
                      <a:solidFill>
                        <a:srgbClr val="D9D9D9"/>
                      </a:solidFill>
                    </a:lnR>
                    <a:lnT w="6350" cap="flat">
                      <a:solidFill>
                        <a:srgbClr val="D9D9D9"/>
                      </a:solidFill>
                    </a:lnT>
                    <a:lnB w="6350" cap="flat">
                      <a:solidFill>
                        <a:srgbClr val="D9D9D9"/>
                      </a:solidFill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900" b="0">
                          <a:solidFill>
                            <a:srgbClr val="222222"/>
                          </a:solidFill>
                          <a:latin typeface="Pretendard"/>
                          <a:ea typeface="Pretendard"/>
                          <a:cs typeface="Pretendard"/>
                        </a:rPr>
                        <a:t>67</a:t>
                      </a:r>
                    </a:p>
                  </a:txBody>
                  <a:tcPr anchor="ctr" marL="38100" marR="38100" marT="25400" marB="25400">
                    <a:lnL w="6350" cap="flat">
                      <a:solidFill>
                        <a:srgbClr val="D9D9D9"/>
                      </a:solidFill>
                    </a:lnL>
                    <a:lnR w="6350" cap="flat">
                      <a:solidFill>
                        <a:srgbClr val="D9D9D9"/>
                      </a:solidFill>
                    </a:lnR>
                    <a:lnT w="6350" cap="flat">
                      <a:solidFill>
                        <a:srgbClr val="D9D9D9"/>
                      </a:solidFill>
                    </a:lnT>
                    <a:lnB w="6350" cap="flat">
                      <a:solidFill>
                        <a:srgbClr val="D9D9D9"/>
                      </a:solidFill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900" b="1">
                          <a:solidFill>
                            <a:srgbClr val="2E75D6"/>
                          </a:solidFill>
                          <a:latin typeface="Pretendard"/>
                          <a:ea typeface="Pretendard"/>
                          <a:cs typeface="Pretendard"/>
                        </a:rPr>
                        <a:t>79.6%</a:t>
                      </a:r>
                    </a:p>
                  </a:txBody>
                  <a:tcPr anchor="ctr" marL="38100" marR="38100" marT="25400" marB="25400">
                    <a:lnL w="6350" cap="flat">
                      <a:solidFill>
                        <a:srgbClr val="D9D9D9"/>
                      </a:solidFill>
                    </a:lnL>
                    <a:lnR w="6350" cap="flat">
                      <a:solidFill>
                        <a:srgbClr val="D9D9D9"/>
                      </a:solidFill>
                    </a:lnR>
                    <a:lnT w="6350" cap="flat">
                      <a:solidFill>
                        <a:srgbClr val="D9D9D9"/>
                      </a:solidFill>
                    </a:lnT>
                    <a:lnB w="6350" cap="flat">
                      <a:solidFill>
                        <a:srgbClr val="D9D9D9"/>
                      </a:solidFill>
                    </a:lnB>
                    <a:solidFill>
                      <a:srgbClr val="F2F2F2"/>
                    </a:solidFill>
                  </a:tcPr>
                </a:tc>
              </a:tr>
              <a:tr h="310896">
                <a:tc>
                  <a:txBody>
                    <a:bodyPr wrap="square"/>
                    <a:lstStyle/>
                    <a:p>
                      <a:pPr algn="l"/>
                      <a:r>
                        <a:rPr sz="900" b="1">
                          <a:solidFill>
                            <a:srgbClr val="222222"/>
                          </a:solidFill>
                          <a:latin typeface="Pretendard"/>
                          <a:ea typeface="Pretendard"/>
                          <a:cs typeface="Pretendard"/>
                        </a:rPr>
                        <a:t>표준화 정립</a:t>
                      </a:r>
                    </a:p>
                  </a:txBody>
                  <a:tcPr anchor="ctr" marL="38100" marR="38100" marT="25400" marB="25400">
                    <a:lnL w="6350" cap="flat">
                      <a:solidFill>
                        <a:srgbClr val="D9D9D9"/>
                      </a:solidFill>
                    </a:lnL>
                    <a:lnR w="6350" cap="flat">
                      <a:solidFill>
                        <a:srgbClr val="D9D9D9"/>
                      </a:solidFill>
                    </a:lnR>
                    <a:lnT w="6350" cap="flat">
                      <a:solidFill>
                        <a:srgbClr val="D9D9D9"/>
                      </a:solidFill>
                    </a:lnT>
                    <a:lnB w="6350" cap="flat">
                      <a:solidFill>
                        <a:srgbClr val="D9D9D9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900" b="0">
                          <a:solidFill>
                            <a:srgbClr val="222222"/>
                          </a:solidFill>
                          <a:latin typeface="Pretendard"/>
                          <a:ea typeface="Pretendard"/>
                          <a:cs typeface="Pretendard"/>
                        </a:rPr>
                        <a:t>63</a:t>
                      </a:r>
                    </a:p>
                  </a:txBody>
                  <a:tcPr anchor="ctr" marL="38100" marR="38100" marT="25400" marB="25400">
                    <a:lnL w="6350" cap="flat">
                      <a:solidFill>
                        <a:srgbClr val="D9D9D9"/>
                      </a:solidFill>
                    </a:lnL>
                    <a:lnR w="6350" cap="flat">
                      <a:solidFill>
                        <a:srgbClr val="D9D9D9"/>
                      </a:solidFill>
                    </a:lnR>
                    <a:lnT w="6350" cap="flat">
                      <a:solidFill>
                        <a:srgbClr val="D9D9D9"/>
                      </a:solidFill>
                    </a:lnT>
                    <a:lnB w="6350" cap="flat">
                      <a:solidFill>
                        <a:srgbClr val="D9D9D9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900" b="0">
                          <a:solidFill>
                            <a:srgbClr val="222222"/>
                          </a:solidFill>
                          <a:latin typeface="Pretendard"/>
                          <a:ea typeface="Pretendard"/>
                          <a:cs typeface="Pretendard"/>
                        </a:rPr>
                        <a:t>70</a:t>
                      </a:r>
                    </a:p>
                  </a:txBody>
                  <a:tcPr anchor="ctr" marL="38100" marR="38100" marT="25400" marB="25400">
                    <a:lnL w="6350" cap="flat">
                      <a:solidFill>
                        <a:srgbClr val="D9D9D9"/>
                      </a:solidFill>
                    </a:lnL>
                    <a:lnR w="6350" cap="flat">
                      <a:solidFill>
                        <a:srgbClr val="D9D9D9"/>
                      </a:solidFill>
                    </a:lnR>
                    <a:lnT w="6350" cap="flat">
                      <a:solidFill>
                        <a:srgbClr val="D9D9D9"/>
                      </a:solidFill>
                    </a:lnT>
                    <a:lnB w="6350" cap="flat">
                      <a:solidFill>
                        <a:srgbClr val="D9D9D9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900" b="0">
                          <a:solidFill>
                            <a:srgbClr val="222222"/>
                          </a:solidFill>
                          <a:latin typeface="Pretendard"/>
                          <a:ea typeface="Pretendard"/>
                          <a:cs typeface="Pretendard"/>
                        </a:rPr>
                        <a:t>77</a:t>
                      </a:r>
                    </a:p>
                  </a:txBody>
                  <a:tcPr anchor="ctr" marL="38100" marR="38100" marT="25400" marB="25400">
                    <a:lnL w="6350" cap="flat">
                      <a:solidFill>
                        <a:srgbClr val="D9D9D9"/>
                      </a:solidFill>
                    </a:lnL>
                    <a:lnR w="6350" cap="flat">
                      <a:solidFill>
                        <a:srgbClr val="D9D9D9"/>
                      </a:solidFill>
                    </a:lnR>
                    <a:lnT w="6350" cap="flat">
                      <a:solidFill>
                        <a:srgbClr val="D9D9D9"/>
                      </a:solidFill>
                    </a:lnT>
                    <a:lnB w="6350" cap="flat">
                      <a:solidFill>
                        <a:srgbClr val="D9D9D9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900" b="0">
                          <a:solidFill>
                            <a:srgbClr val="222222"/>
                          </a:solidFill>
                          <a:latin typeface="Pretendard"/>
                          <a:ea typeface="Pretendard"/>
                          <a:cs typeface="Pretendard"/>
                        </a:rPr>
                        <a:t>84</a:t>
                      </a:r>
                    </a:p>
                  </a:txBody>
                  <a:tcPr anchor="ctr" marL="38100" marR="38100" marT="25400" marB="25400">
                    <a:lnL w="6350" cap="flat">
                      <a:solidFill>
                        <a:srgbClr val="D9D9D9"/>
                      </a:solidFill>
                    </a:lnL>
                    <a:lnR w="6350" cap="flat">
                      <a:solidFill>
                        <a:srgbClr val="D9D9D9"/>
                      </a:solidFill>
                    </a:lnR>
                    <a:lnT w="6350" cap="flat">
                      <a:solidFill>
                        <a:srgbClr val="D9D9D9"/>
                      </a:solidFill>
                    </a:lnT>
                    <a:lnB w="6350" cap="flat">
                      <a:solidFill>
                        <a:srgbClr val="D9D9D9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900" b="1">
                          <a:solidFill>
                            <a:srgbClr val="2E75D6"/>
                          </a:solidFill>
                          <a:latin typeface="Pretendard"/>
                          <a:ea typeface="Pretendard"/>
                          <a:cs typeface="Pretendard"/>
                        </a:rPr>
                        <a:t>92.7%</a:t>
                      </a:r>
                    </a:p>
                  </a:txBody>
                  <a:tcPr anchor="ctr" marL="38100" marR="38100" marT="25400" marB="25400">
                    <a:lnL w="6350" cap="flat">
                      <a:solidFill>
                        <a:srgbClr val="D9D9D9"/>
                      </a:solidFill>
                    </a:lnL>
                    <a:lnR w="6350" cap="flat">
                      <a:solidFill>
                        <a:srgbClr val="D9D9D9"/>
                      </a:solidFill>
                    </a:lnR>
                    <a:lnT w="6350" cap="flat">
                      <a:solidFill>
                        <a:srgbClr val="D9D9D9"/>
                      </a:solidFill>
                    </a:lnT>
                    <a:lnB w="6350" cap="flat">
                      <a:solidFill>
                        <a:srgbClr val="D9D9D9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310896">
                <a:tc>
                  <a:txBody>
                    <a:bodyPr wrap="square"/>
                    <a:lstStyle/>
                    <a:p>
                      <a:pPr algn="l"/>
                      <a:r>
                        <a:rPr sz="900" b="1">
                          <a:solidFill>
                            <a:srgbClr val="222222"/>
                          </a:solidFill>
                          <a:latin typeface="Pretendard"/>
                          <a:ea typeface="Pretendard"/>
                          <a:cs typeface="Pretendard"/>
                        </a:rPr>
                        <a:t>글로벌 확장</a:t>
                      </a:r>
                    </a:p>
                  </a:txBody>
                  <a:tcPr anchor="ctr" marL="38100" marR="38100" marT="25400" marB="25400">
                    <a:lnL w="6350" cap="flat">
                      <a:solidFill>
                        <a:srgbClr val="D9D9D9"/>
                      </a:solidFill>
                    </a:lnL>
                    <a:lnR w="6350" cap="flat">
                      <a:solidFill>
                        <a:srgbClr val="D9D9D9"/>
                      </a:solidFill>
                    </a:lnR>
                    <a:lnT w="6350" cap="flat">
                      <a:solidFill>
                        <a:srgbClr val="D9D9D9"/>
                      </a:solidFill>
                    </a:lnT>
                    <a:lnB w="6350" cap="flat">
                      <a:solidFill>
                        <a:srgbClr val="D9D9D9"/>
                      </a:solidFill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900" b="0">
                          <a:solidFill>
                            <a:srgbClr val="222222"/>
                          </a:solidFill>
                          <a:latin typeface="Pretendard"/>
                          <a:ea typeface="Pretendard"/>
                          <a:cs typeface="Pretendard"/>
                        </a:rPr>
                        <a:t>80</a:t>
                      </a:r>
                    </a:p>
                  </a:txBody>
                  <a:tcPr anchor="ctr" marL="38100" marR="38100" marT="25400" marB="25400">
                    <a:lnL w="6350" cap="flat">
                      <a:solidFill>
                        <a:srgbClr val="D9D9D9"/>
                      </a:solidFill>
                    </a:lnL>
                    <a:lnR w="6350" cap="flat">
                      <a:solidFill>
                        <a:srgbClr val="D9D9D9"/>
                      </a:solidFill>
                    </a:lnR>
                    <a:lnT w="6350" cap="flat">
                      <a:solidFill>
                        <a:srgbClr val="D9D9D9"/>
                      </a:solidFill>
                    </a:lnT>
                    <a:lnB w="6350" cap="flat">
                      <a:solidFill>
                        <a:srgbClr val="D9D9D9"/>
                      </a:solidFill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900" b="0">
                          <a:solidFill>
                            <a:srgbClr val="222222"/>
                          </a:solidFill>
                          <a:latin typeface="Pretendard"/>
                          <a:ea typeface="Pretendard"/>
                          <a:cs typeface="Pretendard"/>
                        </a:rPr>
                        <a:t>87</a:t>
                      </a:r>
                    </a:p>
                  </a:txBody>
                  <a:tcPr anchor="ctr" marL="38100" marR="38100" marT="25400" marB="25400">
                    <a:lnL w="6350" cap="flat">
                      <a:solidFill>
                        <a:srgbClr val="D9D9D9"/>
                      </a:solidFill>
                    </a:lnL>
                    <a:lnR w="6350" cap="flat">
                      <a:solidFill>
                        <a:srgbClr val="D9D9D9"/>
                      </a:solidFill>
                    </a:lnR>
                    <a:lnT w="6350" cap="flat">
                      <a:solidFill>
                        <a:srgbClr val="D9D9D9"/>
                      </a:solidFill>
                    </a:lnT>
                    <a:lnB w="6350" cap="flat">
                      <a:solidFill>
                        <a:srgbClr val="D9D9D9"/>
                      </a:solidFill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900" b="0">
                          <a:solidFill>
                            <a:srgbClr val="222222"/>
                          </a:solidFill>
                          <a:latin typeface="Pretendard"/>
                          <a:ea typeface="Pretendard"/>
                          <a:cs typeface="Pretendard"/>
                        </a:rPr>
                        <a:t>94</a:t>
                      </a:r>
                    </a:p>
                  </a:txBody>
                  <a:tcPr anchor="ctr" marL="38100" marR="38100" marT="25400" marB="25400">
                    <a:lnL w="6350" cap="flat">
                      <a:solidFill>
                        <a:srgbClr val="D9D9D9"/>
                      </a:solidFill>
                    </a:lnL>
                    <a:lnR w="6350" cap="flat">
                      <a:solidFill>
                        <a:srgbClr val="D9D9D9"/>
                      </a:solidFill>
                    </a:lnR>
                    <a:lnT w="6350" cap="flat">
                      <a:solidFill>
                        <a:srgbClr val="D9D9D9"/>
                      </a:solidFill>
                    </a:lnT>
                    <a:lnB w="6350" cap="flat">
                      <a:solidFill>
                        <a:srgbClr val="D9D9D9"/>
                      </a:solidFill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900" b="0">
                          <a:solidFill>
                            <a:srgbClr val="222222"/>
                          </a:solidFill>
                          <a:latin typeface="Pretendard"/>
                          <a:ea typeface="Pretendard"/>
                          <a:cs typeface="Pretendard"/>
                        </a:rPr>
                        <a:t>101</a:t>
                      </a:r>
                    </a:p>
                  </a:txBody>
                  <a:tcPr anchor="ctr" marL="38100" marR="38100" marT="25400" marB="25400">
                    <a:lnL w="6350" cap="flat">
                      <a:solidFill>
                        <a:srgbClr val="D9D9D9"/>
                      </a:solidFill>
                    </a:lnL>
                    <a:lnR w="6350" cap="flat">
                      <a:solidFill>
                        <a:srgbClr val="D9D9D9"/>
                      </a:solidFill>
                    </a:lnR>
                    <a:lnT w="6350" cap="flat">
                      <a:solidFill>
                        <a:srgbClr val="D9D9D9"/>
                      </a:solidFill>
                    </a:lnT>
                    <a:lnB w="6350" cap="flat">
                      <a:solidFill>
                        <a:srgbClr val="D9D9D9"/>
                      </a:solidFill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900" b="1">
                          <a:solidFill>
                            <a:srgbClr val="2E75D6"/>
                          </a:solidFill>
                          <a:latin typeface="Pretendard"/>
                          <a:ea typeface="Pretendard"/>
                          <a:cs typeface="Pretendard"/>
                        </a:rPr>
                        <a:t>60.8%</a:t>
                      </a:r>
                    </a:p>
                  </a:txBody>
                  <a:tcPr anchor="ctr" marL="38100" marR="38100" marT="25400" marB="25400">
                    <a:lnL w="6350" cap="flat">
                      <a:solidFill>
                        <a:srgbClr val="D9D9D9"/>
                      </a:solidFill>
                    </a:lnL>
                    <a:lnR w="6350" cap="flat">
                      <a:solidFill>
                        <a:srgbClr val="D9D9D9"/>
                      </a:solidFill>
                    </a:lnR>
                    <a:lnT w="6350" cap="flat">
                      <a:solidFill>
                        <a:srgbClr val="D9D9D9"/>
                      </a:solidFill>
                    </a:lnT>
                    <a:lnB w="6350" cap="flat">
                      <a:solidFill>
                        <a:srgbClr val="D9D9D9"/>
                      </a:solidFill>
                    </a:lnB>
                    <a:solidFill>
                      <a:srgbClr val="F2F2F2"/>
                    </a:solidFill>
                  </a:tcPr>
                </a:tc>
              </a:tr>
              <a:tr h="310896">
                <a:tc>
                  <a:txBody>
                    <a:bodyPr wrap="square"/>
                    <a:lstStyle/>
                    <a:p>
                      <a:pPr algn="l"/>
                      <a:r>
                        <a:rPr sz="900" b="1">
                          <a:solidFill>
                            <a:srgbClr val="222222"/>
                          </a:solidFill>
                          <a:latin typeface="Pretendard"/>
                          <a:ea typeface="Pretendard"/>
                          <a:cs typeface="Pretendard"/>
                        </a:rPr>
                        <a:t>채널 다각화</a:t>
                      </a:r>
                    </a:p>
                  </a:txBody>
                  <a:tcPr anchor="ctr" marL="38100" marR="38100" marT="25400" marB="25400">
                    <a:lnL w="6350" cap="flat">
                      <a:solidFill>
                        <a:srgbClr val="D9D9D9"/>
                      </a:solidFill>
                    </a:lnL>
                    <a:lnR w="6350" cap="flat">
                      <a:solidFill>
                        <a:srgbClr val="D9D9D9"/>
                      </a:solidFill>
                    </a:lnR>
                    <a:lnT w="6350" cap="flat">
                      <a:solidFill>
                        <a:srgbClr val="D9D9D9"/>
                      </a:solidFill>
                    </a:lnT>
                    <a:lnB w="6350" cap="flat">
                      <a:solidFill>
                        <a:srgbClr val="D9D9D9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900" b="0">
                          <a:solidFill>
                            <a:srgbClr val="222222"/>
                          </a:solidFill>
                          <a:latin typeface="Pretendard"/>
                          <a:ea typeface="Pretendard"/>
                          <a:cs typeface="Pretendard"/>
                        </a:rPr>
                        <a:t>97</a:t>
                      </a:r>
                    </a:p>
                  </a:txBody>
                  <a:tcPr anchor="ctr" marL="38100" marR="38100" marT="25400" marB="25400">
                    <a:lnL w="6350" cap="flat">
                      <a:solidFill>
                        <a:srgbClr val="D9D9D9"/>
                      </a:solidFill>
                    </a:lnL>
                    <a:lnR w="6350" cap="flat">
                      <a:solidFill>
                        <a:srgbClr val="D9D9D9"/>
                      </a:solidFill>
                    </a:lnR>
                    <a:lnT w="6350" cap="flat">
                      <a:solidFill>
                        <a:srgbClr val="D9D9D9"/>
                      </a:solidFill>
                    </a:lnT>
                    <a:lnB w="6350" cap="flat">
                      <a:solidFill>
                        <a:srgbClr val="D9D9D9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900" b="0">
                          <a:solidFill>
                            <a:srgbClr val="222222"/>
                          </a:solidFill>
                          <a:latin typeface="Pretendard"/>
                          <a:ea typeface="Pretendard"/>
                          <a:cs typeface="Pretendard"/>
                        </a:rPr>
                        <a:t>104</a:t>
                      </a:r>
                    </a:p>
                  </a:txBody>
                  <a:tcPr anchor="ctr" marL="38100" marR="38100" marT="25400" marB="25400">
                    <a:lnL w="6350" cap="flat">
                      <a:solidFill>
                        <a:srgbClr val="D9D9D9"/>
                      </a:solidFill>
                    </a:lnL>
                    <a:lnR w="6350" cap="flat">
                      <a:solidFill>
                        <a:srgbClr val="D9D9D9"/>
                      </a:solidFill>
                    </a:lnR>
                    <a:lnT w="6350" cap="flat">
                      <a:solidFill>
                        <a:srgbClr val="D9D9D9"/>
                      </a:solidFill>
                    </a:lnT>
                    <a:lnB w="6350" cap="flat">
                      <a:solidFill>
                        <a:srgbClr val="D9D9D9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900" b="0">
                          <a:solidFill>
                            <a:srgbClr val="222222"/>
                          </a:solidFill>
                          <a:latin typeface="Pretendard"/>
                          <a:ea typeface="Pretendard"/>
                          <a:cs typeface="Pretendard"/>
                        </a:rPr>
                        <a:t>111</a:t>
                      </a:r>
                    </a:p>
                  </a:txBody>
                  <a:tcPr anchor="ctr" marL="38100" marR="38100" marT="25400" marB="25400">
                    <a:lnL w="6350" cap="flat">
                      <a:solidFill>
                        <a:srgbClr val="D9D9D9"/>
                      </a:solidFill>
                    </a:lnL>
                    <a:lnR w="6350" cap="flat">
                      <a:solidFill>
                        <a:srgbClr val="D9D9D9"/>
                      </a:solidFill>
                    </a:lnR>
                    <a:lnT w="6350" cap="flat">
                      <a:solidFill>
                        <a:srgbClr val="D9D9D9"/>
                      </a:solidFill>
                    </a:lnT>
                    <a:lnB w="6350" cap="flat">
                      <a:solidFill>
                        <a:srgbClr val="D9D9D9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900" b="0">
                          <a:solidFill>
                            <a:srgbClr val="222222"/>
                          </a:solidFill>
                          <a:latin typeface="Pretendard"/>
                          <a:ea typeface="Pretendard"/>
                          <a:cs typeface="Pretendard"/>
                        </a:rPr>
                        <a:t>118</a:t>
                      </a:r>
                    </a:p>
                  </a:txBody>
                  <a:tcPr anchor="ctr" marL="38100" marR="38100" marT="25400" marB="25400">
                    <a:lnL w="6350" cap="flat">
                      <a:solidFill>
                        <a:srgbClr val="D9D9D9"/>
                      </a:solidFill>
                    </a:lnL>
                    <a:lnR w="6350" cap="flat">
                      <a:solidFill>
                        <a:srgbClr val="D9D9D9"/>
                      </a:solidFill>
                    </a:lnR>
                    <a:lnT w="6350" cap="flat">
                      <a:solidFill>
                        <a:srgbClr val="D9D9D9"/>
                      </a:solidFill>
                    </a:lnT>
                    <a:lnB w="6350" cap="flat">
                      <a:solidFill>
                        <a:srgbClr val="D9D9D9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900" b="1">
                          <a:solidFill>
                            <a:srgbClr val="2E75D6"/>
                          </a:solidFill>
                          <a:latin typeface="Pretendard"/>
                          <a:ea typeface="Pretendard"/>
                          <a:cs typeface="Pretendard"/>
                        </a:rPr>
                        <a:t>73.9%</a:t>
                      </a:r>
                    </a:p>
                  </a:txBody>
                  <a:tcPr anchor="ctr" marL="38100" marR="38100" marT="25400" marB="25400">
                    <a:lnL w="6350" cap="flat">
                      <a:solidFill>
                        <a:srgbClr val="D9D9D9"/>
                      </a:solidFill>
                    </a:lnL>
                    <a:lnR w="6350" cap="flat">
                      <a:solidFill>
                        <a:srgbClr val="D9D9D9"/>
                      </a:solidFill>
                    </a:lnR>
                    <a:lnT w="6350" cap="flat">
                      <a:solidFill>
                        <a:srgbClr val="D9D9D9"/>
                      </a:solidFill>
                    </a:lnT>
                    <a:lnB w="6350" cap="flat">
                      <a:solidFill>
                        <a:srgbClr val="D9D9D9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310896">
                <a:tc>
                  <a:txBody>
                    <a:bodyPr wrap="square"/>
                    <a:lstStyle/>
                    <a:p>
                      <a:pPr algn="l"/>
                      <a:r>
                        <a:rPr sz="900" b="1">
                          <a:solidFill>
                            <a:srgbClr val="222222"/>
                          </a:solidFill>
                          <a:latin typeface="Pretendard"/>
                          <a:ea typeface="Pretendard"/>
                          <a:cs typeface="Pretendard"/>
                        </a:rPr>
                        <a:t>브랜드 강화</a:t>
                      </a:r>
                    </a:p>
                  </a:txBody>
                  <a:tcPr anchor="ctr" marL="38100" marR="38100" marT="25400" marB="25400">
                    <a:lnL w="6350" cap="flat">
                      <a:solidFill>
                        <a:srgbClr val="D9D9D9"/>
                      </a:solidFill>
                    </a:lnL>
                    <a:lnR w="6350" cap="flat">
                      <a:solidFill>
                        <a:srgbClr val="D9D9D9"/>
                      </a:solidFill>
                    </a:lnR>
                    <a:lnT w="6350" cap="flat">
                      <a:solidFill>
                        <a:srgbClr val="D9D9D9"/>
                      </a:solidFill>
                    </a:lnT>
                    <a:lnB w="6350" cap="flat">
                      <a:solidFill>
                        <a:srgbClr val="D9D9D9"/>
                      </a:solidFill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900" b="0">
                          <a:solidFill>
                            <a:srgbClr val="222222"/>
                          </a:solidFill>
                          <a:latin typeface="Pretendard"/>
                          <a:ea typeface="Pretendard"/>
                          <a:cs typeface="Pretendard"/>
                        </a:rPr>
                        <a:t>114</a:t>
                      </a:r>
                    </a:p>
                  </a:txBody>
                  <a:tcPr anchor="ctr" marL="38100" marR="38100" marT="25400" marB="25400">
                    <a:lnL w="6350" cap="flat">
                      <a:solidFill>
                        <a:srgbClr val="D9D9D9"/>
                      </a:solidFill>
                    </a:lnL>
                    <a:lnR w="6350" cap="flat">
                      <a:solidFill>
                        <a:srgbClr val="D9D9D9"/>
                      </a:solidFill>
                    </a:lnR>
                    <a:lnT w="6350" cap="flat">
                      <a:solidFill>
                        <a:srgbClr val="D9D9D9"/>
                      </a:solidFill>
                    </a:lnT>
                    <a:lnB w="6350" cap="flat">
                      <a:solidFill>
                        <a:srgbClr val="D9D9D9"/>
                      </a:solidFill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900" b="0">
                          <a:solidFill>
                            <a:srgbClr val="222222"/>
                          </a:solidFill>
                          <a:latin typeface="Pretendard"/>
                          <a:ea typeface="Pretendard"/>
                          <a:cs typeface="Pretendard"/>
                        </a:rPr>
                        <a:t>121</a:t>
                      </a:r>
                    </a:p>
                  </a:txBody>
                  <a:tcPr anchor="ctr" marL="38100" marR="38100" marT="25400" marB="25400">
                    <a:lnL w="6350" cap="flat">
                      <a:solidFill>
                        <a:srgbClr val="D9D9D9"/>
                      </a:solidFill>
                    </a:lnL>
                    <a:lnR w="6350" cap="flat">
                      <a:solidFill>
                        <a:srgbClr val="D9D9D9"/>
                      </a:solidFill>
                    </a:lnR>
                    <a:lnT w="6350" cap="flat">
                      <a:solidFill>
                        <a:srgbClr val="D9D9D9"/>
                      </a:solidFill>
                    </a:lnT>
                    <a:lnB w="6350" cap="flat">
                      <a:solidFill>
                        <a:srgbClr val="D9D9D9"/>
                      </a:solidFill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900" b="0">
                          <a:solidFill>
                            <a:srgbClr val="222222"/>
                          </a:solidFill>
                          <a:latin typeface="Pretendard"/>
                          <a:ea typeface="Pretendard"/>
                          <a:cs typeface="Pretendard"/>
                        </a:rPr>
                        <a:t>128</a:t>
                      </a:r>
                    </a:p>
                  </a:txBody>
                  <a:tcPr anchor="ctr" marL="38100" marR="38100" marT="25400" marB="25400">
                    <a:lnL w="6350" cap="flat">
                      <a:solidFill>
                        <a:srgbClr val="D9D9D9"/>
                      </a:solidFill>
                    </a:lnL>
                    <a:lnR w="6350" cap="flat">
                      <a:solidFill>
                        <a:srgbClr val="D9D9D9"/>
                      </a:solidFill>
                    </a:lnR>
                    <a:lnT w="6350" cap="flat">
                      <a:solidFill>
                        <a:srgbClr val="D9D9D9"/>
                      </a:solidFill>
                    </a:lnT>
                    <a:lnB w="6350" cap="flat">
                      <a:solidFill>
                        <a:srgbClr val="D9D9D9"/>
                      </a:solidFill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900" b="0">
                          <a:solidFill>
                            <a:srgbClr val="222222"/>
                          </a:solidFill>
                          <a:latin typeface="Pretendard"/>
                          <a:ea typeface="Pretendard"/>
                          <a:cs typeface="Pretendard"/>
                        </a:rPr>
                        <a:t>135</a:t>
                      </a:r>
                    </a:p>
                  </a:txBody>
                  <a:tcPr anchor="ctr" marL="38100" marR="38100" marT="25400" marB="25400">
                    <a:lnL w="6350" cap="flat">
                      <a:solidFill>
                        <a:srgbClr val="D9D9D9"/>
                      </a:solidFill>
                    </a:lnL>
                    <a:lnR w="6350" cap="flat">
                      <a:solidFill>
                        <a:srgbClr val="D9D9D9"/>
                      </a:solidFill>
                    </a:lnR>
                    <a:lnT w="6350" cap="flat">
                      <a:solidFill>
                        <a:srgbClr val="D9D9D9"/>
                      </a:solidFill>
                    </a:lnT>
                    <a:lnB w="6350" cap="flat">
                      <a:solidFill>
                        <a:srgbClr val="D9D9D9"/>
                      </a:solidFill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900" b="1">
                          <a:solidFill>
                            <a:srgbClr val="2E75D6"/>
                          </a:solidFill>
                          <a:latin typeface="Pretendard"/>
                          <a:ea typeface="Pretendard"/>
                          <a:cs typeface="Pretendard"/>
                        </a:rPr>
                        <a:t>86.0%</a:t>
                      </a:r>
                    </a:p>
                  </a:txBody>
                  <a:tcPr anchor="ctr" marL="38100" marR="38100" marT="25400" marB="25400">
                    <a:lnL w="6350" cap="flat">
                      <a:solidFill>
                        <a:srgbClr val="D9D9D9"/>
                      </a:solidFill>
                    </a:lnL>
                    <a:lnR w="6350" cap="flat">
                      <a:solidFill>
                        <a:srgbClr val="D9D9D9"/>
                      </a:solidFill>
                    </a:lnR>
                    <a:lnT w="6350" cap="flat">
                      <a:solidFill>
                        <a:srgbClr val="D9D9D9"/>
                      </a:solidFill>
                    </a:lnT>
                    <a:lnB w="6350" cap="flat">
                      <a:solidFill>
                        <a:srgbClr val="D9D9D9"/>
                      </a:solidFill>
                    </a:lnB>
                    <a:solidFill>
                      <a:srgbClr val="F2F2F2"/>
                    </a:solidFill>
                  </a:tcPr>
                </a:tc>
              </a:tr>
            </a:tbl>
          </a:graphicData>
        </a:graphic>
      </p:graphicFrame>
      <p:sp>
        <p:nvSpPr>
          <p:cNvPr id="5" name="TextBox 4"/>
          <p:cNvSpPr txBox="1"/>
          <p:nvPr/>
        </p:nvSpPr>
        <p:spPr>
          <a:xfrm>
            <a:off x="137160" y="73152"/>
            <a:ext cx="3657600" cy="274320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l"/>
            <a:r>
              <a:rPr sz="900" b="1">
                <a:solidFill>
                  <a:srgbClr val="808080"/>
                </a:solidFill>
                <a:latin typeface="Pretendard"/>
                <a:ea typeface="Pretendard"/>
                <a:cs typeface="Pretendard"/>
              </a:rPr>
              <a:t>TBL-189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457200"/>
            <a:ext cx="11155680" cy="457200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l"/>
            <a:r>
              <a:rPr sz="1800" b="1">
                <a:solidFill>
                  <a:srgbClr val="1F3864"/>
                </a:solidFill>
                <a:latin typeface="Pretendard"/>
                <a:ea typeface="Pretendard"/>
                <a:cs typeface="Pretendard"/>
              </a:rPr>
              <a:t>스마트시티 상세 실적표 (컴팩트)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914400"/>
            <a:ext cx="11155680" cy="292608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l"/>
            <a:r>
              <a:rPr sz="1100" b="0">
                <a:solidFill>
                  <a:srgbClr val="595959"/>
                </a:solidFill>
                <a:latin typeface="Pretendard"/>
                <a:ea typeface="Pretendard"/>
                <a:cs typeface="Pretendard"/>
              </a:rPr>
              <a:t>고밀도 · 7열 소폰트 · red_500</a:t>
            </a:r>
          </a:p>
        </p:txBody>
      </p:sp>
      <p:graphicFrame>
        <p:nvGraphicFramePr>
          <p:cNvPr id="4" name="asset:TBL-190"/>
          <p:cNvGraphicFramePr>
            <a:graphicFrameLocks noGrp="1"/>
          </p:cNvGraphicFramePr>
          <p:nvPr/>
        </p:nvGraphicFramePr>
        <p:xfrm>
          <a:off x="640080" y="1371600"/>
          <a:ext cx="10908792" cy="2176272"/>
        </p:xfrm>
        <a:graphic>
          <a:graphicData uri="http://schemas.openxmlformats.org/drawingml/2006/table">
            <a:tbl>
              <a:tblPr>
                <a:tableStyleId>{2D5ABB26-0587-4C30-8999-92F81FD0307C}</a:tableStyleId>
              </a:tblPr>
              <a:tblGrid>
                <a:gridCol w="1947672"/>
                <a:gridCol w="1493520"/>
                <a:gridCol w="1493520"/>
                <a:gridCol w="1493520"/>
                <a:gridCol w="1493520"/>
                <a:gridCol w="1493520"/>
                <a:gridCol w="1493520"/>
              </a:tblGrid>
              <a:tr h="310896">
                <a:tc>
                  <a:txBody>
                    <a:bodyPr wrap="square"/>
                    <a:lstStyle/>
                    <a:p>
                      <a:pPr algn="l"/>
                      <a:r>
                        <a:rPr sz="900" b="1">
                          <a:solidFill>
                            <a:srgbClr val="FFFFFF"/>
                          </a:solidFill>
                          <a:latin typeface="Pretendard"/>
                          <a:ea typeface="Pretendard"/>
                          <a:cs typeface="Pretendard"/>
                        </a:rPr>
                        <a:t>과업</a:t>
                      </a:r>
                    </a:p>
                  </a:txBody>
                  <a:tcPr anchor="ctr" marL="38100" marR="38100" marT="25400" marB="25400">
                    <a:lnL w="6350" cap="flat">
                      <a:solidFill>
                        <a:srgbClr val="D9D9D9"/>
                      </a:solidFill>
                    </a:lnL>
                    <a:lnR w="6350" cap="flat">
                      <a:solidFill>
                        <a:srgbClr val="D9D9D9"/>
                      </a:solidFill>
                    </a:lnR>
                    <a:lnT w="6350" cap="flat">
                      <a:solidFill>
                        <a:srgbClr val="D9D9D9"/>
                      </a:solidFill>
                    </a:lnT>
                    <a:lnB w="6350" cap="flat">
                      <a:solidFill>
                        <a:srgbClr val="D9D9D9"/>
                      </a:solidFill>
                    </a:lnB>
                    <a:solidFill>
                      <a:srgbClr val="C0392B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00" b="1">
                          <a:solidFill>
                            <a:srgbClr val="FFFFFF"/>
                          </a:solidFill>
                          <a:latin typeface="Pretendard"/>
                          <a:ea typeface="Pretendard"/>
                          <a:cs typeface="Pretendard"/>
                        </a:rPr>
                        <a:t>하반기</a:t>
                      </a:r>
                    </a:p>
                  </a:txBody>
                  <a:tcPr anchor="ctr" marL="38100" marR="38100" marT="25400" marB="25400">
                    <a:lnL w="6350" cap="flat">
                      <a:solidFill>
                        <a:srgbClr val="D9D9D9"/>
                      </a:solidFill>
                    </a:lnL>
                    <a:lnR w="6350" cap="flat">
                      <a:solidFill>
                        <a:srgbClr val="D9D9D9"/>
                      </a:solidFill>
                    </a:lnR>
                    <a:lnT w="6350" cap="flat">
                      <a:solidFill>
                        <a:srgbClr val="D9D9D9"/>
                      </a:solidFill>
                    </a:lnT>
                    <a:lnB w="6350" cap="flat">
                      <a:solidFill>
                        <a:srgbClr val="D9D9D9"/>
                      </a:solidFill>
                    </a:lnB>
                    <a:solidFill>
                      <a:srgbClr val="C0392B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00" b="1">
                          <a:solidFill>
                            <a:srgbClr val="FFFFFF"/>
                          </a:solidFill>
                          <a:latin typeface="Pretendard"/>
                          <a:ea typeface="Pretendard"/>
                          <a:cs typeface="Pretendard"/>
                        </a:rPr>
                        <a:t>누적</a:t>
                      </a:r>
                    </a:p>
                  </a:txBody>
                  <a:tcPr anchor="ctr" marL="38100" marR="38100" marT="25400" marB="25400">
                    <a:lnL w="6350" cap="flat">
                      <a:solidFill>
                        <a:srgbClr val="D9D9D9"/>
                      </a:solidFill>
                    </a:lnL>
                    <a:lnR w="6350" cap="flat">
                      <a:solidFill>
                        <a:srgbClr val="D9D9D9"/>
                      </a:solidFill>
                    </a:lnR>
                    <a:lnT w="6350" cap="flat">
                      <a:solidFill>
                        <a:srgbClr val="D9D9D9"/>
                      </a:solidFill>
                    </a:lnT>
                    <a:lnB w="6350" cap="flat">
                      <a:solidFill>
                        <a:srgbClr val="D9D9D9"/>
                      </a:solidFill>
                    </a:lnB>
                    <a:solidFill>
                      <a:srgbClr val="C0392B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00" b="1">
                          <a:solidFill>
                            <a:srgbClr val="FFFFFF"/>
                          </a:solidFill>
                          <a:latin typeface="Pretendard"/>
                          <a:ea typeface="Pretendard"/>
                          <a:cs typeface="Pretendard"/>
                        </a:rPr>
                        <a:t>목표</a:t>
                      </a:r>
                    </a:p>
                  </a:txBody>
                  <a:tcPr anchor="ctr" marL="38100" marR="38100" marT="25400" marB="25400">
                    <a:lnL w="6350" cap="flat">
                      <a:solidFill>
                        <a:srgbClr val="D9D9D9"/>
                      </a:solidFill>
                    </a:lnL>
                    <a:lnR w="6350" cap="flat">
                      <a:solidFill>
                        <a:srgbClr val="D9D9D9"/>
                      </a:solidFill>
                    </a:lnR>
                    <a:lnT w="6350" cap="flat">
                      <a:solidFill>
                        <a:srgbClr val="D9D9D9"/>
                      </a:solidFill>
                    </a:lnT>
                    <a:lnB w="6350" cap="flat">
                      <a:solidFill>
                        <a:srgbClr val="D9D9D9"/>
                      </a:solidFill>
                    </a:lnB>
                    <a:solidFill>
                      <a:srgbClr val="C0392B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00" b="1">
                          <a:solidFill>
                            <a:srgbClr val="FFFFFF"/>
                          </a:solidFill>
                          <a:latin typeface="Pretendard"/>
                          <a:ea typeface="Pretendard"/>
                          <a:cs typeface="Pretendard"/>
                        </a:rPr>
                        <a:t>실적</a:t>
                      </a:r>
                    </a:p>
                  </a:txBody>
                  <a:tcPr anchor="ctr" marL="38100" marR="38100" marT="25400" marB="25400">
                    <a:lnL w="6350" cap="flat">
                      <a:solidFill>
                        <a:srgbClr val="D9D9D9"/>
                      </a:solidFill>
                    </a:lnL>
                    <a:lnR w="6350" cap="flat">
                      <a:solidFill>
                        <a:srgbClr val="D9D9D9"/>
                      </a:solidFill>
                    </a:lnR>
                    <a:lnT w="6350" cap="flat">
                      <a:solidFill>
                        <a:srgbClr val="D9D9D9"/>
                      </a:solidFill>
                    </a:lnT>
                    <a:lnB w="6350" cap="flat">
                      <a:solidFill>
                        <a:srgbClr val="D9D9D9"/>
                      </a:solidFill>
                    </a:lnB>
                    <a:solidFill>
                      <a:srgbClr val="C0392B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00" b="1">
                          <a:solidFill>
                            <a:srgbClr val="FFFFFF"/>
                          </a:solidFill>
                          <a:latin typeface="Pretendard"/>
                          <a:ea typeface="Pretendard"/>
                          <a:cs typeface="Pretendard"/>
                        </a:rPr>
                        <a:t>증감률</a:t>
                      </a:r>
                    </a:p>
                  </a:txBody>
                  <a:tcPr anchor="ctr" marL="38100" marR="38100" marT="25400" marB="25400">
                    <a:lnL w="6350" cap="flat">
                      <a:solidFill>
                        <a:srgbClr val="D9D9D9"/>
                      </a:solidFill>
                    </a:lnL>
                    <a:lnR w="6350" cap="flat">
                      <a:solidFill>
                        <a:srgbClr val="D9D9D9"/>
                      </a:solidFill>
                    </a:lnR>
                    <a:lnT w="6350" cap="flat">
                      <a:solidFill>
                        <a:srgbClr val="D9D9D9"/>
                      </a:solidFill>
                    </a:lnT>
                    <a:lnB w="6350" cap="flat">
                      <a:solidFill>
                        <a:srgbClr val="D9D9D9"/>
                      </a:solidFill>
                    </a:lnB>
                    <a:solidFill>
                      <a:srgbClr val="C0392B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00" b="1">
                          <a:solidFill>
                            <a:srgbClr val="FFFFFF"/>
                          </a:solidFill>
                          <a:latin typeface="Pretendard"/>
                          <a:ea typeface="Pretendard"/>
                          <a:cs typeface="Pretendard"/>
                        </a:rPr>
                        <a:t>2024년</a:t>
                      </a:r>
                    </a:p>
                  </a:txBody>
                  <a:tcPr anchor="ctr" marL="38100" marR="38100" marT="25400" marB="25400">
                    <a:lnL w="6350" cap="flat">
                      <a:solidFill>
                        <a:srgbClr val="D9D9D9"/>
                      </a:solidFill>
                    </a:lnL>
                    <a:lnR w="6350" cap="flat">
                      <a:solidFill>
                        <a:srgbClr val="D9D9D9"/>
                      </a:solidFill>
                    </a:lnR>
                    <a:lnT w="6350" cap="flat">
                      <a:solidFill>
                        <a:srgbClr val="D9D9D9"/>
                      </a:solidFill>
                    </a:lnT>
                    <a:lnB w="6350" cap="flat">
                      <a:solidFill>
                        <a:srgbClr val="D9D9D9"/>
                      </a:solidFill>
                    </a:lnB>
                    <a:solidFill>
                      <a:srgbClr val="C0392B"/>
                    </a:solidFill>
                  </a:tcPr>
                </a:tc>
              </a:tr>
              <a:tr h="310896">
                <a:tc>
                  <a:txBody>
                    <a:bodyPr wrap="square"/>
                    <a:lstStyle/>
                    <a:p>
                      <a:pPr algn="l"/>
                      <a:r>
                        <a:rPr sz="900" b="1">
                          <a:solidFill>
                            <a:srgbClr val="222222"/>
                          </a:solidFill>
                          <a:latin typeface="Pretendard"/>
                          <a:ea typeface="Pretendard"/>
                          <a:cs typeface="Pretendard"/>
                        </a:rPr>
                        <a:t>서비스 고도화</a:t>
                      </a:r>
                    </a:p>
                  </a:txBody>
                  <a:tcPr anchor="ctr" marL="38100" marR="38100" marT="25400" marB="25400">
                    <a:lnL w="6350" cap="flat">
                      <a:solidFill>
                        <a:srgbClr val="D9D9D9"/>
                      </a:solidFill>
                    </a:lnL>
                    <a:lnR w="6350" cap="flat">
                      <a:solidFill>
                        <a:srgbClr val="D9D9D9"/>
                      </a:solidFill>
                    </a:lnR>
                    <a:lnT w="6350" cap="flat">
                      <a:solidFill>
                        <a:srgbClr val="D9D9D9"/>
                      </a:solidFill>
                    </a:lnT>
                    <a:lnB w="6350" cap="flat">
                      <a:solidFill>
                        <a:srgbClr val="D9D9D9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900" b="0">
                          <a:solidFill>
                            <a:srgbClr val="222222"/>
                          </a:solidFill>
                          <a:latin typeface="Pretendard"/>
                          <a:ea typeface="Pretendard"/>
                          <a:cs typeface="Pretendard"/>
                        </a:rPr>
                        <a:t>34</a:t>
                      </a:r>
                    </a:p>
                  </a:txBody>
                  <a:tcPr anchor="ctr" marL="38100" marR="38100" marT="25400" marB="25400">
                    <a:lnL w="6350" cap="flat">
                      <a:solidFill>
                        <a:srgbClr val="D9D9D9"/>
                      </a:solidFill>
                    </a:lnL>
                    <a:lnR w="6350" cap="flat">
                      <a:solidFill>
                        <a:srgbClr val="D9D9D9"/>
                      </a:solidFill>
                    </a:lnR>
                    <a:lnT w="6350" cap="flat">
                      <a:solidFill>
                        <a:srgbClr val="D9D9D9"/>
                      </a:solidFill>
                    </a:lnT>
                    <a:lnB w="6350" cap="flat">
                      <a:solidFill>
                        <a:srgbClr val="D9D9D9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900" b="0">
                          <a:solidFill>
                            <a:srgbClr val="222222"/>
                          </a:solidFill>
                          <a:latin typeface="Pretendard"/>
                          <a:ea typeface="Pretendard"/>
                          <a:cs typeface="Pretendard"/>
                        </a:rPr>
                        <a:t>41</a:t>
                      </a:r>
                    </a:p>
                  </a:txBody>
                  <a:tcPr anchor="ctr" marL="38100" marR="38100" marT="25400" marB="25400">
                    <a:lnL w="6350" cap="flat">
                      <a:solidFill>
                        <a:srgbClr val="D9D9D9"/>
                      </a:solidFill>
                    </a:lnL>
                    <a:lnR w="6350" cap="flat">
                      <a:solidFill>
                        <a:srgbClr val="D9D9D9"/>
                      </a:solidFill>
                    </a:lnR>
                    <a:lnT w="6350" cap="flat">
                      <a:solidFill>
                        <a:srgbClr val="D9D9D9"/>
                      </a:solidFill>
                    </a:lnT>
                    <a:lnB w="6350" cap="flat">
                      <a:solidFill>
                        <a:srgbClr val="D9D9D9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900" b="0">
                          <a:solidFill>
                            <a:srgbClr val="222222"/>
                          </a:solidFill>
                          <a:latin typeface="Pretendard"/>
                          <a:ea typeface="Pretendard"/>
                          <a:cs typeface="Pretendard"/>
                        </a:rPr>
                        <a:t>48</a:t>
                      </a:r>
                    </a:p>
                  </a:txBody>
                  <a:tcPr anchor="ctr" marL="38100" marR="38100" marT="25400" marB="25400">
                    <a:lnL w="6350" cap="flat">
                      <a:solidFill>
                        <a:srgbClr val="D9D9D9"/>
                      </a:solidFill>
                    </a:lnL>
                    <a:lnR w="6350" cap="flat">
                      <a:solidFill>
                        <a:srgbClr val="D9D9D9"/>
                      </a:solidFill>
                    </a:lnR>
                    <a:lnT w="6350" cap="flat">
                      <a:solidFill>
                        <a:srgbClr val="D9D9D9"/>
                      </a:solidFill>
                    </a:lnT>
                    <a:lnB w="6350" cap="flat">
                      <a:solidFill>
                        <a:srgbClr val="D9D9D9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900" b="0">
                          <a:solidFill>
                            <a:srgbClr val="222222"/>
                          </a:solidFill>
                          <a:latin typeface="Pretendard"/>
                          <a:ea typeface="Pretendard"/>
                          <a:cs typeface="Pretendard"/>
                        </a:rPr>
                        <a:t>55</a:t>
                      </a:r>
                    </a:p>
                  </a:txBody>
                  <a:tcPr anchor="ctr" marL="38100" marR="38100" marT="25400" marB="25400">
                    <a:lnL w="6350" cap="flat">
                      <a:solidFill>
                        <a:srgbClr val="D9D9D9"/>
                      </a:solidFill>
                    </a:lnL>
                    <a:lnR w="6350" cap="flat">
                      <a:solidFill>
                        <a:srgbClr val="D9D9D9"/>
                      </a:solidFill>
                    </a:lnR>
                    <a:lnT w="6350" cap="flat">
                      <a:solidFill>
                        <a:srgbClr val="D9D9D9"/>
                      </a:solidFill>
                    </a:lnT>
                    <a:lnB w="6350" cap="flat">
                      <a:solidFill>
                        <a:srgbClr val="D9D9D9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900" b="0">
                          <a:solidFill>
                            <a:srgbClr val="222222"/>
                          </a:solidFill>
                          <a:latin typeface="Pretendard"/>
                          <a:ea typeface="Pretendard"/>
                          <a:cs typeface="Pretendard"/>
                        </a:rPr>
                        <a:t>62</a:t>
                      </a:r>
                    </a:p>
                  </a:txBody>
                  <a:tcPr anchor="ctr" marL="38100" marR="38100" marT="25400" marB="25400">
                    <a:lnL w="6350" cap="flat">
                      <a:solidFill>
                        <a:srgbClr val="D9D9D9"/>
                      </a:solidFill>
                    </a:lnL>
                    <a:lnR w="6350" cap="flat">
                      <a:solidFill>
                        <a:srgbClr val="D9D9D9"/>
                      </a:solidFill>
                    </a:lnR>
                    <a:lnT w="6350" cap="flat">
                      <a:solidFill>
                        <a:srgbClr val="D9D9D9"/>
                      </a:solidFill>
                    </a:lnT>
                    <a:lnB w="6350" cap="flat">
                      <a:solidFill>
                        <a:srgbClr val="D9D9D9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900" b="1">
                          <a:solidFill>
                            <a:srgbClr val="2E75D6"/>
                          </a:solidFill>
                          <a:latin typeface="Pretendard"/>
                          <a:ea typeface="Pretendard"/>
                          <a:cs typeface="Pretendard"/>
                        </a:rPr>
                        <a:t>78.7%</a:t>
                      </a:r>
                    </a:p>
                  </a:txBody>
                  <a:tcPr anchor="ctr" marL="38100" marR="38100" marT="25400" marB="25400">
                    <a:lnL w="6350" cap="flat">
                      <a:solidFill>
                        <a:srgbClr val="D9D9D9"/>
                      </a:solidFill>
                    </a:lnL>
                    <a:lnR w="6350" cap="flat">
                      <a:solidFill>
                        <a:srgbClr val="D9D9D9"/>
                      </a:solidFill>
                    </a:lnR>
                    <a:lnT w="6350" cap="flat">
                      <a:solidFill>
                        <a:srgbClr val="D9D9D9"/>
                      </a:solidFill>
                    </a:lnT>
                    <a:lnB w="6350" cap="flat">
                      <a:solidFill>
                        <a:srgbClr val="D9D9D9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310896">
                <a:tc>
                  <a:txBody>
                    <a:bodyPr wrap="square"/>
                    <a:lstStyle/>
                    <a:p>
                      <a:pPr algn="l"/>
                      <a:r>
                        <a:rPr sz="900" b="1">
                          <a:solidFill>
                            <a:srgbClr val="222222"/>
                          </a:solidFill>
                          <a:latin typeface="Pretendard"/>
                          <a:ea typeface="Pretendard"/>
                          <a:cs typeface="Pretendard"/>
                        </a:rPr>
                        <a:t>표준화 정립</a:t>
                      </a:r>
                    </a:p>
                  </a:txBody>
                  <a:tcPr anchor="ctr" marL="38100" marR="38100" marT="25400" marB="25400">
                    <a:lnL w="6350" cap="flat">
                      <a:solidFill>
                        <a:srgbClr val="D9D9D9"/>
                      </a:solidFill>
                    </a:lnL>
                    <a:lnR w="6350" cap="flat">
                      <a:solidFill>
                        <a:srgbClr val="D9D9D9"/>
                      </a:solidFill>
                    </a:lnR>
                    <a:lnT w="6350" cap="flat">
                      <a:solidFill>
                        <a:srgbClr val="D9D9D9"/>
                      </a:solidFill>
                    </a:lnT>
                    <a:lnB w="6350" cap="flat">
                      <a:solidFill>
                        <a:srgbClr val="D9D9D9"/>
                      </a:solidFill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900" b="0">
                          <a:solidFill>
                            <a:srgbClr val="222222"/>
                          </a:solidFill>
                          <a:latin typeface="Pretendard"/>
                          <a:ea typeface="Pretendard"/>
                          <a:cs typeface="Pretendard"/>
                        </a:rPr>
                        <a:t>51</a:t>
                      </a:r>
                    </a:p>
                  </a:txBody>
                  <a:tcPr anchor="ctr" marL="38100" marR="38100" marT="25400" marB="25400">
                    <a:lnL w="6350" cap="flat">
                      <a:solidFill>
                        <a:srgbClr val="D9D9D9"/>
                      </a:solidFill>
                    </a:lnL>
                    <a:lnR w="6350" cap="flat">
                      <a:solidFill>
                        <a:srgbClr val="D9D9D9"/>
                      </a:solidFill>
                    </a:lnR>
                    <a:lnT w="6350" cap="flat">
                      <a:solidFill>
                        <a:srgbClr val="D9D9D9"/>
                      </a:solidFill>
                    </a:lnT>
                    <a:lnB w="6350" cap="flat">
                      <a:solidFill>
                        <a:srgbClr val="D9D9D9"/>
                      </a:solidFill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900" b="0">
                          <a:solidFill>
                            <a:srgbClr val="222222"/>
                          </a:solidFill>
                          <a:latin typeface="Pretendard"/>
                          <a:ea typeface="Pretendard"/>
                          <a:cs typeface="Pretendard"/>
                        </a:rPr>
                        <a:t>58</a:t>
                      </a:r>
                    </a:p>
                  </a:txBody>
                  <a:tcPr anchor="ctr" marL="38100" marR="38100" marT="25400" marB="25400">
                    <a:lnL w="6350" cap="flat">
                      <a:solidFill>
                        <a:srgbClr val="D9D9D9"/>
                      </a:solidFill>
                    </a:lnL>
                    <a:lnR w="6350" cap="flat">
                      <a:solidFill>
                        <a:srgbClr val="D9D9D9"/>
                      </a:solidFill>
                    </a:lnR>
                    <a:lnT w="6350" cap="flat">
                      <a:solidFill>
                        <a:srgbClr val="D9D9D9"/>
                      </a:solidFill>
                    </a:lnT>
                    <a:lnB w="6350" cap="flat">
                      <a:solidFill>
                        <a:srgbClr val="D9D9D9"/>
                      </a:solidFill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900" b="0">
                          <a:solidFill>
                            <a:srgbClr val="222222"/>
                          </a:solidFill>
                          <a:latin typeface="Pretendard"/>
                          <a:ea typeface="Pretendard"/>
                          <a:cs typeface="Pretendard"/>
                        </a:rPr>
                        <a:t>65</a:t>
                      </a:r>
                    </a:p>
                  </a:txBody>
                  <a:tcPr anchor="ctr" marL="38100" marR="38100" marT="25400" marB="25400">
                    <a:lnL w="6350" cap="flat">
                      <a:solidFill>
                        <a:srgbClr val="D9D9D9"/>
                      </a:solidFill>
                    </a:lnL>
                    <a:lnR w="6350" cap="flat">
                      <a:solidFill>
                        <a:srgbClr val="D9D9D9"/>
                      </a:solidFill>
                    </a:lnR>
                    <a:lnT w="6350" cap="flat">
                      <a:solidFill>
                        <a:srgbClr val="D9D9D9"/>
                      </a:solidFill>
                    </a:lnT>
                    <a:lnB w="6350" cap="flat">
                      <a:solidFill>
                        <a:srgbClr val="D9D9D9"/>
                      </a:solidFill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900" b="0">
                          <a:solidFill>
                            <a:srgbClr val="222222"/>
                          </a:solidFill>
                          <a:latin typeface="Pretendard"/>
                          <a:ea typeface="Pretendard"/>
                          <a:cs typeface="Pretendard"/>
                        </a:rPr>
                        <a:t>72</a:t>
                      </a:r>
                    </a:p>
                  </a:txBody>
                  <a:tcPr anchor="ctr" marL="38100" marR="38100" marT="25400" marB="25400">
                    <a:lnL w="6350" cap="flat">
                      <a:solidFill>
                        <a:srgbClr val="D9D9D9"/>
                      </a:solidFill>
                    </a:lnL>
                    <a:lnR w="6350" cap="flat">
                      <a:solidFill>
                        <a:srgbClr val="D9D9D9"/>
                      </a:solidFill>
                    </a:lnR>
                    <a:lnT w="6350" cap="flat">
                      <a:solidFill>
                        <a:srgbClr val="D9D9D9"/>
                      </a:solidFill>
                    </a:lnT>
                    <a:lnB w="6350" cap="flat">
                      <a:solidFill>
                        <a:srgbClr val="D9D9D9"/>
                      </a:solidFill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900" b="0">
                          <a:solidFill>
                            <a:srgbClr val="222222"/>
                          </a:solidFill>
                          <a:latin typeface="Pretendard"/>
                          <a:ea typeface="Pretendard"/>
                          <a:cs typeface="Pretendard"/>
                        </a:rPr>
                        <a:t>79</a:t>
                      </a:r>
                    </a:p>
                  </a:txBody>
                  <a:tcPr anchor="ctr" marL="38100" marR="38100" marT="25400" marB="25400">
                    <a:lnL w="6350" cap="flat">
                      <a:solidFill>
                        <a:srgbClr val="D9D9D9"/>
                      </a:solidFill>
                    </a:lnL>
                    <a:lnR w="6350" cap="flat">
                      <a:solidFill>
                        <a:srgbClr val="D9D9D9"/>
                      </a:solidFill>
                    </a:lnR>
                    <a:lnT w="6350" cap="flat">
                      <a:solidFill>
                        <a:srgbClr val="D9D9D9"/>
                      </a:solidFill>
                    </a:lnT>
                    <a:lnB w="6350" cap="flat">
                      <a:solidFill>
                        <a:srgbClr val="D9D9D9"/>
                      </a:solidFill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900" b="1">
                          <a:solidFill>
                            <a:srgbClr val="2E75D6"/>
                          </a:solidFill>
                          <a:latin typeface="Pretendard"/>
                          <a:ea typeface="Pretendard"/>
                          <a:cs typeface="Pretendard"/>
                        </a:rPr>
                        <a:t>91.8%</a:t>
                      </a:r>
                    </a:p>
                  </a:txBody>
                  <a:tcPr anchor="ctr" marL="38100" marR="38100" marT="25400" marB="25400">
                    <a:lnL w="6350" cap="flat">
                      <a:solidFill>
                        <a:srgbClr val="D9D9D9"/>
                      </a:solidFill>
                    </a:lnL>
                    <a:lnR w="6350" cap="flat">
                      <a:solidFill>
                        <a:srgbClr val="D9D9D9"/>
                      </a:solidFill>
                    </a:lnR>
                    <a:lnT w="6350" cap="flat">
                      <a:solidFill>
                        <a:srgbClr val="D9D9D9"/>
                      </a:solidFill>
                    </a:lnT>
                    <a:lnB w="6350" cap="flat">
                      <a:solidFill>
                        <a:srgbClr val="D9D9D9"/>
                      </a:solidFill>
                    </a:lnB>
                    <a:solidFill>
                      <a:srgbClr val="F2F2F2"/>
                    </a:solidFill>
                  </a:tcPr>
                </a:tc>
              </a:tr>
              <a:tr h="310896">
                <a:tc>
                  <a:txBody>
                    <a:bodyPr wrap="square"/>
                    <a:lstStyle/>
                    <a:p>
                      <a:pPr algn="l"/>
                      <a:r>
                        <a:rPr sz="900" b="1">
                          <a:solidFill>
                            <a:srgbClr val="222222"/>
                          </a:solidFill>
                          <a:latin typeface="Pretendard"/>
                          <a:ea typeface="Pretendard"/>
                          <a:cs typeface="Pretendard"/>
                        </a:rPr>
                        <a:t>글로벌 확장</a:t>
                      </a:r>
                    </a:p>
                  </a:txBody>
                  <a:tcPr anchor="ctr" marL="38100" marR="38100" marT="25400" marB="25400">
                    <a:lnL w="6350" cap="flat">
                      <a:solidFill>
                        <a:srgbClr val="D9D9D9"/>
                      </a:solidFill>
                    </a:lnL>
                    <a:lnR w="6350" cap="flat">
                      <a:solidFill>
                        <a:srgbClr val="D9D9D9"/>
                      </a:solidFill>
                    </a:lnR>
                    <a:lnT w="6350" cap="flat">
                      <a:solidFill>
                        <a:srgbClr val="D9D9D9"/>
                      </a:solidFill>
                    </a:lnT>
                    <a:lnB w="6350" cap="flat">
                      <a:solidFill>
                        <a:srgbClr val="D9D9D9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900" b="0">
                          <a:solidFill>
                            <a:srgbClr val="222222"/>
                          </a:solidFill>
                          <a:latin typeface="Pretendard"/>
                          <a:ea typeface="Pretendard"/>
                          <a:cs typeface="Pretendard"/>
                        </a:rPr>
                        <a:t>68</a:t>
                      </a:r>
                    </a:p>
                  </a:txBody>
                  <a:tcPr anchor="ctr" marL="38100" marR="38100" marT="25400" marB="25400">
                    <a:lnL w="6350" cap="flat">
                      <a:solidFill>
                        <a:srgbClr val="D9D9D9"/>
                      </a:solidFill>
                    </a:lnL>
                    <a:lnR w="6350" cap="flat">
                      <a:solidFill>
                        <a:srgbClr val="D9D9D9"/>
                      </a:solidFill>
                    </a:lnR>
                    <a:lnT w="6350" cap="flat">
                      <a:solidFill>
                        <a:srgbClr val="D9D9D9"/>
                      </a:solidFill>
                    </a:lnT>
                    <a:lnB w="6350" cap="flat">
                      <a:solidFill>
                        <a:srgbClr val="D9D9D9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900" b="0">
                          <a:solidFill>
                            <a:srgbClr val="222222"/>
                          </a:solidFill>
                          <a:latin typeface="Pretendard"/>
                          <a:ea typeface="Pretendard"/>
                          <a:cs typeface="Pretendard"/>
                        </a:rPr>
                        <a:t>75</a:t>
                      </a:r>
                    </a:p>
                  </a:txBody>
                  <a:tcPr anchor="ctr" marL="38100" marR="38100" marT="25400" marB="25400">
                    <a:lnL w="6350" cap="flat">
                      <a:solidFill>
                        <a:srgbClr val="D9D9D9"/>
                      </a:solidFill>
                    </a:lnL>
                    <a:lnR w="6350" cap="flat">
                      <a:solidFill>
                        <a:srgbClr val="D9D9D9"/>
                      </a:solidFill>
                    </a:lnR>
                    <a:lnT w="6350" cap="flat">
                      <a:solidFill>
                        <a:srgbClr val="D9D9D9"/>
                      </a:solidFill>
                    </a:lnT>
                    <a:lnB w="6350" cap="flat">
                      <a:solidFill>
                        <a:srgbClr val="D9D9D9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900" b="0">
                          <a:solidFill>
                            <a:srgbClr val="222222"/>
                          </a:solidFill>
                          <a:latin typeface="Pretendard"/>
                          <a:ea typeface="Pretendard"/>
                          <a:cs typeface="Pretendard"/>
                        </a:rPr>
                        <a:t>82</a:t>
                      </a:r>
                    </a:p>
                  </a:txBody>
                  <a:tcPr anchor="ctr" marL="38100" marR="38100" marT="25400" marB="25400">
                    <a:lnL w="6350" cap="flat">
                      <a:solidFill>
                        <a:srgbClr val="D9D9D9"/>
                      </a:solidFill>
                    </a:lnL>
                    <a:lnR w="6350" cap="flat">
                      <a:solidFill>
                        <a:srgbClr val="D9D9D9"/>
                      </a:solidFill>
                    </a:lnR>
                    <a:lnT w="6350" cap="flat">
                      <a:solidFill>
                        <a:srgbClr val="D9D9D9"/>
                      </a:solidFill>
                    </a:lnT>
                    <a:lnB w="6350" cap="flat">
                      <a:solidFill>
                        <a:srgbClr val="D9D9D9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900" b="0">
                          <a:solidFill>
                            <a:srgbClr val="222222"/>
                          </a:solidFill>
                          <a:latin typeface="Pretendard"/>
                          <a:ea typeface="Pretendard"/>
                          <a:cs typeface="Pretendard"/>
                        </a:rPr>
                        <a:t>89</a:t>
                      </a:r>
                    </a:p>
                  </a:txBody>
                  <a:tcPr anchor="ctr" marL="38100" marR="38100" marT="25400" marB="25400">
                    <a:lnL w="6350" cap="flat">
                      <a:solidFill>
                        <a:srgbClr val="D9D9D9"/>
                      </a:solidFill>
                    </a:lnL>
                    <a:lnR w="6350" cap="flat">
                      <a:solidFill>
                        <a:srgbClr val="D9D9D9"/>
                      </a:solidFill>
                    </a:lnR>
                    <a:lnT w="6350" cap="flat">
                      <a:solidFill>
                        <a:srgbClr val="D9D9D9"/>
                      </a:solidFill>
                    </a:lnT>
                    <a:lnB w="6350" cap="flat">
                      <a:solidFill>
                        <a:srgbClr val="D9D9D9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900" b="0">
                          <a:solidFill>
                            <a:srgbClr val="222222"/>
                          </a:solidFill>
                          <a:latin typeface="Pretendard"/>
                          <a:ea typeface="Pretendard"/>
                          <a:cs typeface="Pretendard"/>
                        </a:rPr>
                        <a:t>96</a:t>
                      </a:r>
                    </a:p>
                  </a:txBody>
                  <a:tcPr anchor="ctr" marL="38100" marR="38100" marT="25400" marB="25400">
                    <a:lnL w="6350" cap="flat">
                      <a:solidFill>
                        <a:srgbClr val="D9D9D9"/>
                      </a:solidFill>
                    </a:lnL>
                    <a:lnR w="6350" cap="flat">
                      <a:solidFill>
                        <a:srgbClr val="D9D9D9"/>
                      </a:solidFill>
                    </a:lnR>
                    <a:lnT w="6350" cap="flat">
                      <a:solidFill>
                        <a:srgbClr val="D9D9D9"/>
                      </a:solidFill>
                    </a:lnT>
                    <a:lnB w="6350" cap="flat">
                      <a:solidFill>
                        <a:srgbClr val="D9D9D9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900" b="1">
                          <a:solidFill>
                            <a:srgbClr val="2E75D6"/>
                          </a:solidFill>
                          <a:latin typeface="Pretendard"/>
                          <a:ea typeface="Pretendard"/>
                          <a:cs typeface="Pretendard"/>
                        </a:rPr>
                        <a:t>59.9%</a:t>
                      </a:r>
                    </a:p>
                  </a:txBody>
                  <a:tcPr anchor="ctr" marL="38100" marR="38100" marT="25400" marB="25400">
                    <a:lnL w="6350" cap="flat">
                      <a:solidFill>
                        <a:srgbClr val="D9D9D9"/>
                      </a:solidFill>
                    </a:lnL>
                    <a:lnR w="6350" cap="flat">
                      <a:solidFill>
                        <a:srgbClr val="D9D9D9"/>
                      </a:solidFill>
                    </a:lnR>
                    <a:lnT w="6350" cap="flat">
                      <a:solidFill>
                        <a:srgbClr val="D9D9D9"/>
                      </a:solidFill>
                    </a:lnT>
                    <a:lnB w="6350" cap="flat">
                      <a:solidFill>
                        <a:srgbClr val="D9D9D9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310896">
                <a:tc>
                  <a:txBody>
                    <a:bodyPr wrap="square"/>
                    <a:lstStyle/>
                    <a:p>
                      <a:pPr algn="l"/>
                      <a:r>
                        <a:rPr sz="900" b="1">
                          <a:solidFill>
                            <a:srgbClr val="222222"/>
                          </a:solidFill>
                          <a:latin typeface="Pretendard"/>
                          <a:ea typeface="Pretendard"/>
                          <a:cs typeface="Pretendard"/>
                        </a:rPr>
                        <a:t>채널 다각화</a:t>
                      </a:r>
                    </a:p>
                  </a:txBody>
                  <a:tcPr anchor="ctr" marL="38100" marR="38100" marT="25400" marB="25400">
                    <a:lnL w="6350" cap="flat">
                      <a:solidFill>
                        <a:srgbClr val="D9D9D9"/>
                      </a:solidFill>
                    </a:lnL>
                    <a:lnR w="6350" cap="flat">
                      <a:solidFill>
                        <a:srgbClr val="D9D9D9"/>
                      </a:solidFill>
                    </a:lnR>
                    <a:lnT w="6350" cap="flat">
                      <a:solidFill>
                        <a:srgbClr val="D9D9D9"/>
                      </a:solidFill>
                    </a:lnT>
                    <a:lnB w="6350" cap="flat">
                      <a:solidFill>
                        <a:srgbClr val="D9D9D9"/>
                      </a:solidFill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900" b="0">
                          <a:solidFill>
                            <a:srgbClr val="222222"/>
                          </a:solidFill>
                          <a:latin typeface="Pretendard"/>
                          <a:ea typeface="Pretendard"/>
                          <a:cs typeface="Pretendard"/>
                        </a:rPr>
                        <a:t>85</a:t>
                      </a:r>
                    </a:p>
                  </a:txBody>
                  <a:tcPr anchor="ctr" marL="38100" marR="38100" marT="25400" marB="25400">
                    <a:lnL w="6350" cap="flat">
                      <a:solidFill>
                        <a:srgbClr val="D9D9D9"/>
                      </a:solidFill>
                    </a:lnL>
                    <a:lnR w="6350" cap="flat">
                      <a:solidFill>
                        <a:srgbClr val="D9D9D9"/>
                      </a:solidFill>
                    </a:lnR>
                    <a:lnT w="6350" cap="flat">
                      <a:solidFill>
                        <a:srgbClr val="D9D9D9"/>
                      </a:solidFill>
                    </a:lnT>
                    <a:lnB w="6350" cap="flat">
                      <a:solidFill>
                        <a:srgbClr val="D9D9D9"/>
                      </a:solidFill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900" b="0">
                          <a:solidFill>
                            <a:srgbClr val="222222"/>
                          </a:solidFill>
                          <a:latin typeface="Pretendard"/>
                          <a:ea typeface="Pretendard"/>
                          <a:cs typeface="Pretendard"/>
                        </a:rPr>
                        <a:t>92</a:t>
                      </a:r>
                    </a:p>
                  </a:txBody>
                  <a:tcPr anchor="ctr" marL="38100" marR="38100" marT="25400" marB="25400">
                    <a:lnL w="6350" cap="flat">
                      <a:solidFill>
                        <a:srgbClr val="D9D9D9"/>
                      </a:solidFill>
                    </a:lnL>
                    <a:lnR w="6350" cap="flat">
                      <a:solidFill>
                        <a:srgbClr val="D9D9D9"/>
                      </a:solidFill>
                    </a:lnR>
                    <a:lnT w="6350" cap="flat">
                      <a:solidFill>
                        <a:srgbClr val="D9D9D9"/>
                      </a:solidFill>
                    </a:lnT>
                    <a:lnB w="6350" cap="flat">
                      <a:solidFill>
                        <a:srgbClr val="D9D9D9"/>
                      </a:solidFill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900" b="0">
                          <a:solidFill>
                            <a:srgbClr val="222222"/>
                          </a:solidFill>
                          <a:latin typeface="Pretendard"/>
                          <a:ea typeface="Pretendard"/>
                          <a:cs typeface="Pretendard"/>
                        </a:rPr>
                        <a:t>99</a:t>
                      </a:r>
                    </a:p>
                  </a:txBody>
                  <a:tcPr anchor="ctr" marL="38100" marR="38100" marT="25400" marB="25400">
                    <a:lnL w="6350" cap="flat">
                      <a:solidFill>
                        <a:srgbClr val="D9D9D9"/>
                      </a:solidFill>
                    </a:lnL>
                    <a:lnR w="6350" cap="flat">
                      <a:solidFill>
                        <a:srgbClr val="D9D9D9"/>
                      </a:solidFill>
                    </a:lnR>
                    <a:lnT w="6350" cap="flat">
                      <a:solidFill>
                        <a:srgbClr val="D9D9D9"/>
                      </a:solidFill>
                    </a:lnT>
                    <a:lnB w="6350" cap="flat">
                      <a:solidFill>
                        <a:srgbClr val="D9D9D9"/>
                      </a:solidFill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900" b="0">
                          <a:solidFill>
                            <a:srgbClr val="222222"/>
                          </a:solidFill>
                          <a:latin typeface="Pretendard"/>
                          <a:ea typeface="Pretendard"/>
                          <a:cs typeface="Pretendard"/>
                        </a:rPr>
                        <a:t>106</a:t>
                      </a:r>
                    </a:p>
                  </a:txBody>
                  <a:tcPr anchor="ctr" marL="38100" marR="38100" marT="25400" marB="25400">
                    <a:lnL w="6350" cap="flat">
                      <a:solidFill>
                        <a:srgbClr val="D9D9D9"/>
                      </a:solidFill>
                    </a:lnL>
                    <a:lnR w="6350" cap="flat">
                      <a:solidFill>
                        <a:srgbClr val="D9D9D9"/>
                      </a:solidFill>
                    </a:lnR>
                    <a:lnT w="6350" cap="flat">
                      <a:solidFill>
                        <a:srgbClr val="D9D9D9"/>
                      </a:solidFill>
                    </a:lnT>
                    <a:lnB w="6350" cap="flat">
                      <a:solidFill>
                        <a:srgbClr val="D9D9D9"/>
                      </a:solidFill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900" b="0">
                          <a:solidFill>
                            <a:srgbClr val="222222"/>
                          </a:solidFill>
                          <a:latin typeface="Pretendard"/>
                          <a:ea typeface="Pretendard"/>
                          <a:cs typeface="Pretendard"/>
                        </a:rPr>
                        <a:t>113</a:t>
                      </a:r>
                    </a:p>
                  </a:txBody>
                  <a:tcPr anchor="ctr" marL="38100" marR="38100" marT="25400" marB="25400">
                    <a:lnL w="6350" cap="flat">
                      <a:solidFill>
                        <a:srgbClr val="D9D9D9"/>
                      </a:solidFill>
                    </a:lnL>
                    <a:lnR w="6350" cap="flat">
                      <a:solidFill>
                        <a:srgbClr val="D9D9D9"/>
                      </a:solidFill>
                    </a:lnR>
                    <a:lnT w="6350" cap="flat">
                      <a:solidFill>
                        <a:srgbClr val="D9D9D9"/>
                      </a:solidFill>
                    </a:lnT>
                    <a:lnB w="6350" cap="flat">
                      <a:solidFill>
                        <a:srgbClr val="D9D9D9"/>
                      </a:solidFill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900" b="1">
                          <a:solidFill>
                            <a:srgbClr val="2E75D6"/>
                          </a:solidFill>
                          <a:latin typeface="Pretendard"/>
                          <a:ea typeface="Pretendard"/>
                          <a:cs typeface="Pretendard"/>
                        </a:rPr>
                        <a:t>72.0%</a:t>
                      </a:r>
                    </a:p>
                  </a:txBody>
                  <a:tcPr anchor="ctr" marL="38100" marR="38100" marT="25400" marB="25400">
                    <a:lnL w="6350" cap="flat">
                      <a:solidFill>
                        <a:srgbClr val="D9D9D9"/>
                      </a:solidFill>
                    </a:lnL>
                    <a:lnR w="6350" cap="flat">
                      <a:solidFill>
                        <a:srgbClr val="D9D9D9"/>
                      </a:solidFill>
                    </a:lnR>
                    <a:lnT w="6350" cap="flat">
                      <a:solidFill>
                        <a:srgbClr val="D9D9D9"/>
                      </a:solidFill>
                    </a:lnT>
                    <a:lnB w="6350" cap="flat">
                      <a:solidFill>
                        <a:srgbClr val="D9D9D9"/>
                      </a:solidFill>
                    </a:lnB>
                    <a:solidFill>
                      <a:srgbClr val="F2F2F2"/>
                    </a:solidFill>
                  </a:tcPr>
                </a:tc>
              </a:tr>
              <a:tr h="310896">
                <a:tc>
                  <a:txBody>
                    <a:bodyPr wrap="square"/>
                    <a:lstStyle/>
                    <a:p>
                      <a:pPr algn="l"/>
                      <a:r>
                        <a:rPr sz="900" b="1">
                          <a:solidFill>
                            <a:srgbClr val="222222"/>
                          </a:solidFill>
                          <a:latin typeface="Pretendard"/>
                          <a:ea typeface="Pretendard"/>
                          <a:cs typeface="Pretendard"/>
                        </a:rPr>
                        <a:t>브랜드 강화</a:t>
                      </a:r>
                    </a:p>
                  </a:txBody>
                  <a:tcPr anchor="ctr" marL="38100" marR="38100" marT="25400" marB="25400">
                    <a:lnL w="6350" cap="flat">
                      <a:solidFill>
                        <a:srgbClr val="D9D9D9"/>
                      </a:solidFill>
                    </a:lnL>
                    <a:lnR w="6350" cap="flat">
                      <a:solidFill>
                        <a:srgbClr val="D9D9D9"/>
                      </a:solidFill>
                    </a:lnR>
                    <a:lnT w="6350" cap="flat">
                      <a:solidFill>
                        <a:srgbClr val="D9D9D9"/>
                      </a:solidFill>
                    </a:lnT>
                    <a:lnB w="6350" cap="flat">
                      <a:solidFill>
                        <a:srgbClr val="D9D9D9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900" b="0">
                          <a:solidFill>
                            <a:srgbClr val="222222"/>
                          </a:solidFill>
                          <a:latin typeface="Pretendard"/>
                          <a:ea typeface="Pretendard"/>
                          <a:cs typeface="Pretendard"/>
                        </a:rPr>
                        <a:t>102</a:t>
                      </a:r>
                    </a:p>
                  </a:txBody>
                  <a:tcPr anchor="ctr" marL="38100" marR="38100" marT="25400" marB="25400">
                    <a:lnL w="6350" cap="flat">
                      <a:solidFill>
                        <a:srgbClr val="D9D9D9"/>
                      </a:solidFill>
                    </a:lnL>
                    <a:lnR w="6350" cap="flat">
                      <a:solidFill>
                        <a:srgbClr val="D9D9D9"/>
                      </a:solidFill>
                    </a:lnR>
                    <a:lnT w="6350" cap="flat">
                      <a:solidFill>
                        <a:srgbClr val="D9D9D9"/>
                      </a:solidFill>
                    </a:lnT>
                    <a:lnB w="6350" cap="flat">
                      <a:solidFill>
                        <a:srgbClr val="D9D9D9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900" b="0">
                          <a:solidFill>
                            <a:srgbClr val="222222"/>
                          </a:solidFill>
                          <a:latin typeface="Pretendard"/>
                          <a:ea typeface="Pretendard"/>
                          <a:cs typeface="Pretendard"/>
                        </a:rPr>
                        <a:t>109</a:t>
                      </a:r>
                    </a:p>
                  </a:txBody>
                  <a:tcPr anchor="ctr" marL="38100" marR="38100" marT="25400" marB="25400">
                    <a:lnL w="6350" cap="flat">
                      <a:solidFill>
                        <a:srgbClr val="D9D9D9"/>
                      </a:solidFill>
                    </a:lnL>
                    <a:lnR w="6350" cap="flat">
                      <a:solidFill>
                        <a:srgbClr val="D9D9D9"/>
                      </a:solidFill>
                    </a:lnR>
                    <a:lnT w="6350" cap="flat">
                      <a:solidFill>
                        <a:srgbClr val="D9D9D9"/>
                      </a:solidFill>
                    </a:lnT>
                    <a:lnB w="6350" cap="flat">
                      <a:solidFill>
                        <a:srgbClr val="D9D9D9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900" b="0">
                          <a:solidFill>
                            <a:srgbClr val="222222"/>
                          </a:solidFill>
                          <a:latin typeface="Pretendard"/>
                          <a:ea typeface="Pretendard"/>
                          <a:cs typeface="Pretendard"/>
                        </a:rPr>
                        <a:t>116</a:t>
                      </a:r>
                    </a:p>
                  </a:txBody>
                  <a:tcPr anchor="ctr" marL="38100" marR="38100" marT="25400" marB="25400">
                    <a:lnL w="6350" cap="flat">
                      <a:solidFill>
                        <a:srgbClr val="D9D9D9"/>
                      </a:solidFill>
                    </a:lnL>
                    <a:lnR w="6350" cap="flat">
                      <a:solidFill>
                        <a:srgbClr val="D9D9D9"/>
                      </a:solidFill>
                    </a:lnR>
                    <a:lnT w="6350" cap="flat">
                      <a:solidFill>
                        <a:srgbClr val="D9D9D9"/>
                      </a:solidFill>
                    </a:lnT>
                    <a:lnB w="6350" cap="flat">
                      <a:solidFill>
                        <a:srgbClr val="D9D9D9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900" b="0">
                          <a:solidFill>
                            <a:srgbClr val="222222"/>
                          </a:solidFill>
                          <a:latin typeface="Pretendard"/>
                          <a:ea typeface="Pretendard"/>
                          <a:cs typeface="Pretendard"/>
                        </a:rPr>
                        <a:t>123</a:t>
                      </a:r>
                    </a:p>
                  </a:txBody>
                  <a:tcPr anchor="ctr" marL="38100" marR="38100" marT="25400" marB="25400">
                    <a:lnL w="6350" cap="flat">
                      <a:solidFill>
                        <a:srgbClr val="D9D9D9"/>
                      </a:solidFill>
                    </a:lnL>
                    <a:lnR w="6350" cap="flat">
                      <a:solidFill>
                        <a:srgbClr val="D9D9D9"/>
                      </a:solidFill>
                    </a:lnR>
                    <a:lnT w="6350" cap="flat">
                      <a:solidFill>
                        <a:srgbClr val="D9D9D9"/>
                      </a:solidFill>
                    </a:lnT>
                    <a:lnB w="6350" cap="flat">
                      <a:solidFill>
                        <a:srgbClr val="D9D9D9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900" b="0">
                          <a:solidFill>
                            <a:srgbClr val="222222"/>
                          </a:solidFill>
                          <a:latin typeface="Pretendard"/>
                          <a:ea typeface="Pretendard"/>
                          <a:cs typeface="Pretendard"/>
                        </a:rPr>
                        <a:t>130</a:t>
                      </a:r>
                    </a:p>
                  </a:txBody>
                  <a:tcPr anchor="ctr" marL="38100" marR="38100" marT="25400" marB="25400">
                    <a:lnL w="6350" cap="flat">
                      <a:solidFill>
                        <a:srgbClr val="D9D9D9"/>
                      </a:solidFill>
                    </a:lnL>
                    <a:lnR w="6350" cap="flat">
                      <a:solidFill>
                        <a:srgbClr val="D9D9D9"/>
                      </a:solidFill>
                    </a:lnR>
                    <a:lnT w="6350" cap="flat">
                      <a:solidFill>
                        <a:srgbClr val="D9D9D9"/>
                      </a:solidFill>
                    </a:lnT>
                    <a:lnB w="6350" cap="flat">
                      <a:solidFill>
                        <a:srgbClr val="D9D9D9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900" b="1">
                          <a:solidFill>
                            <a:srgbClr val="2E75D6"/>
                          </a:solidFill>
                          <a:latin typeface="Pretendard"/>
                          <a:ea typeface="Pretendard"/>
                          <a:cs typeface="Pretendard"/>
                        </a:rPr>
                        <a:t>85.1%</a:t>
                      </a:r>
                    </a:p>
                  </a:txBody>
                  <a:tcPr anchor="ctr" marL="38100" marR="38100" marT="25400" marB="25400">
                    <a:lnL w="6350" cap="flat">
                      <a:solidFill>
                        <a:srgbClr val="D9D9D9"/>
                      </a:solidFill>
                    </a:lnL>
                    <a:lnR w="6350" cap="flat">
                      <a:solidFill>
                        <a:srgbClr val="D9D9D9"/>
                      </a:solidFill>
                    </a:lnR>
                    <a:lnT w="6350" cap="flat">
                      <a:solidFill>
                        <a:srgbClr val="D9D9D9"/>
                      </a:solidFill>
                    </a:lnT>
                    <a:lnB w="6350" cap="flat">
                      <a:solidFill>
                        <a:srgbClr val="D9D9D9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310896">
                <a:tc>
                  <a:txBody>
                    <a:bodyPr wrap="square"/>
                    <a:lstStyle/>
                    <a:p>
                      <a:pPr algn="l"/>
                      <a:r>
                        <a:rPr sz="900" b="1">
                          <a:solidFill>
                            <a:srgbClr val="222222"/>
                          </a:solidFill>
                          <a:latin typeface="Pretendard"/>
                          <a:ea typeface="Pretendard"/>
                          <a:cs typeface="Pretendard"/>
                        </a:rPr>
                        <a:t>재무 관리</a:t>
                      </a:r>
                    </a:p>
                  </a:txBody>
                  <a:tcPr anchor="ctr" marL="38100" marR="38100" marT="25400" marB="25400">
                    <a:lnL w="6350" cap="flat">
                      <a:solidFill>
                        <a:srgbClr val="D9D9D9"/>
                      </a:solidFill>
                    </a:lnL>
                    <a:lnR w="6350" cap="flat">
                      <a:solidFill>
                        <a:srgbClr val="D9D9D9"/>
                      </a:solidFill>
                    </a:lnR>
                    <a:lnT w="6350" cap="flat">
                      <a:solidFill>
                        <a:srgbClr val="D9D9D9"/>
                      </a:solidFill>
                    </a:lnT>
                    <a:lnB w="6350" cap="flat">
                      <a:solidFill>
                        <a:srgbClr val="D9D9D9"/>
                      </a:solidFill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900" b="0">
                          <a:solidFill>
                            <a:srgbClr val="222222"/>
                          </a:solidFill>
                          <a:latin typeface="Pretendard"/>
                          <a:ea typeface="Pretendard"/>
                          <a:cs typeface="Pretendard"/>
                        </a:rPr>
                        <a:t>119</a:t>
                      </a:r>
                    </a:p>
                  </a:txBody>
                  <a:tcPr anchor="ctr" marL="38100" marR="38100" marT="25400" marB="25400">
                    <a:lnL w="6350" cap="flat">
                      <a:solidFill>
                        <a:srgbClr val="D9D9D9"/>
                      </a:solidFill>
                    </a:lnL>
                    <a:lnR w="6350" cap="flat">
                      <a:solidFill>
                        <a:srgbClr val="D9D9D9"/>
                      </a:solidFill>
                    </a:lnR>
                    <a:lnT w="6350" cap="flat">
                      <a:solidFill>
                        <a:srgbClr val="D9D9D9"/>
                      </a:solidFill>
                    </a:lnT>
                    <a:lnB w="6350" cap="flat">
                      <a:solidFill>
                        <a:srgbClr val="D9D9D9"/>
                      </a:solidFill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900" b="0">
                          <a:solidFill>
                            <a:srgbClr val="222222"/>
                          </a:solidFill>
                          <a:latin typeface="Pretendard"/>
                          <a:ea typeface="Pretendard"/>
                          <a:cs typeface="Pretendard"/>
                        </a:rPr>
                        <a:t>126</a:t>
                      </a:r>
                    </a:p>
                  </a:txBody>
                  <a:tcPr anchor="ctr" marL="38100" marR="38100" marT="25400" marB="25400">
                    <a:lnL w="6350" cap="flat">
                      <a:solidFill>
                        <a:srgbClr val="D9D9D9"/>
                      </a:solidFill>
                    </a:lnL>
                    <a:lnR w="6350" cap="flat">
                      <a:solidFill>
                        <a:srgbClr val="D9D9D9"/>
                      </a:solidFill>
                    </a:lnR>
                    <a:lnT w="6350" cap="flat">
                      <a:solidFill>
                        <a:srgbClr val="D9D9D9"/>
                      </a:solidFill>
                    </a:lnT>
                    <a:lnB w="6350" cap="flat">
                      <a:solidFill>
                        <a:srgbClr val="D9D9D9"/>
                      </a:solidFill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900" b="0">
                          <a:solidFill>
                            <a:srgbClr val="222222"/>
                          </a:solidFill>
                          <a:latin typeface="Pretendard"/>
                          <a:ea typeface="Pretendard"/>
                          <a:cs typeface="Pretendard"/>
                        </a:rPr>
                        <a:t>133</a:t>
                      </a:r>
                    </a:p>
                  </a:txBody>
                  <a:tcPr anchor="ctr" marL="38100" marR="38100" marT="25400" marB="25400">
                    <a:lnL w="6350" cap="flat">
                      <a:solidFill>
                        <a:srgbClr val="D9D9D9"/>
                      </a:solidFill>
                    </a:lnL>
                    <a:lnR w="6350" cap="flat">
                      <a:solidFill>
                        <a:srgbClr val="D9D9D9"/>
                      </a:solidFill>
                    </a:lnR>
                    <a:lnT w="6350" cap="flat">
                      <a:solidFill>
                        <a:srgbClr val="D9D9D9"/>
                      </a:solidFill>
                    </a:lnT>
                    <a:lnB w="6350" cap="flat">
                      <a:solidFill>
                        <a:srgbClr val="D9D9D9"/>
                      </a:solidFill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900" b="0">
                          <a:solidFill>
                            <a:srgbClr val="222222"/>
                          </a:solidFill>
                          <a:latin typeface="Pretendard"/>
                          <a:ea typeface="Pretendard"/>
                          <a:cs typeface="Pretendard"/>
                        </a:rPr>
                        <a:t>140</a:t>
                      </a:r>
                    </a:p>
                  </a:txBody>
                  <a:tcPr anchor="ctr" marL="38100" marR="38100" marT="25400" marB="25400">
                    <a:lnL w="6350" cap="flat">
                      <a:solidFill>
                        <a:srgbClr val="D9D9D9"/>
                      </a:solidFill>
                    </a:lnL>
                    <a:lnR w="6350" cap="flat">
                      <a:solidFill>
                        <a:srgbClr val="D9D9D9"/>
                      </a:solidFill>
                    </a:lnR>
                    <a:lnT w="6350" cap="flat">
                      <a:solidFill>
                        <a:srgbClr val="D9D9D9"/>
                      </a:solidFill>
                    </a:lnT>
                    <a:lnB w="6350" cap="flat">
                      <a:solidFill>
                        <a:srgbClr val="D9D9D9"/>
                      </a:solidFill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900" b="0">
                          <a:solidFill>
                            <a:srgbClr val="222222"/>
                          </a:solidFill>
                          <a:latin typeface="Pretendard"/>
                          <a:ea typeface="Pretendard"/>
                          <a:cs typeface="Pretendard"/>
                        </a:rPr>
                        <a:t>147</a:t>
                      </a:r>
                    </a:p>
                  </a:txBody>
                  <a:tcPr anchor="ctr" marL="38100" marR="38100" marT="25400" marB="25400">
                    <a:lnL w="6350" cap="flat">
                      <a:solidFill>
                        <a:srgbClr val="D9D9D9"/>
                      </a:solidFill>
                    </a:lnL>
                    <a:lnR w="6350" cap="flat">
                      <a:solidFill>
                        <a:srgbClr val="D9D9D9"/>
                      </a:solidFill>
                    </a:lnR>
                    <a:lnT w="6350" cap="flat">
                      <a:solidFill>
                        <a:srgbClr val="D9D9D9"/>
                      </a:solidFill>
                    </a:lnT>
                    <a:lnB w="6350" cap="flat">
                      <a:solidFill>
                        <a:srgbClr val="D9D9D9"/>
                      </a:solidFill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900" b="1">
                          <a:solidFill>
                            <a:srgbClr val="2E75D6"/>
                          </a:solidFill>
                          <a:latin typeface="Pretendard"/>
                          <a:ea typeface="Pretendard"/>
                          <a:cs typeface="Pretendard"/>
                        </a:rPr>
                        <a:t>98.2%</a:t>
                      </a:r>
                    </a:p>
                  </a:txBody>
                  <a:tcPr anchor="ctr" marL="38100" marR="38100" marT="25400" marB="25400">
                    <a:lnL w="6350" cap="flat">
                      <a:solidFill>
                        <a:srgbClr val="D9D9D9"/>
                      </a:solidFill>
                    </a:lnL>
                    <a:lnR w="6350" cap="flat">
                      <a:solidFill>
                        <a:srgbClr val="D9D9D9"/>
                      </a:solidFill>
                    </a:lnR>
                    <a:lnT w="6350" cap="flat">
                      <a:solidFill>
                        <a:srgbClr val="D9D9D9"/>
                      </a:solidFill>
                    </a:lnT>
                    <a:lnB w="6350" cap="flat">
                      <a:solidFill>
                        <a:srgbClr val="D9D9D9"/>
                      </a:solidFill>
                    </a:lnB>
                    <a:solidFill>
                      <a:srgbClr val="F2F2F2"/>
                    </a:solidFill>
                  </a:tcPr>
                </a:tc>
              </a:tr>
            </a:tbl>
          </a:graphicData>
        </a:graphic>
      </p:graphicFrame>
      <p:sp>
        <p:nvSpPr>
          <p:cNvPr id="5" name="TextBox 4"/>
          <p:cNvSpPr txBox="1"/>
          <p:nvPr/>
        </p:nvSpPr>
        <p:spPr>
          <a:xfrm>
            <a:off x="137160" y="73152"/>
            <a:ext cx="3657600" cy="274320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l"/>
            <a:r>
              <a:rPr sz="900" b="1">
                <a:solidFill>
                  <a:srgbClr val="808080"/>
                </a:solidFill>
                <a:latin typeface="Pretendard"/>
                <a:ea typeface="Pretendard"/>
                <a:cs typeface="Pretendard"/>
              </a:rPr>
              <a:t>TBL-190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457200"/>
            <a:ext cx="11155680" cy="457200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l"/>
            <a:r>
              <a:rPr sz="1800" b="1">
                <a:solidFill>
                  <a:srgbClr val="1F3864"/>
                </a:solidFill>
                <a:latin typeface="Pretendard"/>
                <a:ea typeface="Pretendard"/>
                <a:cs typeface="Pretendard"/>
              </a:rPr>
              <a:t>바이오 소재 상세 실적표 (컴팩트)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914400"/>
            <a:ext cx="11155680" cy="292608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l"/>
            <a:r>
              <a:rPr sz="1100" b="0">
                <a:solidFill>
                  <a:srgbClr val="595959"/>
                </a:solidFill>
                <a:latin typeface="Pretendard"/>
                <a:ea typeface="Pretendard"/>
                <a:cs typeface="Pretendard"/>
              </a:rPr>
              <a:t>고밀도 · 8열 소폰트 · navy_800</a:t>
            </a:r>
          </a:p>
        </p:txBody>
      </p:sp>
      <p:graphicFrame>
        <p:nvGraphicFramePr>
          <p:cNvPr id="4" name="asset:TBL-191"/>
          <p:cNvGraphicFramePr>
            <a:graphicFrameLocks noGrp="1"/>
          </p:cNvGraphicFramePr>
          <p:nvPr/>
        </p:nvGraphicFramePr>
        <p:xfrm>
          <a:off x="640080" y="1371600"/>
          <a:ext cx="10908792" cy="2176272"/>
        </p:xfrm>
        <a:graphic>
          <a:graphicData uri="http://schemas.openxmlformats.org/drawingml/2006/table">
            <a:tbl>
              <a:tblPr>
                <a:tableStyleId>{2D5ABB26-0587-4C30-8999-92F81FD0307C}</a:tableStyleId>
              </a:tblPr>
              <a:tblGrid>
                <a:gridCol w="1947672"/>
                <a:gridCol w="1280160"/>
                <a:gridCol w="1280160"/>
                <a:gridCol w="1280160"/>
                <a:gridCol w="1280160"/>
                <a:gridCol w="1280160"/>
                <a:gridCol w="1280160"/>
                <a:gridCol w="1280160"/>
              </a:tblGrid>
              <a:tr h="310896">
                <a:tc>
                  <a:txBody>
                    <a:bodyPr wrap="square"/>
                    <a:lstStyle/>
                    <a:p>
                      <a:pPr algn="l"/>
                      <a:r>
                        <a:rPr sz="900" b="1">
                          <a:solidFill>
                            <a:srgbClr val="FFFFFF"/>
                          </a:solidFill>
                          <a:latin typeface="Pretendard"/>
                          <a:ea typeface="Pretendard"/>
                          <a:cs typeface="Pretendard"/>
                        </a:rPr>
                        <a:t>지표</a:t>
                      </a:r>
                    </a:p>
                  </a:txBody>
                  <a:tcPr anchor="ctr" marL="38100" marR="38100" marT="25400" marB="25400">
                    <a:lnL w="6350" cap="flat">
                      <a:solidFill>
                        <a:srgbClr val="D9D9D9"/>
                      </a:solidFill>
                    </a:lnL>
                    <a:lnR w="6350" cap="flat">
                      <a:solidFill>
                        <a:srgbClr val="D9D9D9"/>
                      </a:solidFill>
                    </a:lnR>
                    <a:lnT w="6350" cap="flat">
                      <a:solidFill>
                        <a:srgbClr val="D9D9D9"/>
                      </a:solidFill>
                    </a:lnT>
                    <a:lnB w="6350" cap="flat">
                      <a:solidFill>
                        <a:srgbClr val="D9D9D9"/>
                      </a:solidFill>
                    </a:lnB>
                    <a:solidFill>
                      <a:srgbClr val="1F3864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00" b="1">
                          <a:solidFill>
                            <a:srgbClr val="FFFFFF"/>
                          </a:solidFill>
                          <a:latin typeface="Pretendard"/>
                          <a:ea typeface="Pretendard"/>
                          <a:cs typeface="Pretendard"/>
                        </a:rPr>
                        <a:t>누적</a:t>
                      </a:r>
                    </a:p>
                  </a:txBody>
                  <a:tcPr anchor="ctr" marL="38100" marR="38100" marT="25400" marB="25400">
                    <a:lnL w="6350" cap="flat">
                      <a:solidFill>
                        <a:srgbClr val="D9D9D9"/>
                      </a:solidFill>
                    </a:lnL>
                    <a:lnR w="6350" cap="flat">
                      <a:solidFill>
                        <a:srgbClr val="D9D9D9"/>
                      </a:solidFill>
                    </a:lnR>
                    <a:lnT w="6350" cap="flat">
                      <a:solidFill>
                        <a:srgbClr val="D9D9D9"/>
                      </a:solidFill>
                    </a:lnT>
                    <a:lnB w="6350" cap="flat">
                      <a:solidFill>
                        <a:srgbClr val="D9D9D9"/>
                      </a:solidFill>
                    </a:lnB>
                    <a:solidFill>
                      <a:srgbClr val="1F3864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00" b="1">
                          <a:solidFill>
                            <a:srgbClr val="FFFFFF"/>
                          </a:solidFill>
                          <a:latin typeface="Pretendard"/>
                          <a:ea typeface="Pretendard"/>
                          <a:cs typeface="Pretendard"/>
                        </a:rPr>
                        <a:t>목표</a:t>
                      </a:r>
                    </a:p>
                  </a:txBody>
                  <a:tcPr anchor="ctr" marL="38100" marR="38100" marT="25400" marB="25400">
                    <a:lnL w="6350" cap="flat">
                      <a:solidFill>
                        <a:srgbClr val="D9D9D9"/>
                      </a:solidFill>
                    </a:lnL>
                    <a:lnR w="6350" cap="flat">
                      <a:solidFill>
                        <a:srgbClr val="D9D9D9"/>
                      </a:solidFill>
                    </a:lnR>
                    <a:lnT w="6350" cap="flat">
                      <a:solidFill>
                        <a:srgbClr val="D9D9D9"/>
                      </a:solidFill>
                    </a:lnT>
                    <a:lnB w="6350" cap="flat">
                      <a:solidFill>
                        <a:srgbClr val="D9D9D9"/>
                      </a:solidFill>
                    </a:lnB>
                    <a:solidFill>
                      <a:srgbClr val="1F3864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00" b="1">
                          <a:solidFill>
                            <a:srgbClr val="FFFFFF"/>
                          </a:solidFill>
                          <a:latin typeface="Pretendard"/>
                          <a:ea typeface="Pretendard"/>
                          <a:cs typeface="Pretendard"/>
                        </a:rPr>
                        <a:t>실적</a:t>
                      </a:r>
                    </a:p>
                  </a:txBody>
                  <a:tcPr anchor="ctr" marL="38100" marR="38100" marT="25400" marB="25400">
                    <a:lnL w="6350" cap="flat">
                      <a:solidFill>
                        <a:srgbClr val="D9D9D9"/>
                      </a:solidFill>
                    </a:lnL>
                    <a:lnR w="6350" cap="flat">
                      <a:solidFill>
                        <a:srgbClr val="D9D9D9"/>
                      </a:solidFill>
                    </a:lnR>
                    <a:lnT w="6350" cap="flat">
                      <a:solidFill>
                        <a:srgbClr val="D9D9D9"/>
                      </a:solidFill>
                    </a:lnT>
                    <a:lnB w="6350" cap="flat">
                      <a:solidFill>
                        <a:srgbClr val="D9D9D9"/>
                      </a:solidFill>
                    </a:lnB>
                    <a:solidFill>
                      <a:srgbClr val="1F3864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00" b="1">
                          <a:solidFill>
                            <a:srgbClr val="FFFFFF"/>
                          </a:solidFill>
                          <a:latin typeface="Pretendard"/>
                          <a:ea typeface="Pretendard"/>
                          <a:cs typeface="Pretendard"/>
                        </a:rPr>
                        <a:t>증감률</a:t>
                      </a:r>
                    </a:p>
                  </a:txBody>
                  <a:tcPr anchor="ctr" marL="38100" marR="38100" marT="25400" marB="25400">
                    <a:lnL w="6350" cap="flat">
                      <a:solidFill>
                        <a:srgbClr val="D9D9D9"/>
                      </a:solidFill>
                    </a:lnL>
                    <a:lnR w="6350" cap="flat">
                      <a:solidFill>
                        <a:srgbClr val="D9D9D9"/>
                      </a:solidFill>
                    </a:lnR>
                    <a:lnT w="6350" cap="flat">
                      <a:solidFill>
                        <a:srgbClr val="D9D9D9"/>
                      </a:solidFill>
                    </a:lnT>
                    <a:lnB w="6350" cap="flat">
                      <a:solidFill>
                        <a:srgbClr val="D9D9D9"/>
                      </a:solidFill>
                    </a:lnB>
                    <a:solidFill>
                      <a:srgbClr val="1F3864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00" b="1">
                          <a:solidFill>
                            <a:srgbClr val="FFFFFF"/>
                          </a:solidFill>
                          <a:latin typeface="Pretendard"/>
                          <a:ea typeface="Pretendard"/>
                          <a:cs typeface="Pretendard"/>
                        </a:rPr>
                        <a:t>2024년</a:t>
                      </a:r>
                    </a:p>
                  </a:txBody>
                  <a:tcPr anchor="ctr" marL="38100" marR="38100" marT="25400" marB="25400">
                    <a:lnL w="6350" cap="flat">
                      <a:solidFill>
                        <a:srgbClr val="D9D9D9"/>
                      </a:solidFill>
                    </a:lnL>
                    <a:lnR w="6350" cap="flat">
                      <a:solidFill>
                        <a:srgbClr val="D9D9D9"/>
                      </a:solidFill>
                    </a:lnR>
                    <a:lnT w="6350" cap="flat">
                      <a:solidFill>
                        <a:srgbClr val="D9D9D9"/>
                      </a:solidFill>
                    </a:lnT>
                    <a:lnB w="6350" cap="flat">
                      <a:solidFill>
                        <a:srgbClr val="D9D9D9"/>
                      </a:solidFill>
                    </a:lnB>
                    <a:solidFill>
                      <a:srgbClr val="1F3864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00" b="1">
                          <a:solidFill>
                            <a:srgbClr val="FFFFFF"/>
                          </a:solidFill>
                          <a:latin typeface="Pretendard"/>
                          <a:ea typeface="Pretendard"/>
                          <a:cs typeface="Pretendard"/>
                        </a:rPr>
                        <a:t>2025년</a:t>
                      </a:r>
                    </a:p>
                  </a:txBody>
                  <a:tcPr anchor="ctr" marL="38100" marR="38100" marT="25400" marB="25400">
                    <a:lnL w="6350" cap="flat">
                      <a:solidFill>
                        <a:srgbClr val="D9D9D9"/>
                      </a:solidFill>
                    </a:lnL>
                    <a:lnR w="6350" cap="flat">
                      <a:solidFill>
                        <a:srgbClr val="D9D9D9"/>
                      </a:solidFill>
                    </a:lnR>
                    <a:lnT w="6350" cap="flat">
                      <a:solidFill>
                        <a:srgbClr val="D9D9D9"/>
                      </a:solidFill>
                    </a:lnT>
                    <a:lnB w="6350" cap="flat">
                      <a:solidFill>
                        <a:srgbClr val="D9D9D9"/>
                      </a:solidFill>
                    </a:lnB>
                    <a:solidFill>
                      <a:srgbClr val="1F3864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00" b="1">
                          <a:solidFill>
                            <a:srgbClr val="FFFFFF"/>
                          </a:solidFill>
                          <a:latin typeface="Pretendard"/>
                          <a:ea typeface="Pretendard"/>
                          <a:cs typeface="Pretendard"/>
                        </a:rPr>
                        <a:t>2026년(E)</a:t>
                      </a:r>
                    </a:p>
                  </a:txBody>
                  <a:tcPr anchor="ctr" marL="38100" marR="38100" marT="25400" marB="25400">
                    <a:lnL w="6350" cap="flat">
                      <a:solidFill>
                        <a:srgbClr val="D9D9D9"/>
                      </a:solidFill>
                    </a:lnL>
                    <a:lnR w="6350" cap="flat">
                      <a:solidFill>
                        <a:srgbClr val="D9D9D9"/>
                      </a:solidFill>
                    </a:lnR>
                    <a:lnT w="6350" cap="flat">
                      <a:solidFill>
                        <a:srgbClr val="D9D9D9"/>
                      </a:solidFill>
                    </a:lnT>
                    <a:lnB w="6350" cap="flat">
                      <a:solidFill>
                        <a:srgbClr val="D9D9D9"/>
                      </a:solidFill>
                    </a:lnB>
                    <a:solidFill>
                      <a:srgbClr val="1F3864"/>
                    </a:solidFill>
                  </a:tcPr>
                </a:tc>
              </a:tr>
              <a:tr h="310896">
                <a:tc>
                  <a:txBody>
                    <a:bodyPr wrap="square"/>
                    <a:lstStyle/>
                    <a:p>
                      <a:pPr algn="l"/>
                      <a:r>
                        <a:rPr sz="900" b="1">
                          <a:solidFill>
                            <a:srgbClr val="222222"/>
                          </a:solidFill>
                          <a:latin typeface="Pretendard"/>
                          <a:ea typeface="Pretendard"/>
                          <a:cs typeface="Pretendard"/>
                        </a:rPr>
                        <a:t>표준화 정립</a:t>
                      </a:r>
                    </a:p>
                  </a:txBody>
                  <a:tcPr anchor="ctr" marL="38100" marR="38100" marT="25400" marB="25400">
                    <a:lnL w="6350" cap="flat">
                      <a:solidFill>
                        <a:srgbClr val="D9D9D9"/>
                      </a:solidFill>
                    </a:lnL>
                    <a:lnR w="6350" cap="flat">
                      <a:solidFill>
                        <a:srgbClr val="D9D9D9"/>
                      </a:solidFill>
                    </a:lnR>
                    <a:lnT w="6350" cap="flat">
                      <a:solidFill>
                        <a:srgbClr val="D9D9D9"/>
                      </a:solidFill>
                    </a:lnT>
                    <a:lnB w="6350" cap="flat">
                      <a:solidFill>
                        <a:srgbClr val="D9D9D9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900" b="0">
                          <a:solidFill>
                            <a:srgbClr val="222222"/>
                          </a:solidFill>
                          <a:latin typeface="Pretendard"/>
                          <a:ea typeface="Pretendard"/>
                          <a:cs typeface="Pretendard"/>
                        </a:rPr>
                        <a:t>39</a:t>
                      </a:r>
                    </a:p>
                  </a:txBody>
                  <a:tcPr anchor="ctr" marL="38100" marR="38100" marT="25400" marB="25400">
                    <a:lnL w="6350" cap="flat">
                      <a:solidFill>
                        <a:srgbClr val="D9D9D9"/>
                      </a:solidFill>
                    </a:lnL>
                    <a:lnR w="6350" cap="flat">
                      <a:solidFill>
                        <a:srgbClr val="D9D9D9"/>
                      </a:solidFill>
                    </a:lnR>
                    <a:lnT w="6350" cap="flat">
                      <a:solidFill>
                        <a:srgbClr val="D9D9D9"/>
                      </a:solidFill>
                    </a:lnT>
                    <a:lnB w="6350" cap="flat">
                      <a:solidFill>
                        <a:srgbClr val="D9D9D9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900" b="0">
                          <a:solidFill>
                            <a:srgbClr val="222222"/>
                          </a:solidFill>
                          <a:latin typeface="Pretendard"/>
                          <a:ea typeface="Pretendard"/>
                          <a:cs typeface="Pretendard"/>
                        </a:rPr>
                        <a:t>46</a:t>
                      </a:r>
                    </a:p>
                  </a:txBody>
                  <a:tcPr anchor="ctr" marL="38100" marR="38100" marT="25400" marB="25400">
                    <a:lnL w="6350" cap="flat">
                      <a:solidFill>
                        <a:srgbClr val="D9D9D9"/>
                      </a:solidFill>
                    </a:lnL>
                    <a:lnR w="6350" cap="flat">
                      <a:solidFill>
                        <a:srgbClr val="D9D9D9"/>
                      </a:solidFill>
                    </a:lnR>
                    <a:lnT w="6350" cap="flat">
                      <a:solidFill>
                        <a:srgbClr val="D9D9D9"/>
                      </a:solidFill>
                    </a:lnT>
                    <a:lnB w="6350" cap="flat">
                      <a:solidFill>
                        <a:srgbClr val="D9D9D9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900" b="0">
                          <a:solidFill>
                            <a:srgbClr val="222222"/>
                          </a:solidFill>
                          <a:latin typeface="Pretendard"/>
                          <a:ea typeface="Pretendard"/>
                          <a:cs typeface="Pretendard"/>
                        </a:rPr>
                        <a:t>53</a:t>
                      </a:r>
                    </a:p>
                  </a:txBody>
                  <a:tcPr anchor="ctr" marL="38100" marR="38100" marT="25400" marB="25400">
                    <a:lnL w="6350" cap="flat">
                      <a:solidFill>
                        <a:srgbClr val="D9D9D9"/>
                      </a:solidFill>
                    </a:lnL>
                    <a:lnR w="6350" cap="flat">
                      <a:solidFill>
                        <a:srgbClr val="D9D9D9"/>
                      </a:solidFill>
                    </a:lnR>
                    <a:lnT w="6350" cap="flat">
                      <a:solidFill>
                        <a:srgbClr val="D9D9D9"/>
                      </a:solidFill>
                    </a:lnT>
                    <a:lnB w="6350" cap="flat">
                      <a:solidFill>
                        <a:srgbClr val="D9D9D9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900" b="0">
                          <a:solidFill>
                            <a:srgbClr val="222222"/>
                          </a:solidFill>
                          <a:latin typeface="Pretendard"/>
                          <a:ea typeface="Pretendard"/>
                          <a:cs typeface="Pretendard"/>
                        </a:rPr>
                        <a:t>60</a:t>
                      </a:r>
                    </a:p>
                  </a:txBody>
                  <a:tcPr anchor="ctr" marL="38100" marR="38100" marT="25400" marB="25400">
                    <a:lnL w="6350" cap="flat">
                      <a:solidFill>
                        <a:srgbClr val="D9D9D9"/>
                      </a:solidFill>
                    </a:lnL>
                    <a:lnR w="6350" cap="flat">
                      <a:solidFill>
                        <a:srgbClr val="D9D9D9"/>
                      </a:solidFill>
                    </a:lnR>
                    <a:lnT w="6350" cap="flat">
                      <a:solidFill>
                        <a:srgbClr val="D9D9D9"/>
                      </a:solidFill>
                    </a:lnT>
                    <a:lnB w="6350" cap="flat">
                      <a:solidFill>
                        <a:srgbClr val="D9D9D9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900" b="0">
                          <a:solidFill>
                            <a:srgbClr val="222222"/>
                          </a:solidFill>
                          <a:latin typeface="Pretendard"/>
                          <a:ea typeface="Pretendard"/>
                          <a:cs typeface="Pretendard"/>
                        </a:rPr>
                        <a:t>67</a:t>
                      </a:r>
                    </a:p>
                  </a:txBody>
                  <a:tcPr anchor="ctr" marL="38100" marR="38100" marT="25400" marB="25400">
                    <a:lnL w="6350" cap="flat">
                      <a:solidFill>
                        <a:srgbClr val="D9D9D9"/>
                      </a:solidFill>
                    </a:lnL>
                    <a:lnR w="6350" cap="flat">
                      <a:solidFill>
                        <a:srgbClr val="D9D9D9"/>
                      </a:solidFill>
                    </a:lnR>
                    <a:lnT w="6350" cap="flat">
                      <a:solidFill>
                        <a:srgbClr val="D9D9D9"/>
                      </a:solidFill>
                    </a:lnT>
                    <a:lnB w="6350" cap="flat">
                      <a:solidFill>
                        <a:srgbClr val="D9D9D9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900" b="0">
                          <a:solidFill>
                            <a:srgbClr val="222222"/>
                          </a:solidFill>
                          <a:latin typeface="Pretendard"/>
                          <a:ea typeface="Pretendard"/>
                          <a:cs typeface="Pretendard"/>
                        </a:rPr>
                        <a:t>74</a:t>
                      </a:r>
                    </a:p>
                  </a:txBody>
                  <a:tcPr anchor="ctr" marL="38100" marR="38100" marT="25400" marB="25400">
                    <a:lnL w="6350" cap="flat">
                      <a:solidFill>
                        <a:srgbClr val="D9D9D9"/>
                      </a:solidFill>
                    </a:lnL>
                    <a:lnR w="6350" cap="flat">
                      <a:solidFill>
                        <a:srgbClr val="D9D9D9"/>
                      </a:solidFill>
                    </a:lnR>
                    <a:lnT w="6350" cap="flat">
                      <a:solidFill>
                        <a:srgbClr val="D9D9D9"/>
                      </a:solidFill>
                    </a:lnT>
                    <a:lnB w="6350" cap="flat">
                      <a:solidFill>
                        <a:srgbClr val="D9D9D9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900" b="1">
                          <a:solidFill>
                            <a:srgbClr val="2E75D6"/>
                          </a:solidFill>
                          <a:latin typeface="Pretendard"/>
                          <a:ea typeface="Pretendard"/>
                          <a:cs typeface="Pretendard"/>
                        </a:rPr>
                        <a:t>90.9%</a:t>
                      </a:r>
                    </a:p>
                  </a:txBody>
                  <a:tcPr anchor="ctr" marL="38100" marR="38100" marT="25400" marB="25400">
                    <a:lnL w="6350" cap="flat">
                      <a:solidFill>
                        <a:srgbClr val="D9D9D9"/>
                      </a:solidFill>
                    </a:lnL>
                    <a:lnR w="6350" cap="flat">
                      <a:solidFill>
                        <a:srgbClr val="D9D9D9"/>
                      </a:solidFill>
                    </a:lnR>
                    <a:lnT w="6350" cap="flat">
                      <a:solidFill>
                        <a:srgbClr val="D9D9D9"/>
                      </a:solidFill>
                    </a:lnT>
                    <a:lnB w="6350" cap="flat">
                      <a:solidFill>
                        <a:srgbClr val="D9D9D9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310896">
                <a:tc>
                  <a:txBody>
                    <a:bodyPr wrap="square"/>
                    <a:lstStyle/>
                    <a:p>
                      <a:pPr algn="l"/>
                      <a:r>
                        <a:rPr sz="900" b="1">
                          <a:solidFill>
                            <a:srgbClr val="222222"/>
                          </a:solidFill>
                          <a:latin typeface="Pretendard"/>
                          <a:ea typeface="Pretendard"/>
                          <a:cs typeface="Pretendard"/>
                        </a:rPr>
                        <a:t>글로벌 확장</a:t>
                      </a:r>
                    </a:p>
                  </a:txBody>
                  <a:tcPr anchor="ctr" marL="38100" marR="38100" marT="25400" marB="25400">
                    <a:lnL w="6350" cap="flat">
                      <a:solidFill>
                        <a:srgbClr val="D9D9D9"/>
                      </a:solidFill>
                    </a:lnL>
                    <a:lnR w="6350" cap="flat">
                      <a:solidFill>
                        <a:srgbClr val="D9D9D9"/>
                      </a:solidFill>
                    </a:lnR>
                    <a:lnT w="6350" cap="flat">
                      <a:solidFill>
                        <a:srgbClr val="D9D9D9"/>
                      </a:solidFill>
                    </a:lnT>
                    <a:lnB w="6350" cap="flat">
                      <a:solidFill>
                        <a:srgbClr val="D9D9D9"/>
                      </a:solidFill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900" b="0">
                          <a:solidFill>
                            <a:srgbClr val="222222"/>
                          </a:solidFill>
                          <a:latin typeface="Pretendard"/>
                          <a:ea typeface="Pretendard"/>
                          <a:cs typeface="Pretendard"/>
                        </a:rPr>
                        <a:t>56</a:t>
                      </a:r>
                    </a:p>
                  </a:txBody>
                  <a:tcPr anchor="ctr" marL="38100" marR="38100" marT="25400" marB="25400">
                    <a:lnL w="6350" cap="flat">
                      <a:solidFill>
                        <a:srgbClr val="D9D9D9"/>
                      </a:solidFill>
                    </a:lnL>
                    <a:lnR w="6350" cap="flat">
                      <a:solidFill>
                        <a:srgbClr val="D9D9D9"/>
                      </a:solidFill>
                    </a:lnR>
                    <a:lnT w="6350" cap="flat">
                      <a:solidFill>
                        <a:srgbClr val="D9D9D9"/>
                      </a:solidFill>
                    </a:lnT>
                    <a:lnB w="6350" cap="flat">
                      <a:solidFill>
                        <a:srgbClr val="D9D9D9"/>
                      </a:solidFill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900" b="0">
                          <a:solidFill>
                            <a:srgbClr val="222222"/>
                          </a:solidFill>
                          <a:latin typeface="Pretendard"/>
                          <a:ea typeface="Pretendard"/>
                          <a:cs typeface="Pretendard"/>
                        </a:rPr>
                        <a:t>63</a:t>
                      </a:r>
                    </a:p>
                  </a:txBody>
                  <a:tcPr anchor="ctr" marL="38100" marR="38100" marT="25400" marB="25400">
                    <a:lnL w="6350" cap="flat">
                      <a:solidFill>
                        <a:srgbClr val="D9D9D9"/>
                      </a:solidFill>
                    </a:lnL>
                    <a:lnR w="6350" cap="flat">
                      <a:solidFill>
                        <a:srgbClr val="D9D9D9"/>
                      </a:solidFill>
                    </a:lnR>
                    <a:lnT w="6350" cap="flat">
                      <a:solidFill>
                        <a:srgbClr val="D9D9D9"/>
                      </a:solidFill>
                    </a:lnT>
                    <a:lnB w="6350" cap="flat">
                      <a:solidFill>
                        <a:srgbClr val="D9D9D9"/>
                      </a:solidFill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900" b="0">
                          <a:solidFill>
                            <a:srgbClr val="222222"/>
                          </a:solidFill>
                          <a:latin typeface="Pretendard"/>
                          <a:ea typeface="Pretendard"/>
                          <a:cs typeface="Pretendard"/>
                        </a:rPr>
                        <a:t>70</a:t>
                      </a:r>
                    </a:p>
                  </a:txBody>
                  <a:tcPr anchor="ctr" marL="38100" marR="38100" marT="25400" marB="25400">
                    <a:lnL w="6350" cap="flat">
                      <a:solidFill>
                        <a:srgbClr val="D9D9D9"/>
                      </a:solidFill>
                    </a:lnL>
                    <a:lnR w="6350" cap="flat">
                      <a:solidFill>
                        <a:srgbClr val="D9D9D9"/>
                      </a:solidFill>
                    </a:lnR>
                    <a:lnT w="6350" cap="flat">
                      <a:solidFill>
                        <a:srgbClr val="D9D9D9"/>
                      </a:solidFill>
                    </a:lnT>
                    <a:lnB w="6350" cap="flat">
                      <a:solidFill>
                        <a:srgbClr val="D9D9D9"/>
                      </a:solidFill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900" b="0">
                          <a:solidFill>
                            <a:srgbClr val="222222"/>
                          </a:solidFill>
                          <a:latin typeface="Pretendard"/>
                          <a:ea typeface="Pretendard"/>
                          <a:cs typeface="Pretendard"/>
                        </a:rPr>
                        <a:t>77</a:t>
                      </a:r>
                    </a:p>
                  </a:txBody>
                  <a:tcPr anchor="ctr" marL="38100" marR="38100" marT="25400" marB="25400">
                    <a:lnL w="6350" cap="flat">
                      <a:solidFill>
                        <a:srgbClr val="D9D9D9"/>
                      </a:solidFill>
                    </a:lnL>
                    <a:lnR w="6350" cap="flat">
                      <a:solidFill>
                        <a:srgbClr val="D9D9D9"/>
                      </a:solidFill>
                    </a:lnR>
                    <a:lnT w="6350" cap="flat">
                      <a:solidFill>
                        <a:srgbClr val="D9D9D9"/>
                      </a:solidFill>
                    </a:lnT>
                    <a:lnB w="6350" cap="flat">
                      <a:solidFill>
                        <a:srgbClr val="D9D9D9"/>
                      </a:solidFill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900" b="0">
                          <a:solidFill>
                            <a:srgbClr val="222222"/>
                          </a:solidFill>
                          <a:latin typeface="Pretendard"/>
                          <a:ea typeface="Pretendard"/>
                          <a:cs typeface="Pretendard"/>
                        </a:rPr>
                        <a:t>84</a:t>
                      </a:r>
                    </a:p>
                  </a:txBody>
                  <a:tcPr anchor="ctr" marL="38100" marR="38100" marT="25400" marB="25400">
                    <a:lnL w="6350" cap="flat">
                      <a:solidFill>
                        <a:srgbClr val="D9D9D9"/>
                      </a:solidFill>
                    </a:lnL>
                    <a:lnR w="6350" cap="flat">
                      <a:solidFill>
                        <a:srgbClr val="D9D9D9"/>
                      </a:solidFill>
                    </a:lnR>
                    <a:lnT w="6350" cap="flat">
                      <a:solidFill>
                        <a:srgbClr val="D9D9D9"/>
                      </a:solidFill>
                    </a:lnT>
                    <a:lnB w="6350" cap="flat">
                      <a:solidFill>
                        <a:srgbClr val="D9D9D9"/>
                      </a:solidFill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900" b="0">
                          <a:solidFill>
                            <a:srgbClr val="222222"/>
                          </a:solidFill>
                          <a:latin typeface="Pretendard"/>
                          <a:ea typeface="Pretendard"/>
                          <a:cs typeface="Pretendard"/>
                        </a:rPr>
                        <a:t>91</a:t>
                      </a:r>
                    </a:p>
                  </a:txBody>
                  <a:tcPr anchor="ctr" marL="38100" marR="38100" marT="25400" marB="25400">
                    <a:lnL w="6350" cap="flat">
                      <a:solidFill>
                        <a:srgbClr val="D9D9D9"/>
                      </a:solidFill>
                    </a:lnL>
                    <a:lnR w="6350" cap="flat">
                      <a:solidFill>
                        <a:srgbClr val="D9D9D9"/>
                      </a:solidFill>
                    </a:lnR>
                    <a:lnT w="6350" cap="flat">
                      <a:solidFill>
                        <a:srgbClr val="D9D9D9"/>
                      </a:solidFill>
                    </a:lnT>
                    <a:lnB w="6350" cap="flat">
                      <a:solidFill>
                        <a:srgbClr val="D9D9D9"/>
                      </a:solidFill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900" b="1">
                          <a:solidFill>
                            <a:srgbClr val="2E75D6"/>
                          </a:solidFill>
                          <a:latin typeface="Pretendard"/>
                          <a:ea typeface="Pretendard"/>
                          <a:cs typeface="Pretendard"/>
                        </a:rPr>
                        <a:t>58.0%</a:t>
                      </a:r>
                    </a:p>
                  </a:txBody>
                  <a:tcPr anchor="ctr" marL="38100" marR="38100" marT="25400" marB="25400">
                    <a:lnL w="6350" cap="flat">
                      <a:solidFill>
                        <a:srgbClr val="D9D9D9"/>
                      </a:solidFill>
                    </a:lnL>
                    <a:lnR w="6350" cap="flat">
                      <a:solidFill>
                        <a:srgbClr val="D9D9D9"/>
                      </a:solidFill>
                    </a:lnR>
                    <a:lnT w="6350" cap="flat">
                      <a:solidFill>
                        <a:srgbClr val="D9D9D9"/>
                      </a:solidFill>
                    </a:lnT>
                    <a:lnB w="6350" cap="flat">
                      <a:solidFill>
                        <a:srgbClr val="D9D9D9"/>
                      </a:solidFill>
                    </a:lnB>
                    <a:solidFill>
                      <a:srgbClr val="F2F2F2"/>
                    </a:solidFill>
                  </a:tcPr>
                </a:tc>
              </a:tr>
              <a:tr h="310896">
                <a:tc>
                  <a:txBody>
                    <a:bodyPr wrap="square"/>
                    <a:lstStyle/>
                    <a:p>
                      <a:pPr algn="l"/>
                      <a:r>
                        <a:rPr sz="900" b="1">
                          <a:solidFill>
                            <a:srgbClr val="222222"/>
                          </a:solidFill>
                          <a:latin typeface="Pretendard"/>
                          <a:ea typeface="Pretendard"/>
                          <a:cs typeface="Pretendard"/>
                        </a:rPr>
                        <a:t>채널 다각화</a:t>
                      </a:r>
                    </a:p>
                  </a:txBody>
                  <a:tcPr anchor="ctr" marL="38100" marR="38100" marT="25400" marB="25400">
                    <a:lnL w="6350" cap="flat">
                      <a:solidFill>
                        <a:srgbClr val="D9D9D9"/>
                      </a:solidFill>
                    </a:lnL>
                    <a:lnR w="6350" cap="flat">
                      <a:solidFill>
                        <a:srgbClr val="D9D9D9"/>
                      </a:solidFill>
                    </a:lnR>
                    <a:lnT w="6350" cap="flat">
                      <a:solidFill>
                        <a:srgbClr val="D9D9D9"/>
                      </a:solidFill>
                    </a:lnT>
                    <a:lnB w="6350" cap="flat">
                      <a:solidFill>
                        <a:srgbClr val="D9D9D9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900" b="0">
                          <a:solidFill>
                            <a:srgbClr val="222222"/>
                          </a:solidFill>
                          <a:latin typeface="Pretendard"/>
                          <a:ea typeface="Pretendard"/>
                          <a:cs typeface="Pretendard"/>
                        </a:rPr>
                        <a:t>73</a:t>
                      </a:r>
                    </a:p>
                  </a:txBody>
                  <a:tcPr anchor="ctr" marL="38100" marR="38100" marT="25400" marB="25400">
                    <a:lnL w="6350" cap="flat">
                      <a:solidFill>
                        <a:srgbClr val="D9D9D9"/>
                      </a:solidFill>
                    </a:lnL>
                    <a:lnR w="6350" cap="flat">
                      <a:solidFill>
                        <a:srgbClr val="D9D9D9"/>
                      </a:solidFill>
                    </a:lnR>
                    <a:lnT w="6350" cap="flat">
                      <a:solidFill>
                        <a:srgbClr val="D9D9D9"/>
                      </a:solidFill>
                    </a:lnT>
                    <a:lnB w="6350" cap="flat">
                      <a:solidFill>
                        <a:srgbClr val="D9D9D9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900" b="0">
                          <a:solidFill>
                            <a:srgbClr val="222222"/>
                          </a:solidFill>
                          <a:latin typeface="Pretendard"/>
                          <a:ea typeface="Pretendard"/>
                          <a:cs typeface="Pretendard"/>
                        </a:rPr>
                        <a:t>80</a:t>
                      </a:r>
                    </a:p>
                  </a:txBody>
                  <a:tcPr anchor="ctr" marL="38100" marR="38100" marT="25400" marB="25400">
                    <a:lnL w="6350" cap="flat">
                      <a:solidFill>
                        <a:srgbClr val="D9D9D9"/>
                      </a:solidFill>
                    </a:lnL>
                    <a:lnR w="6350" cap="flat">
                      <a:solidFill>
                        <a:srgbClr val="D9D9D9"/>
                      </a:solidFill>
                    </a:lnR>
                    <a:lnT w="6350" cap="flat">
                      <a:solidFill>
                        <a:srgbClr val="D9D9D9"/>
                      </a:solidFill>
                    </a:lnT>
                    <a:lnB w="6350" cap="flat">
                      <a:solidFill>
                        <a:srgbClr val="D9D9D9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900" b="0">
                          <a:solidFill>
                            <a:srgbClr val="222222"/>
                          </a:solidFill>
                          <a:latin typeface="Pretendard"/>
                          <a:ea typeface="Pretendard"/>
                          <a:cs typeface="Pretendard"/>
                        </a:rPr>
                        <a:t>87</a:t>
                      </a:r>
                    </a:p>
                  </a:txBody>
                  <a:tcPr anchor="ctr" marL="38100" marR="38100" marT="25400" marB="25400">
                    <a:lnL w="6350" cap="flat">
                      <a:solidFill>
                        <a:srgbClr val="D9D9D9"/>
                      </a:solidFill>
                    </a:lnL>
                    <a:lnR w="6350" cap="flat">
                      <a:solidFill>
                        <a:srgbClr val="D9D9D9"/>
                      </a:solidFill>
                    </a:lnR>
                    <a:lnT w="6350" cap="flat">
                      <a:solidFill>
                        <a:srgbClr val="D9D9D9"/>
                      </a:solidFill>
                    </a:lnT>
                    <a:lnB w="6350" cap="flat">
                      <a:solidFill>
                        <a:srgbClr val="D9D9D9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900" b="0">
                          <a:solidFill>
                            <a:srgbClr val="222222"/>
                          </a:solidFill>
                          <a:latin typeface="Pretendard"/>
                          <a:ea typeface="Pretendard"/>
                          <a:cs typeface="Pretendard"/>
                        </a:rPr>
                        <a:t>94</a:t>
                      </a:r>
                    </a:p>
                  </a:txBody>
                  <a:tcPr anchor="ctr" marL="38100" marR="38100" marT="25400" marB="25400">
                    <a:lnL w="6350" cap="flat">
                      <a:solidFill>
                        <a:srgbClr val="D9D9D9"/>
                      </a:solidFill>
                    </a:lnL>
                    <a:lnR w="6350" cap="flat">
                      <a:solidFill>
                        <a:srgbClr val="D9D9D9"/>
                      </a:solidFill>
                    </a:lnR>
                    <a:lnT w="6350" cap="flat">
                      <a:solidFill>
                        <a:srgbClr val="D9D9D9"/>
                      </a:solidFill>
                    </a:lnT>
                    <a:lnB w="6350" cap="flat">
                      <a:solidFill>
                        <a:srgbClr val="D9D9D9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900" b="0">
                          <a:solidFill>
                            <a:srgbClr val="222222"/>
                          </a:solidFill>
                          <a:latin typeface="Pretendard"/>
                          <a:ea typeface="Pretendard"/>
                          <a:cs typeface="Pretendard"/>
                        </a:rPr>
                        <a:t>101</a:t>
                      </a:r>
                    </a:p>
                  </a:txBody>
                  <a:tcPr anchor="ctr" marL="38100" marR="38100" marT="25400" marB="25400">
                    <a:lnL w="6350" cap="flat">
                      <a:solidFill>
                        <a:srgbClr val="D9D9D9"/>
                      </a:solidFill>
                    </a:lnL>
                    <a:lnR w="6350" cap="flat">
                      <a:solidFill>
                        <a:srgbClr val="D9D9D9"/>
                      </a:solidFill>
                    </a:lnR>
                    <a:lnT w="6350" cap="flat">
                      <a:solidFill>
                        <a:srgbClr val="D9D9D9"/>
                      </a:solidFill>
                    </a:lnT>
                    <a:lnB w="6350" cap="flat">
                      <a:solidFill>
                        <a:srgbClr val="D9D9D9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900" b="0">
                          <a:solidFill>
                            <a:srgbClr val="222222"/>
                          </a:solidFill>
                          <a:latin typeface="Pretendard"/>
                          <a:ea typeface="Pretendard"/>
                          <a:cs typeface="Pretendard"/>
                        </a:rPr>
                        <a:t>108</a:t>
                      </a:r>
                    </a:p>
                  </a:txBody>
                  <a:tcPr anchor="ctr" marL="38100" marR="38100" marT="25400" marB="25400">
                    <a:lnL w="6350" cap="flat">
                      <a:solidFill>
                        <a:srgbClr val="D9D9D9"/>
                      </a:solidFill>
                    </a:lnL>
                    <a:lnR w="6350" cap="flat">
                      <a:solidFill>
                        <a:srgbClr val="D9D9D9"/>
                      </a:solidFill>
                    </a:lnR>
                    <a:lnT w="6350" cap="flat">
                      <a:solidFill>
                        <a:srgbClr val="D9D9D9"/>
                      </a:solidFill>
                    </a:lnT>
                    <a:lnB w="6350" cap="flat">
                      <a:solidFill>
                        <a:srgbClr val="D9D9D9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900" b="1">
                          <a:solidFill>
                            <a:srgbClr val="2E75D6"/>
                          </a:solidFill>
                          <a:latin typeface="Pretendard"/>
                          <a:ea typeface="Pretendard"/>
                          <a:cs typeface="Pretendard"/>
                        </a:rPr>
                        <a:t>71.1%</a:t>
                      </a:r>
                    </a:p>
                  </a:txBody>
                  <a:tcPr anchor="ctr" marL="38100" marR="38100" marT="25400" marB="25400">
                    <a:lnL w="6350" cap="flat">
                      <a:solidFill>
                        <a:srgbClr val="D9D9D9"/>
                      </a:solidFill>
                    </a:lnL>
                    <a:lnR w="6350" cap="flat">
                      <a:solidFill>
                        <a:srgbClr val="D9D9D9"/>
                      </a:solidFill>
                    </a:lnR>
                    <a:lnT w="6350" cap="flat">
                      <a:solidFill>
                        <a:srgbClr val="D9D9D9"/>
                      </a:solidFill>
                    </a:lnT>
                    <a:lnB w="6350" cap="flat">
                      <a:solidFill>
                        <a:srgbClr val="D9D9D9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310896">
                <a:tc>
                  <a:txBody>
                    <a:bodyPr wrap="square"/>
                    <a:lstStyle/>
                    <a:p>
                      <a:pPr algn="l"/>
                      <a:r>
                        <a:rPr sz="900" b="1">
                          <a:solidFill>
                            <a:srgbClr val="222222"/>
                          </a:solidFill>
                          <a:latin typeface="Pretendard"/>
                          <a:ea typeface="Pretendard"/>
                          <a:cs typeface="Pretendard"/>
                        </a:rPr>
                        <a:t>브랜드 강화</a:t>
                      </a:r>
                    </a:p>
                  </a:txBody>
                  <a:tcPr anchor="ctr" marL="38100" marR="38100" marT="25400" marB="25400">
                    <a:lnL w="6350" cap="flat">
                      <a:solidFill>
                        <a:srgbClr val="D9D9D9"/>
                      </a:solidFill>
                    </a:lnL>
                    <a:lnR w="6350" cap="flat">
                      <a:solidFill>
                        <a:srgbClr val="D9D9D9"/>
                      </a:solidFill>
                    </a:lnR>
                    <a:lnT w="6350" cap="flat">
                      <a:solidFill>
                        <a:srgbClr val="D9D9D9"/>
                      </a:solidFill>
                    </a:lnT>
                    <a:lnB w="6350" cap="flat">
                      <a:solidFill>
                        <a:srgbClr val="D9D9D9"/>
                      </a:solidFill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900" b="0">
                          <a:solidFill>
                            <a:srgbClr val="222222"/>
                          </a:solidFill>
                          <a:latin typeface="Pretendard"/>
                          <a:ea typeface="Pretendard"/>
                          <a:cs typeface="Pretendard"/>
                        </a:rPr>
                        <a:t>90</a:t>
                      </a:r>
                    </a:p>
                  </a:txBody>
                  <a:tcPr anchor="ctr" marL="38100" marR="38100" marT="25400" marB="25400">
                    <a:lnL w="6350" cap="flat">
                      <a:solidFill>
                        <a:srgbClr val="D9D9D9"/>
                      </a:solidFill>
                    </a:lnL>
                    <a:lnR w="6350" cap="flat">
                      <a:solidFill>
                        <a:srgbClr val="D9D9D9"/>
                      </a:solidFill>
                    </a:lnR>
                    <a:lnT w="6350" cap="flat">
                      <a:solidFill>
                        <a:srgbClr val="D9D9D9"/>
                      </a:solidFill>
                    </a:lnT>
                    <a:lnB w="6350" cap="flat">
                      <a:solidFill>
                        <a:srgbClr val="D9D9D9"/>
                      </a:solidFill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900" b="0">
                          <a:solidFill>
                            <a:srgbClr val="222222"/>
                          </a:solidFill>
                          <a:latin typeface="Pretendard"/>
                          <a:ea typeface="Pretendard"/>
                          <a:cs typeface="Pretendard"/>
                        </a:rPr>
                        <a:t>97</a:t>
                      </a:r>
                    </a:p>
                  </a:txBody>
                  <a:tcPr anchor="ctr" marL="38100" marR="38100" marT="25400" marB="25400">
                    <a:lnL w="6350" cap="flat">
                      <a:solidFill>
                        <a:srgbClr val="D9D9D9"/>
                      </a:solidFill>
                    </a:lnL>
                    <a:lnR w="6350" cap="flat">
                      <a:solidFill>
                        <a:srgbClr val="D9D9D9"/>
                      </a:solidFill>
                    </a:lnR>
                    <a:lnT w="6350" cap="flat">
                      <a:solidFill>
                        <a:srgbClr val="D9D9D9"/>
                      </a:solidFill>
                    </a:lnT>
                    <a:lnB w="6350" cap="flat">
                      <a:solidFill>
                        <a:srgbClr val="D9D9D9"/>
                      </a:solidFill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900" b="0">
                          <a:solidFill>
                            <a:srgbClr val="222222"/>
                          </a:solidFill>
                          <a:latin typeface="Pretendard"/>
                          <a:ea typeface="Pretendard"/>
                          <a:cs typeface="Pretendard"/>
                        </a:rPr>
                        <a:t>104</a:t>
                      </a:r>
                    </a:p>
                  </a:txBody>
                  <a:tcPr anchor="ctr" marL="38100" marR="38100" marT="25400" marB="25400">
                    <a:lnL w="6350" cap="flat">
                      <a:solidFill>
                        <a:srgbClr val="D9D9D9"/>
                      </a:solidFill>
                    </a:lnL>
                    <a:lnR w="6350" cap="flat">
                      <a:solidFill>
                        <a:srgbClr val="D9D9D9"/>
                      </a:solidFill>
                    </a:lnR>
                    <a:lnT w="6350" cap="flat">
                      <a:solidFill>
                        <a:srgbClr val="D9D9D9"/>
                      </a:solidFill>
                    </a:lnT>
                    <a:lnB w="6350" cap="flat">
                      <a:solidFill>
                        <a:srgbClr val="D9D9D9"/>
                      </a:solidFill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900" b="0">
                          <a:solidFill>
                            <a:srgbClr val="222222"/>
                          </a:solidFill>
                          <a:latin typeface="Pretendard"/>
                          <a:ea typeface="Pretendard"/>
                          <a:cs typeface="Pretendard"/>
                        </a:rPr>
                        <a:t>111</a:t>
                      </a:r>
                    </a:p>
                  </a:txBody>
                  <a:tcPr anchor="ctr" marL="38100" marR="38100" marT="25400" marB="25400">
                    <a:lnL w="6350" cap="flat">
                      <a:solidFill>
                        <a:srgbClr val="D9D9D9"/>
                      </a:solidFill>
                    </a:lnL>
                    <a:lnR w="6350" cap="flat">
                      <a:solidFill>
                        <a:srgbClr val="D9D9D9"/>
                      </a:solidFill>
                    </a:lnR>
                    <a:lnT w="6350" cap="flat">
                      <a:solidFill>
                        <a:srgbClr val="D9D9D9"/>
                      </a:solidFill>
                    </a:lnT>
                    <a:lnB w="6350" cap="flat">
                      <a:solidFill>
                        <a:srgbClr val="D9D9D9"/>
                      </a:solidFill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900" b="0">
                          <a:solidFill>
                            <a:srgbClr val="222222"/>
                          </a:solidFill>
                          <a:latin typeface="Pretendard"/>
                          <a:ea typeface="Pretendard"/>
                          <a:cs typeface="Pretendard"/>
                        </a:rPr>
                        <a:t>118</a:t>
                      </a:r>
                    </a:p>
                  </a:txBody>
                  <a:tcPr anchor="ctr" marL="38100" marR="38100" marT="25400" marB="25400">
                    <a:lnL w="6350" cap="flat">
                      <a:solidFill>
                        <a:srgbClr val="D9D9D9"/>
                      </a:solidFill>
                    </a:lnL>
                    <a:lnR w="6350" cap="flat">
                      <a:solidFill>
                        <a:srgbClr val="D9D9D9"/>
                      </a:solidFill>
                    </a:lnR>
                    <a:lnT w="6350" cap="flat">
                      <a:solidFill>
                        <a:srgbClr val="D9D9D9"/>
                      </a:solidFill>
                    </a:lnT>
                    <a:lnB w="6350" cap="flat">
                      <a:solidFill>
                        <a:srgbClr val="D9D9D9"/>
                      </a:solidFill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900" b="0">
                          <a:solidFill>
                            <a:srgbClr val="222222"/>
                          </a:solidFill>
                          <a:latin typeface="Pretendard"/>
                          <a:ea typeface="Pretendard"/>
                          <a:cs typeface="Pretendard"/>
                        </a:rPr>
                        <a:t>125</a:t>
                      </a:r>
                    </a:p>
                  </a:txBody>
                  <a:tcPr anchor="ctr" marL="38100" marR="38100" marT="25400" marB="25400">
                    <a:lnL w="6350" cap="flat">
                      <a:solidFill>
                        <a:srgbClr val="D9D9D9"/>
                      </a:solidFill>
                    </a:lnL>
                    <a:lnR w="6350" cap="flat">
                      <a:solidFill>
                        <a:srgbClr val="D9D9D9"/>
                      </a:solidFill>
                    </a:lnR>
                    <a:lnT w="6350" cap="flat">
                      <a:solidFill>
                        <a:srgbClr val="D9D9D9"/>
                      </a:solidFill>
                    </a:lnT>
                    <a:lnB w="6350" cap="flat">
                      <a:solidFill>
                        <a:srgbClr val="D9D9D9"/>
                      </a:solidFill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900" b="1">
                          <a:solidFill>
                            <a:srgbClr val="2E75D6"/>
                          </a:solidFill>
                          <a:latin typeface="Pretendard"/>
                          <a:ea typeface="Pretendard"/>
                          <a:cs typeface="Pretendard"/>
                        </a:rPr>
                        <a:t>84.2%</a:t>
                      </a:r>
                    </a:p>
                  </a:txBody>
                  <a:tcPr anchor="ctr" marL="38100" marR="38100" marT="25400" marB="25400">
                    <a:lnL w="6350" cap="flat">
                      <a:solidFill>
                        <a:srgbClr val="D9D9D9"/>
                      </a:solidFill>
                    </a:lnL>
                    <a:lnR w="6350" cap="flat">
                      <a:solidFill>
                        <a:srgbClr val="D9D9D9"/>
                      </a:solidFill>
                    </a:lnR>
                    <a:lnT w="6350" cap="flat">
                      <a:solidFill>
                        <a:srgbClr val="D9D9D9"/>
                      </a:solidFill>
                    </a:lnT>
                    <a:lnB w="6350" cap="flat">
                      <a:solidFill>
                        <a:srgbClr val="D9D9D9"/>
                      </a:solidFill>
                    </a:lnB>
                    <a:solidFill>
                      <a:srgbClr val="F2F2F2"/>
                    </a:solidFill>
                  </a:tcPr>
                </a:tc>
              </a:tr>
              <a:tr h="310896">
                <a:tc>
                  <a:txBody>
                    <a:bodyPr wrap="square"/>
                    <a:lstStyle/>
                    <a:p>
                      <a:pPr algn="l"/>
                      <a:r>
                        <a:rPr sz="900" b="1">
                          <a:solidFill>
                            <a:srgbClr val="222222"/>
                          </a:solidFill>
                          <a:latin typeface="Pretendard"/>
                          <a:ea typeface="Pretendard"/>
                          <a:cs typeface="Pretendard"/>
                        </a:rPr>
                        <a:t>재무 관리</a:t>
                      </a:r>
                    </a:p>
                  </a:txBody>
                  <a:tcPr anchor="ctr" marL="38100" marR="38100" marT="25400" marB="25400">
                    <a:lnL w="6350" cap="flat">
                      <a:solidFill>
                        <a:srgbClr val="D9D9D9"/>
                      </a:solidFill>
                    </a:lnL>
                    <a:lnR w="6350" cap="flat">
                      <a:solidFill>
                        <a:srgbClr val="D9D9D9"/>
                      </a:solidFill>
                    </a:lnR>
                    <a:lnT w="6350" cap="flat">
                      <a:solidFill>
                        <a:srgbClr val="D9D9D9"/>
                      </a:solidFill>
                    </a:lnT>
                    <a:lnB w="6350" cap="flat">
                      <a:solidFill>
                        <a:srgbClr val="D9D9D9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900" b="0">
                          <a:solidFill>
                            <a:srgbClr val="222222"/>
                          </a:solidFill>
                          <a:latin typeface="Pretendard"/>
                          <a:ea typeface="Pretendard"/>
                          <a:cs typeface="Pretendard"/>
                        </a:rPr>
                        <a:t>107</a:t>
                      </a:r>
                    </a:p>
                  </a:txBody>
                  <a:tcPr anchor="ctr" marL="38100" marR="38100" marT="25400" marB="25400">
                    <a:lnL w="6350" cap="flat">
                      <a:solidFill>
                        <a:srgbClr val="D9D9D9"/>
                      </a:solidFill>
                    </a:lnL>
                    <a:lnR w="6350" cap="flat">
                      <a:solidFill>
                        <a:srgbClr val="D9D9D9"/>
                      </a:solidFill>
                    </a:lnR>
                    <a:lnT w="6350" cap="flat">
                      <a:solidFill>
                        <a:srgbClr val="D9D9D9"/>
                      </a:solidFill>
                    </a:lnT>
                    <a:lnB w="6350" cap="flat">
                      <a:solidFill>
                        <a:srgbClr val="D9D9D9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900" b="0">
                          <a:solidFill>
                            <a:srgbClr val="222222"/>
                          </a:solidFill>
                          <a:latin typeface="Pretendard"/>
                          <a:ea typeface="Pretendard"/>
                          <a:cs typeface="Pretendard"/>
                        </a:rPr>
                        <a:t>114</a:t>
                      </a:r>
                    </a:p>
                  </a:txBody>
                  <a:tcPr anchor="ctr" marL="38100" marR="38100" marT="25400" marB="25400">
                    <a:lnL w="6350" cap="flat">
                      <a:solidFill>
                        <a:srgbClr val="D9D9D9"/>
                      </a:solidFill>
                    </a:lnL>
                    <a:lnR w="6350" cap="flat">
                      <a:solidFill>
                        <a:srgbClr val="D9D9D9"/>
                      </a:solidFill>
                    </a:lnR>
                    <a:lnT w="6350" cap="flat">
                      <a:solidFill>
                        <a:srgbClr val="D9D9D9"/>
                      </a:solidFill>
                    </a:lnT>
                    <a:lnB w="6350" cap="flat">
                      <a:solidFill>
                        <a:srgbClr val="D9D9D9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900" b="0">
                          <a:solidFill>
                            <a:srgbClr val="222222"/>
                          </a:solidFill>
                          <a:latin typeface="Pretendard"/>
                          <a:ea typeface="Pretendard"/>
                          <a:cs typeface="Pretendard"/>
                        </a:rPr>
                        <a:t>121</a:t>
                      </a:r>
                    </a:p>
                  </a:txBody>
                  <a:tcPr anchor="ctr" marL="38100" marR="38100" marT="25400" marB="25400">
                    <a:lnL w="6350" cap="flat">
                      <a:solidFill>
                        <a:srgbClr val="D9D9D9"/>
                      </a:solidFill>
                    </a:lnL>
                    <a:lnR w="6350" cap="flat">
                      <a:solidFill>
                        <a:srgbClr val="D9D9D9"/>
                      </a:solidFill>
                    </a:lnR>
                    <a:lnT w="6350" cap="flat">
                      <a:solidFill>
                        <a:srgbClr val="D9D9D9"/>
                      </a:solidFill>
                    </a:lnT>
                    <a:lnB w="6350" cap="flat">
                      <a:solidFill>
                        <a:srgbClr val="D9D9D9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900" b="0">
                          <a:solidFill>
                            <a:srgbClr val="222222"/>
                          </a:solidFill>
                          <a:latin typeface="Pretendard"/>
                          <a:ea typeface="Pretendard"/>
                          <a:cs typeface="Pretendard"/>
                        </a:rPr>
                        <a:t>128</a:t>
                      </a:r>
                    </a:p>
                  </a:txBody>
                  <a:tcPr anchor="ctr" marL="38100" marR="38100" marT="25400" marB="25400">
                    <a:lnL w="6350" cap="flat">
                      <a:solidFill>
                        <a:srgbClr val="D9D9D9"/>
                      </a:solidFill>
                    </a:lnL>
                    <a:lnR w="6350" cap="flat">
                      <a:solidFill>
                        <a:srgbClr val="D9D9D9"/>
                      </a:solidFill>
                    </a:lnR>
                    <a:lnT w="6350" cap="flat">
                      <a:solidFill>
                        <a:srgbClr val="D9D9D9"/>
                      </a:solidFill>
                    </a:lnT>
                    <a:lnB w="6350" cap="flat">
                      <a:solidFill>
                        <a:srgbClr val="D9D9D9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900" b="0">
                          <a:solidFill>
                            <a:srgbClr val="222222"/>
                          </a:solidFill>
                          <a:latin typeface="Pretendard"/>
                          <a:ea typeface="Pretendard"/>
                          <a:cs typeface="Pretendard"/>
                        </a:rPr>
                        <a:t>135</a:t>
                      </a:r>
                    </a:p>
                  </a:txBody>
                  <a:tcPr anchor="ctr" marL="38100" marR="38100" marT="25400" marB="25400">
                    <a:lnL w="6350" cap="flat">
                      <a:solidFill>
                        <a:srgbClr val="D9D9D9"/>
                      </a:solidFill>
                    </a:lnL>
                    <a:lnR w="6350" cap="flat">
                      <a:solidFill>
                        <a:srgbClr val="D9D9D9"/>
                      </a:solidFill>
                    </a:lnR>
                    <a:lnT w="6350" cap="flat">
                      <a:solidFill>
                        <a:srgbClr val="D9D9D9"/>
                      </a:solidFill>
                    </a:lnT>
                    <a:lnB w="6350" cap="flat">
                      <a:solidFill>
                        <a:srgbClr val="D9D9D9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900" b="0">
                          <a:solidFill>
                            <a:srgbClr val="222222"/>
                          </a:solidFill>
                          <a:latin typeface="Pretendard"/>
                          <a:ea typeface="Pretendard"/>
                          <a:cs typeface="Pretendard"/>
                        </a:rPr>
                        <a:t>142</a:t>
                      </a:r>
                    </a:p>
                  </a:txBody>
                  <a:tcPr anchor="ctr" marL="38100" marR="38100" marT="25400" marB="25400">
                    <a:lnL w="6350" cap="flat">
                      <a:solidFill>
                        <a:srgbClr val="D9D9D9"/>
                      </a:solidFill>
                    </a:lnL>
                    <a:lnR w="6350" cap="flat">
                      <a:solidFill>
                        <a:srgbClr val="D9D9D9"/>
                      </a:solidFill>
                    </a:lnR>
                    <a:lnT w="6350" cap="flat">
                      <a:solidFill>
                        <a:srgbClr val="D9D9D9"/>
                      </a:solidFill>
                    </a:lnT>
                    <a:lnB w="6350" cap="flat">
                      <a:solidFill>
                        <a:srgbClr val="D9D9D9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900" b="1">
                          <a:solidFill>
                            <a:srgbClr val="2E75D6"/>
                          </a:solidFill>
                          <a:latin typeface="Pretendard"/>
                          <a:ea typeface="Pretendard"/>
                          <a:cs typeface="Pretendard"/>
                        </a:rPr>
                        <a:t>97.3%</a:t>
                      </a:r>
                    </a:p>
                  </a:txBody>
                  <a:tcPr anchor="ctr" marL="38100" marR="38100" marT="25400" marB="25400">
                    <a:lnL w="6350" cap="flat">
                      <a:solidFill>
                        <a:srgbClr val="D9D9D9"/>
                      </a:solidFill>
                    </a:lnL>
                    <a:lnR w="6350" cap="flat">
                      <a:solidFill>
                        <a:srgbClr val="D9D9D9"/>
                      </a:solidFill>
                    </a:lnR>
                    <a:lnT w="6350" cap="flat">
                      <a:solidFill>
                        <a:srgbClr val="D9D9D9"/>
                      </a:solidFill>
                    </a:lnT>
                    <a:lnB w="6350" cap="flat">
                      <a:solidFill>
                        <a:srgbClr val="D9D9D9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310896">
                <a:tc>
                  <a:txBody>
                    <a:bodyPr wrap="square"/>
                    <a:lstStyle/>
                    <a:p>
                      <a:pPr algn="l"/>
                      <a:r>
                        <a:rPr sz="900" b="1">
                          <a:solidFill>
                            <a:srgbClr val="222222"/>
                          </a:solidFill>
                          <a:latin typeface="Pretendard"/>
                          <a:ea typeface="Pretendard"/>
                          <a:cs typeface="Pretendard"/>
                        </a:rPr>
                        <a:t>사업 기획</a:t>
                      </a:r>
                    </a:p>
                  </a:txBody>
                  <a:tcPr anchor="ctr" marL="38100" marR="38100" marT="25400" marB="25400">
                    <a:lnL w="6350" cap="flat">
                      <a:solidFill>
                        <a:srgbClr val="D9D9D9"/>
                      </a:solidFill>
                    </a:lnL>
                    <a:lnR w="6350" cap="flat">
                      <a:solidFill>
                        <a:srgbClr val="D9D9D9"/>
                      </a:solidFill>
                    </a:lnR>
                    <a:lnT w="6350" cap="flat">
                      <a:solidFill>
                        <a:srgbClr val="D9D9D9"/>
                      </a:solidFill>
                    </a:lnT>
                    <a:lnB w="6350" cap="flat">
                      <a:solidFill>
                        <a:srgbClr val="D9D9D9"/>
                      </a:solidFill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900" b="0">
                          <a:solidFill>
                            <a:srgbClr val="222222"/>
                          </a:solidFill>
                          <a:latin typeface="Pretendard"/>
                          <a:ea typeface="Pretendard"/>
                          <a:cs typeface="Pretendard"/>
                        </a:rPr>
                        <a:t>124</a:t>
                      </a:r>
                    </a:p>
                  </a:txBody>
                  <a:tcPr anchor="ctr" marL="38100" marR="38100" marT="25400" marB="25400">
                    <a:lnL w="6350" cap="flat">
                      <a:solidFill>
                        <a:srgbClr val="D9D9D9"/>
                      </a:solidFill>
                    </a:lnL>
                    <a:lnR w="6350" cap="flat">
                      <a:solidFill>
                        <a:srgbClr val="D9D9D9"/>
                      </a:solidFill>
                    </a:lnR>
                    <a:lnT w="6350" cap="flat">
                      <a:solidFill>
                        <a:srgbClr val="D9D9D9"/>
                      </a:solidFill>
                    </a:lnT>
                    <a:lnB w="6350" cap="flat">
                      <a:solidFill>
                        <a:srgbClr val="D9D9D9"/>
                      </a:solidFill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900" b="0">
                          <a:solidFill>
                            <a:srgbClr val="222222"/>
                          </a:solidFill>
                          <a:latin typeface="Pretendard"/>
                          <a:ea typeface="Pretendard"/>
                          <a:cs typeface="Pretendard"/>
                        </a:rPr>
                        <a:t>131</a:t>
                      </a:r>
                    </a:p>
                  </a:txBody>
                  <a:tcPr anchor="ctr" marL="38100" marR="38100" marT="25400" marB="25400">
                    <a:lnL w="6350" cap="flat">
                      <a:solidFill>
                        <a:srgbClr val="D9D9D9"/>
                      </a:solidFill>
                    </a:lnL>
                    <a:lnR w="6350" cap="flat">
                      <a:solidFill>
                        <a:srgbClr val="D9D9D9"/>
                      </a:solidFill>
                    </a:lnR>
                    <a:lnT w="6350" cap="flat">
                      <a:solidFill>
                        <a:srgbClr val="D9D9D9"/>
                      </a:solidFill>
                    </a:lnT>
                    <a:lnB w="6350" cap="flat">
                      <a:solidFill>
                        <a:srgbClr val="D9D9D9"/>
                      </a:solidFill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900" b="0">
                          <a:solidFill>
                            <a:srgbClr val="222222"/>
                          </a:solidFill>
                          <a:latin typeface="Pretendard"/>
                          <a:ea typeface="Pretendard"/>
                          <a:cs typeface="Pretendard"/>
                        </a:rPr>
                        <a:t>138</a:t>
                      </a:r>
                    </a:p>
                  </a:txBody>
                  <a:tcPr anchor="ctr" marL="38100" marR="38100" marT="25400" marB="25400">
                    <a:lnL w="6350" cap="flat">
                      <a:solidFill>
                        <a:srgbClr val="D9D9D9"/>
                      </a:solidFill>
                    </a:lnL>
                    <a:lnR w="6350" cap="flat">
                      <a:solidFill>
                        <a:srgbClr val="D9D9D9"/>
                      </a:solidFill>
                    </a:lnR>
                    <a:lnT w="6350" cap="flat">
                      <a:solidFill>
                        <a:srgbClr val="D9D9D9"/>
                      </a:solidFill>
                    </a:lnT>
                    <a:lnB w="6350" cap="flat">
                      <a:solidFill>
                        <a:srgbClr val="D9D9D9"/>
                      </a:solidFill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900" b="0">
                          <a:solidFill>
                            <a:srgbClr val="222222"/>
                          </a:solidFill>
                          <a:latin typeface="Pretendard"/>
                          <a:ea typeface="Pretendard"/>
                          <a:cs typeface="Pretendard"/>
                        </a:rPr>
                        <a:t>145</a:t>
                      </a:r>
                    </a:p>
                  </a:txBody>
                  <a:tcPr anchor="ctr" marL="38100" marR="38100" marT="25400" marB="25400">
                    <a:lnL w="6350" cap="flat">
                      <a:solidFill>
                        <a:srgbClr val="D9D9D9"/>
                      </a:solidFill>
                    </a:lnL>
                    <a:lnR w="6350" cap="flat">
                      <a:solidFill>
                        <a:srgbClr val="D9D9D9"/>
                      </a:solidFill>
                    </a:lnR>
                    <a:lnT w="6350" cap="flat">
                      <a:solidFill>
                        <a:srgbClr val="D9D9D9"/>
                      </a:solidFill>
                    </a:lnT>
                    <a:lnB w="6350" cap="flat">
                      <a:solidFill>
                        <a:srgbClr val="D9D9D9"/>
                      </a:solidFill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900" b="0">
                          <a:solidFill>
                            <a:srgbClr val="222222"/>
                          </a:solidFill>
                          <a:latin typeface="Pretendard"/>
                          <a:ea typeface="Pretendard"/>
                          <a:cs typeface="Pretendard"/>
                        </a:rPr>
                        <a:t>152</a:t>
                      </a:r>
                    </a:p>
                  </a:txBody>
                  <a:tcPr anchor="ctr" marL="38100" marR="38100" marT="25400" marB="25400">
                    <a:lnL w="6350" cap="flat">
                      <a:solidFill>
                        <a:srgbClr val="D9D9D9"/>
                      </a:solidFill>
                    </a:lnL>
                    <a:lnR w="6350" cap="flat">
                      <a:solidFill>
                        <a:srgbClr val="D9D9D9"/>
                      </a:solidFill>
                    </a:lnR>
                    <a:lnT w="6350" cap="flat">
                      <a:solidFill>
                        <a:srgbClr val="D9D9D9"/>
                      </a:solidFill>
                    </a:lnT>
                    <a:lnB w="6350" cap="flat">
                      <a:solidFill>
                        <a:srgbClr val="D9D9D9"/>
                      </a:solidFill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900" b="0">
                          <a:solidFill>
                            <a:srgbClr val="222222"/>
                          </a:solidFill>
                          <a:latin typeface="Pretendard"/>
                          <a:ea typeface="Pretendard"/>
                          <a:cs typeface="Pretendard"/>
                        </a:rPr>
                        <a:t>159</a:t>
                      </a:r>
                    </a:p>
                  </a:txBody>
                  <a:tcPr anchor="ctr" marL="38100" marR="38100" marT="25400" marB="25400">
                    <a:lnL w="6350" cap="flat">
                      <a:solidFill>
                        <a:srgbClr val="D9D9D9"/>
                      </a:solidFill>
                    </a:lnL>
                    <a:lnR w="6350" cap="flat">
                      <a:solidFill>
                        <a:srgbClr val="D9D9D9"/>
                      </a:solidFill>
                    </a:lnR>
                    <a:lnT w="6350" cap="flat">
                      <a:solidFill>
                        <a:srgbClr val="D9D9D9"/>
                      </a:solidFill>
                    </a:lnT>
                    <a:lnB w="6350" cap="flat">
                      <a:solidFill>
                        <a:srgbClr val="D9D9D9"/>
                      </a:solidFill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900" b="1">
                          <a:solidFill>
                            <a:srgbClr val="2E75D6"/>
                          </a:solidFill>
                          <a:latin typeface="Pretendard"/>
                          <a:ea typeface="Pretendard"/>
                          <a:cs typeface="Pretendard"/>
                        </a:rPr>
                        <a:t>65.4%</a:t>
                      </a:r>
                    </a:p>
                  </a:txBody>
                  <a:tcPr anchor="ctr" marL="38100" marR="38100" marT="25400" marB="25400">
                    <a:lnL w="6350" cap="flat">
                      <a:solidFill>
                        <a:srgbClr val="D9D9D9"/>
                      </a:solidFill>
                    </a:lnL>
                    <a:lnR w="6350" cap="flat">
                      <a:solidFill>
                        <a:srgbClr val="D9D9D9"/>
                      </a:solidFill>
                    </a:lnR>
                    <a:lnT w="6350" cap="flat">
                      <a:solidFill>
                        <a:srgbClr val="D9D9D9"/>
                      </a:solidFill>
                    </a:lnT>
                    <a:lnB w="6350" cap="flat">
                      <a:solidFill>
                        <a:srgbClr val="D9D9D9"/>
                      </a:solidFill>
                    </a:lnB>
                    <a:solidFill>
                      <a:srgbClr val="F2F2F2"/>
                    </a:solidFill>
                  </a:tcPr>
                </a:tc>
              </a:tr>
            </a:tbl>
          </a:graphicData>
        </a:graphic>
      </p:graphicFrame>
      <p:sp>
        <p:nvSpPr>
          <p:cNvPr id="5" name="TextBox 4"/>
          <p:cNvSpPr txBox="1"/>
          <p:nvPr/>
        </p:nvSpPr>
        <p:spPr>
          <a:xfrm>
            <a:off x="137160" y="73152"/>
            <a:ext cx="3657600" cy="274320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l"/>
            <a:r>
              <a:rPr sz="900" b="1">
                <a:solidFill>
                  <a:srgbClr val="808080"/>
                </a:solidFill>
                <a:latin typeface="Pretendard"/>
                <a:ea typeface="Pretendard"/>
                <a:cs typeface="Pretendard"/>
              </a:rPr>
              <a:t>TBL-191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457200"/>
            <a:ext cx="11155680" cy="457200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l"/>
            <a:r>
              <a:rPr sz="1800" b="1">
                <a:solidFill>
                  <a:srgbClr val="1F3864"/>
                </a:solidFill>
                <a:latin typeface="Pretendard"/>
                <a:ea typeface="Pretendard"/>
                <a:cs typeface="Pretendard"/>
              </a:rPr>
              <a:t>콘텐츠 해외진출 상세 실적표 (컴팩트)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914400"/>
            <a:ext cx="11155680" cy="292608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l"/>
            <a:r>
              <a:rPr sz="1100" b="0">
                <a:solidFill>
                  <a:srgbClr val="595959"/>
                </a:solidFill>
                <a:latin typeface="Pretendard"/>
                <a:ea typeface="Pretendard"/>
                <a:cs typeface="Pretendard"/>
              </a:rPr>
              <a:t>고밀도 · 6열 소폰트 · blue_500</a:t>
            </a:r>
          </a:p>
        </p:txBody>
      </p:sp>
      <p:graphicFrame>
        <p:nvGraphicFramePr>
          <p:cNvPr id="4" name="asset:TBL-192"/>
          <p:cNvGraphicFramePr>
            <a:graphicFrameLocks noGrp="1"/>
          </p:cNvGraphicFramePr>
          <p:nvPr/>
        </p:nvGraphicFramePr>
        <p:xfrm>
          <a:off x="640080" y="1371600"/>
          <a:ext cx="10908792" cy="2487168"/>
        </p:xfrm>
        <a:graphic>
          <a:graphicData uri="http://schemas.openxmlformats.org/drawingml/2006/table">
            <a:tbl>
              <a:tblPr>
                <a:tableStyleId>{2D5ABB26-0587-4C30-8999-92F81FD0307C}</a:tableStyleId>
              </a:tblPr>
              <a:tblGrid>
                <a:gridCol w="1947672"/>
                <a:gridCol w="1792224"/>
                <a:gridCol w="1792224"/>
                <a:gridCol w="1792224"/>
                <a:gridCol w="1792224"/>
                <a:gridCol w="1792224"/>
              </a:tblGrid>
              <a:tr h="310896">
                <a:tc>
                  <a:txBody>
                    <a:bodyPr wrap="square"/>
                    <a:lstStyle/>
                    <a:p>
                      <a:pPr algn="l"/>
                      <a:r>
                        <a:rPr sz="900" b="1">
                          <a:solidFill>
                            <a:srgbClr val="FFFFFF"/>
                          </a:solidFill>
                          <a:latin typeface="Pretendard"/>
                          <a:ea typeface="Pretendard"/>
                          <a:cs typeface="Pretendard"/>
                        </a:rPr>
                        <a:t>부문</a:t>
                      </a:r>
                    </a:p>
                  </a:txBody>
                  <a:tcPr anchor="ctr" marL="38100" marR="38100" marT="25400" marB="25400">
                    <a:lnL w="6350" cap="flat">
                      <a:solidFill>
                        <a:srgbClr val="D9D9D9"/>
                      </a:solidFill>
                    </a:lnL>
                    <a:lnR w="6350" cap="flat">
                      <a:solidFill>
                        <a:srgbClr val="D9D9D9"/>
                      </a:solidFill>
                    </a:lnR>
                    <a:lnT w="6350" cap="flat">
                      <a:solidFill>
                        <a:srgbClr val="D9D9D9"/>
                      </a:solidFill>
                    </a:lnT>
                    <a:lnB w="6350" cap="flat">
                      <a:solidFill>
                        <a:srgbClr val="D9D9D9"/>
                      </a:solidFill>
                    </a:lnB>
                    <a:solidFill>
                      <a:srgbClr val="2E75D6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00" b="1">
                          <a:solidFill>
                            <a:srgbClr val="FFFFFF"/>
                          </a:solidFill>
                          <a:latin typeface="Pretendard"/>
                          <a:ea typeface="Pretendard"/>
                          <a:cs typeface="Pretendard"/>
                        </a:rPr>
                        <a:t>목표</a:t>
                      </a:r>
                    </a:p>
                  </a:txBody>
                  <a:tcPr anchor="ctr" marL="38100" marR="38100" marT="25400" marB="25400">
                    <a:lnL w="6350" cap="flat">
                      <a:solidFill>
                        <a:srgbClr val="D9D9D9"/>
                      </a:solidFill>
                    </a:lnL>
                    <a:lnR w="6350" cap="flat">
                      <a:solidFill>
                        <a:srgbClr val="D9D9D9"/>
                      </a:solidFill>
                    </a:lnR>
                    <a:lnT w="6350" cap="flat">
                      <a:solidFill>
                        <a:srgbClr val="D9D9D9"/>
                      </a:solidFill>
                    </a:lnT>
                    <a:lnB w="6350" cap="flat">
                      <a:solidFill>
                        <a:srgbClr val="D9D9D9"/>
                      </a:solidFill>
                    </a:lnB>
                    <a:solidFill>
                      <a:srgbClr val="2E75D6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00" b="1">
                          <a:solidFill>
                            <a:srgbClr val="FFFFFF"/>
                          </a:solidFill>
                          <a:latin typeface="Pretendard"/>
                          <a:ea typeface="Pretendard"/>
                          <a:cs typeface="Pretendard"/>
                        </a:rPr>
                        <a:t>실적</a:t>
                      </a:r>
                    </a:p>
                  </a:txBody>
                  <a:tcPr anchor="ctr" marL="38100" marR="38100" marT="25400" marB="25400">
                    <a:lnL w="6350" cap="flat">
                      <a:solidFill>
                        <a:srgbClr val="D9D9D9"/>
                      </a:solidFill>
                    </a:lnL>
                    <a:lnR w="6350" cap="flat">
                      <a:solidFill>
                        <a:srgbClr val="D9D9D9"/>
                      </a:solidFill>
                    </a:lnR>
                    <a:lnT w="6350" cap="flat">
                      <a:solidFill>
                        <a:srgbClr val="D9D9D9"/>
                      </a:solidFill>
                    </a:lnT>
                    <a:lnB w="6350" cap="flat">
                      <a:solidFill>
                        <a:srgbClr val="D9D9D9"/>
                      </a:solidFill>
                    </a:lnB>
                    <a:solidFill>
                      <a:srgbClr val="2E75D6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00" b="1">
                          <a:solidFill>
                            <a:srgbClr val="FFFFFF"/>
                          </a:solidFill>
                          <a:latin typeface="Pretendard"/>
                          <a:ea typeface="Pretendard"/>
                          <a:cs typeface="Pretendard"/>
                        </a:rPr>
                        <a:t>증감률</a:t>
                      </a:r>
                    </a:p>
                  </a:txBody>
                  <a:tcPr anchor="ctr" marL="38100" marR="38100" marT="25400" marB="25400">
                    <a:lnL w="6350" cap="flat">
                      <a:solidFill>
                        <a:srgbClr val="D9D9D9"/>
                      </a:solidFill>
                    </a:lnL>
                    <a:lnR w="6350" cap="flat">
                      <a:solidFill>
                        <a:srgbClr val="D9D9D9"/>
                      </a:solidFill>
                    </a:lnR>
                    <a:lnT w="6350" cap="flat">
                      <a:solidFill>
                        <a:srgbClr val="D9D9D9"/>
                      </a:solidFill>
                    </a:lnT>
                    <a:lnB w="6350" cap="flat">
                      <a:solidFill>
                        <a:srgbClr val="D9D9D9"/>
                      </a:solidFill>
                    </a:lnB>
                    <a:solidFill>
                      <a:srgbClr val="2E75D6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00" b="1">
                          <a:solidFill>
                            <a:srgbClr val="FFFFFF"/>
                          </a:solidFill>
                          <a:latin typeface="Pretendard"/>
                          <a:ea typeface="Pretendard"/>
                          <a:cs typeface="Pretendard"/>
                        </a:rPr>
                        <a:t>2024년</a:t>
                      </a:r>
                    </a:p>
                  </a:txBody>
                  <a:tcPr anchor="ctr" marL="38100" marR="38100" marT="25400" marB="25400">
                    <a:lnL w="6350" cap="flat">
                      <a:solidFill>
                        <a:srgbClr val="D9D9D9"/>
                      </a:solidFill>
                    </a:lnL>
                    <a:lnR w="6350" cap="flat">
                      <a:solidFill>
                        <a:srgbClr val="D9D9D9"/>
                      </a:solidFill>
                    </a:lnR>
                    <a:lnT w="6350" cap="flat">
                      <a:solidFill>
                        <a:srgbClr val="D9D9D9"/>
                      </a:solidFill>
                    </a:lnT>
                    <a:lnB w="6350" cap="flat">
                      <a:solidFill>
                        <a:srgbClr val="D9D9D9"/>
                      </a:solidFill>
                    </a:lnB>
                    <a:solidFill>
                      <a:srgbClr val="2E75D6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00" b="1">
                          <a:solidFill>
                            <a:srgbClr val="FFFFFF"/>
                          </a:solidFill>
                          <a:latin typeface="Pretendard"/>
                          <a:ea typeface="Pretendard"/>
                          <a:cs typeface="Pretendard"/>
                        </a:rPr>
                        <a:t>2025년</a:t>
                      </a:r>
                    </a:p>
                  </a:txBody>
                  <a:tcPr anchor="ctr" marL="38100" marR="38100" marT="25400" marB="25400">
                    <a:lnL w="6350" cap="flat">
                      <a:solidFill>
                        <a:srgbClr val="D9D9D9"/>
                      </a:solidFill>
                    </a:lnL>
                    <a:lnR w="6350" cap="flat">
                      <a:solidFill>
                        <a:srgbClr val="D9D9D9"/>
                      </a:solidFill>
                    </a:lnR>
                    <a:lnT w="6350" cap="flat">
                      <a:solidFill>
                        <a:srgbClr val="D9D9D9"/>
                      </a:solidFill>
                    </a:lnT>
                    <a:lnB w="6350" cap="flat">
                      <a:solidFill>
                        <a:srgbClr val="D9D9D9"/>
                      </a:solidFill>
                    </a:lnB>
                    <a:solidFill>
                      <a:srgbClr val="2E75D6"/>
                    </a:solidFill>
                  </a:tcPr>
                </a:tc>
              </a:tr>
              <a:tr h="310896">
                <a:tc>
                  <a:txBody>
                    <a:bodyPr wrap="square"/>
                    <a:lstStyle/>
                    <a:p>
                      <a:pPr algn="l"/>
                      <a:r>
                        <a:rPr sz="900" b="1">
                          <a:solidFill>
                            <a:srgbClr val="222222"/>
                          </a:solidFill>
                          <a:latin typeface="Pretendard"/>
                          <a:ea typeface="Pretendard"/>
                          <a:cs typeface="Pretendard"/>
                        </a:rPr>
                        <a:t>글로벌 확장</a:t>
                      </a:r>
                    </a:p>
                  </a:txBody>
                  <a:tcPr anchor="ctr" marL="38100" marR="38100" marT="25400" marB="25400">
                    <a:lnL w="6350" cap="flat">
                      <a:solidFill>
                        <a:srgbClr val="D9D9D9"/>
                      </a:solidFill>
                    </a:lnL>
                    <a:lnR w="6350" cap="flat">
                      <a:solidFill>
                        <a:srgbClr val="D9D9D9"/>
                      </a:solidFill>
                    </a:lnR>
                    <a:lnT w="6350" cap="flat">
                      <a:solidFill>
                        <a:srgbClr val="D9D9D9"/>
                      </a:solidFill>
                    </a:lnT>
                    <a:lnB w="6350" cap="flat">
                      <a:solidFill>
                        <a:srgbClr val="D9D9D9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900" b="0">
                          <a:solidFill>
                            <a:srgbClr val="222222"/>
                          </a:solidFill>
                          <a:latin typeface="Pretendard"/>
                          <a:ea typeface="Pretendard"/>
                          <a:cs typeface="Pretendard"/>
                        </a:rPr>
                        <a:t>44</a:t>
                      </a:r>
                    </a:p>
                  </a:txBody>
                  <a:tcPr anchor="ctr" marL="38100" marR="38100" marT="25400" marB="25400">
                    <a:lnL w="6350" cap="flat">
                      <a:solidFill>
                        <a:srgbClr val="D9D9D9"/>
                      </a:solidFill>
                    </a:lnL>
                    <a:lnR w="6350" cap="flat">
                      <a:solidFill>
                        <a:srgbClr val="D9D9D9"/>
                      </a:solidFill>
                    </a:lnR>
                    <a:lnT w="6350" cap="flat">
                      <a:solidFill>
                        <a:srgbClr val="D9D9D9"/>
                      </a:solidFill>
                    </a:lnT>
                    <a:lnB w="6350" cap="flat">
                      <a:solidFill>
                        <a:srgbClr val="D9D9D9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900" b="0">
                          <a:solidFill>
                            <a:srgbClr val="222222"/>
                          </a:solidFill>
                          <a:latin typeface="Pretendard"/>
                          <a:ea typeface="Pretendard"/>
                          <a:cs typeface="Pretendard"/>
                        </a:rPr>
                        <a:t>51</a:t>
                      </a:r>
                    </a:p>
                  </a:txBody>
                  <a:tcPr anchor="ctr" marL="38100" marR="38100" marT="25400" marB="25400">
                    <a:lnL w="6350" cap="flat">
                      <a:solidFill>
                        <a:srgbClr val="D9D9D9"/>
                      </a:solidFill>
                    </a:lnL>
                    <a:lnR w="6350" cap="flat">
                      <a:solidFill>
                        <a:srgbClr val="D9D9D9"/>
                      </a:solidFill>
                    </a:lnR>
                    <a:lnT w="6350" cap="flat">
                      <a:solidFill>
                        <a:srgbClr val="D9D9D9"/>
                      </a:solidFill>
                    </a:lnT>
                    <a:lnB w="6350" cap="flat">
                      <a:solidFill>
                        <a:srgbClr val="D9D9D9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900" b="0">
                          <a:solidFill>
                            <a:srgbClr val="222222"/>
                          </a:solidFill>
                          <a:latin typeface="Pretendard"/>
                          <a:ea typeface="Pretendard"/>
                          <a:cs typeface="Pretendard"/>
                        </a:rPr>
                        <a:t>58</a:t>
                      </a:r>
                    </a:p>
                  </a:txBody>
                  <a:tcPr anchor="ctr" marL="38100" marR="38100" marT="25400" marB="25400">
                    <a:lnL w="6350" cap="flat">
                      <a:solidFill>
                        <a:srgbClr val="D9D9D9"/>
                      </a:solidFill>
                    </a:lnL>
                    <a:lnR w="6350" cap="flat">
                      <a:solidFill>
                        <a:srgbClr val="D9D9D9"/>
                      </a:solidFill>
                    </a:lnR>
                    <a:lnT w="6350" cap="flat">
                      <a:solidFill>
                        <a:srgbClr val="D9D9D9"/>
                      </a:solidFill>
                    </a:lnT>
                    <a:lnB w="6350" cap="flat">
                      <a:solidFill>
                        <a:srgbClr val="D9D9D9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900" b="0">
                          <a:solidFill>
                            <a:srgbClr val="222222"/>
                          </a:solidFill>
                          <a:latin typeface="Pretendard"/>
                          <a:ea typeface="Pretendard"/>
                          <a:cs typeface="Pretendard"/>
                        </a:rPr>
                        <a:t>65</a:t>
                      </a:r>
                    </a:p>
                  </a:txBody>
                  <a:tcPr anchor="ctr" marL="38100" marR="38100" marT="25400" marB="25400">
                    <a:lnL w="6350" cap="flat">
                      <a:solidFill>
                        <a:srgbClr val="D9D9D9"/>
                      </a:solidFill>
                    </a:lnL>
                    <a:lnR w="6350" cap="flat">
                      <a:solidFill>
                        <a:srgbClr val="D9D9D9"/>
                      </a:solidFill>
                    </a:lnR>
                    <a:lnT w="6350" cap="flat">
                      <a:solidFill>
                        <a:srgbClr val="D9D9D9"/>
                      </a:solidFill>
                    </a:lnT>
                    <a:lnB w="6350" cap="flat">
                      <a:solidFill>
                        <a:srgbClr val="D9D9D9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900" b="1">
                          <a:solidFill>
                            <a:srgbClr val="2E75D6"/>
                          </a:solidFill>
                          <a:latin typeface="Pretendard"/>
                          <a:ea typeface="Pretendard"/>
                          <a:cs typeface="Pretendard"/>
                        </a:rPr>
                        <a:t>87.8%</a:t>
                      </a:r>
                    </a:p>
                  </a:txBody>
                  <a:tcPr anchor="ctr" marL="38100" marR="38100" marT="25400" marB="25400">
                    <a:lnL w="6350" cap="flat">
                      <a:solidFill>
                        <a:srgbClr val="D9D9D9"/>
                      </a:solidFill>
                    </a:lnL>
                    <a:lnR w="6350" cap="flat">
                      <a:solidFill>
                        <a:srgbClr val="D9D9D9"/>
                      </a:solidFill>
                    </a:lnR>
                    <a:lnT w="6350" cap="flat">
                      <a:solidFill>
                        <a:srgbClr val="D9D9D9"/>
                      </a:solidFill>
                    </a:lnT>
                    <a:lnB w="6350" cap="flat">
                      <a:solidFill>
                        <a:srgbClr val="D9D9D9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310896">
                <a:tc>
                  <a:txBody>
                    <a:bodyPr wrap="square"/>
                    <a:lstStyle/>
                    <a:p>
                      <a:pPr algn="l"/>
                      <a:r>
                        <a:rPr sz="900" b="1">
                          <a:solidFill>
                            <a:srgbClr val="222222"/>
                          </a:solidFill>
                          <a:latin typeface="Pretendard"/>
                          <a:ea typeface="Pretendard"/>
                          <a:cs typeface="Pretendard"/>
                        </a:rPr>
                        <a:t>채널 다각화</a:t>
                      </a:r>
                    </a:p>
                  </a:txBody>
                  <a:tcPr anchor="ctr" marL="38100" marR="38100" marT="25400" marB="25400">
                    <a:lnL w="6350" cap="flat">
                      <a:solidFill>
                        <a:srgbClr val="D9D9D9"/>
                      </a:solidFill>
                    </a:lnL>
                    <a:lnR w="6350" cap="flat">
                      <a:solidFill>
                        <a:srgbClr val="D9D9D9"/>
                      </a:solidFill>
                    </a:lnR>
                    <a:lnT w="6350" cap="flat">
                      <a:solidFill>
                        <a:srgbClr val="D9D9D9"/>
                      </a:solidFill>
                    </a:lnT>
                    <a:lnB w="6350" cap="flat">
                      <a:solidFill>
                        <a:srgbClr val="D9D9D9"/>
                      </a:solidFill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900" b="0">
                          <a:solidFill>
                            <a:srgbClr val="222222"/>
                          </a:solidFill>
                          <a:latin typeface="Pretendard"/>
                          <a:ea typeface="Pretendard"/>
                          <a:cs typeface="Pretendard"/>
                        </a:rPr>
                        <a:t>61</a:t>
                      </a:r>
                    </a:p>
                  </a:txBody>
                  <a:tcPr anchor="ctr" marL="38100" marR="38100" marT="25400" marB="25400">
                    <a:lnL w="6350" cap="flat">
                      <a:solidFill>
                        <a:srgbClr val="D9D9D9"/>
                      </a:solidFill>
                    </a:lnL>
                    <a:lnR w="6350" cap="flat">
                      <a:solidFill>
                        <a:srgbClr val="D9D9D9"/>
                      </a:solidFill>
                    </a:lnR>
                    <a:lnT w="6350" cap="flat">
                      <a:solidFill>
                        <a:srgbClr val="D9D9D9"/>
                      </a:solidFill>
                    </a:lnT>
                    <a:lnB w="6350" cap="flat">
                      <a:solidFill>
                        <a:srgbClr val="D9D9D9"/>
                      </a:solidFill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900" b="0">
                          <a:solidFill>
                            <a:srgbClr val="222222"/>
                          </a:solidFill>
                          <a:latin typeface="Pretendard"/>
                          <a:ea typeface="Pretendard"/>
                          <a:cs typeface="Pretendard"/>
                        </a:rPr>
                        <a:t>68</a:t>
                      </a:r>
                    </a:p>
                  </a:txBody>
                  <a:tcPr anchor="ctr" marL="38100" marR="38100" marT="25400" marB="25400">
                    <a:lnL w="6350" cap="flat">
                      <a:solidFill>
                        <a:srgbClr val="D9D9D9"/>
                      </a:solidFill>
                    </a:lnL>
                    <a:lnR w="6350" cap="flat">
                      <a:solidFill>
                        <a:srgbClr val="D9D9D9"/>
                      </a:solidFill>
                    </a:lnR>
                    <a:lnT w="6350" cap="flat">
                      <a:solidFill>
                        <a:srgbClr val="D9D9D9"/>
                      </a:solidFill>
                    </a:lnT>
                    <a:lnB w="6350" cap="flat">
                      <a:solidFill>
                        <a:srgbClr val="D9D9D9"/>
                      </a:solidFill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900" b="0">
                          <a:solidFill>
                            <a:srgbClr val="222222"/>
                          </a:solidFill>
                          <a:latin typeface="Pretendard"/>
                          <a:ea typeface="Pretendard"/>
                          <a:cs typeface="Pretendard"/>
                        </a:rPr>
                        <a:t>75</a:t>
                      </a:r>
                    </a:p>
                  </a:txBody>
                  <a:tcPr anchor="ctr" marL="38100" marR="38100" marT="25400" marB="25400">
                    <a:lnL w="6350" cap="flat">
                      <a:solidFill>
                        <a:srgbClr val="D9D9D9"/>
                      </a:solidFill>
                    </a:lnL>
                    <a:lnR w="6350" cap="flat">
                      <a:solidFill>
                        <a:srgbClr val="D9D9D9"/>
                      </a:solidFill>
                    </a:lnR>
                    <a:lnT w="6350" cap="flat">
                      <a:solidFill>
                        <a:srgbClr val="D9D9D9"/>
                      </a:solidFill>
                    </a:lnT>
                    <a:lnB w="6350" cap="flat">
                      <a:solidFill>
                        <a:srgbClr val="D9D9D9"/>
                      </a:solidFill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900" b="0">
                          <a:solidFill>
                            <a:srgbClr val="222222"/>
                          </a:solidFill>
                          <a:latin typeface="Pretendard"/>
                          <a:ea typeface="Pretendard"/>
                          <a:cs typeface="Pretendard"/>
                        </a:rPr>
                        <a:t>82</a:t>
                      </a:r>
                    </a:p>
                  </a:txBody>
                  <a:tcPr anchor="ctr" marL="38100" marR="38100" marT="25400" marB="25400">
                    <a:lnL w="6350" cap="flat">
                      <a:solidFill>
                        <a:srgbClr val="D9D9D9"/>
                      </a:solidFill>
                    </a:lnL>
                    <a:lnR w="6350" cap="flat">
                      <a:solidFill>
                        <a:srgbClr val="D9D9D9"/>
                      </a:solidFill>
                    </a:lnR>
                    <a:lnT w="6350" cap="flat">
                      <a:solidFill>
                        <a:srgbClr val="D9D9D9"/>
                      </a:solidFill>
                    </a:lnT>
                    <a:lnB w="6350" cap="flat">
                      <a:solidFill>
                        <a:srgbClr val="D9D9D9"/>
                      </a:solidFill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900" b="1">
                          <a:solidFill>
                            <a:srgbClr val="2E75D6"/>
                          </a:solidFill>
                          <a:latin typeface="Pretendard"/>
                          <a:ea typeface="Pretendard"/>
                          <a:cs typeface="Pretendard"/>
                        </a:rPr>
                        <a:t>55.9%</a:t>
                      </a:r>
                    </a:p>
                  </a:txBody>
                  <a:tcPr anchor="ctr" marL="38100" marR="38100" marT="25400" marB="25400">
                    <a:lnL w="6350" cap="flat">
                      <a:solidFill>
                        <a:srgbClr val="D9D9D9"/>
                      </a:solidFill>
                    </a:lnL>
                    <a:lnR w="6350" cap="flat">
                      <a:solidFill>
                        <a:srgbClr val="D9D9D9"/>
                      </a:solidFill>
                    </a:lnR>
                    <a:lnT w="6350" cap="flat">
                      <a:solidFill>
                        <a:srgbClr val="D9D9D9"/>
                      </a:solidFill>
                    </a:lnT>
                    <a:lnB w="6350" cap="flat">
                      <a:solidFill>
                        <a:srgbClr val="D9D9D9"/>
                      </a:solidFill>
                    </a:lnB>
                    <a:solidFill>
                      <a:srgbClr val="F2F2F2"/>
                    </a:solidFill>
                  </a:tcPr>
                </a:tc>
              </a:tr>
              <a:tr h="310896">
                <a:tc>
                  <a:txBody>
                    <a:bodyPr wrap="square"/>
                    <a:lstStyle/>
                    <a:p>
                      <a:pPr algn="l"/>
                      <a:r>
                        <a:rPr sz="900" b="1">
                          <a:solidFill>
                            <a:srgbClr val="222222"/>
                          </a:solidFill>
                          <a:latin typeface="Pretendard"/>
                          <a:ea typeface="Pretendard"/>
                          <a:cs typeface="Pretendard"/>
                        </a:rPr>
                        <a:t>브랜드 강화</a:t>
                      </a:r>
                    </a:p>
                  </a:txBody>
                  <a:tcPr anchor="ctr" marL="38100" marR="38100" marT="25400" marB="25400">
                    <a:lnL w="6350" cap="flat">
                      <a:solidFill>
                        <a:srgbClr val="D9D9D9"/>
                      </a:solidFill>
                    </a:lnL>
                    <a:lnR w="6350" cap="flat">
                      <a:solidFill>
                        <a:srgbClr val="D9D9D9"/>
                      </a:solidFill>
                    </a:lnR>
                    <a:lnT w="6350" cap="flat">
                      <a:solidFill>
                        <a:srgbClr val="D9D9D9"/>
                      </a:solidFill>
                    </a:lnT>
                    <a:lnB w="6350" cap="flat">
                      <a:solidFill>
                        <a:srgbClr val="D9D9D9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900" b="0">
                          <a:solidFill>
                            <a:srgbClr val="222222"/>
                          </a:solidFill>
                          <a:latin typeface="Pretendard"/>
                          <a:ea typeface="Pretendard"/>
                          <a:cs typeface="Pretendard"/>
                        </a:rPr>
                        <a:t>78</a:t>
                      </a:r>
                    </a:p>
                  </a:txBody>
                  <a:tcPr anchor="ctr" marL="38100" marR="38100" marT="25400" marB="25400">
                    <a:lnL w="6350" cap="flat">
                      <a:solidFill>
                        <a:srgbClr val="D9D9D9"/>
                      </a:solidFill>
                    </a:lnL>
                    <a:lnR w="6350" cap="flat">
                      <a:solidFill>
                        <a:srgbClr val="D9D9D9"/>
                      </a:solidFill>
                    </a:lnR>
                    <a:lnT w="6350" cap="flat">
                      <a:solidFill>
                        <a:srgbClr val="D9D9D9"/>
                      </a:solidFill>
                    </a:lnT>
                    <a:lnB w="6350" cap="flat">
                      <a:solidFill>
                        <a:srgbClr val="D9D9D9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900" b="0">
                          <a:solidFill>
                            <a:srgbClr val="222222"/>
                          </a:solidFill>
                          <a:latin typeface="Pretendard"/>
                          <a:ea typeface="Pretendard"/>
                          <a:cs typeface="Pretendard"/>
                        </a:rPr>
                        <a:t>85</a:t>
                      </a:r>
                    </a:p>
                  </a:txBody>
                  <a:tcPr anchor="ctr" marL="38100" marR="38100" marT="25400" marB="25400">
                    <a:lnL w="6350" cap="flat">
                      <a:solidFill>
                        <a:srgbClr val="D9D9D9"/>
                      </a:solidFill>
                    </a:lnL>
                    <a:lnR w="6350" cap="flat">
                      <a:solidFill>
                        <a:srgbClr val="D9D9D9"/>
                      </a:solidFill>
                    </a:lnR>
                    <a:lnT w="6350" cap="flat">
                      <a:solidFill>
                        <a:srgbClr val="D9D9D9"/>
                      </a:solidFill>
                    </a:lnT>
                    <a:lnB w="6350" cap="flat">
                      <a:solidFill>
                        <a:srgbClr val="D9D9D9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900" b="0">
                          <a:solidFill>
                            <a:srgbClr val="222222"/>
                          </a:solidFill>
                          <a:latin typeface="Pretendard"/>
                          <a:ea typeface="Pretendard"/>
                          <a:cs typeface="Pretendard"/>
                        </a:rPr>
                        <a:t>92</a:t>
                      </a:r>
                    </a:p>
                  </a:txBody>
                  <a:tcPr anchor="ctr" marL="38100" marR="38100" marT="25400" marB="25400">
                    <a:lnL w="6350" cap="flat">
                      <a:solidFill>
                        <a:srgbClr val="D9D9D9"/>
                      </a:solidFill>
                    </a:lnL>
                    <a:lnR w="6350" cap="flat">
                      <a:solidFill>
                        <a:srgbClr val="D9D9D9"/>
                      </a:solidFill>
                    </a:lnR>
                    <a:lnT w="6350" cap="flat">
                      <a:solidFill>
                        <a:srgbClr val="D9D9D9"/>
                      </a:solidFill>
                    </a:lnT>
                    <a:lnB w="6350" cap="flat">
                      <a:solidFill>
                        <a:srgbClr val="D9D9D9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900" b="0">
                          <a:solidFill>
                            <a:srgbClr val="222222"/>
                          </a:solidFill>
                          <a:latin typeface="Pretendard"/>
                          <a:ea typeface="Pretendard"/>
                          <a:cs typeface="Pretendard"/>
                        </a:rPr>
                        <a:t>99</a:t>
                      </a:r>
                    </a:p>
                  </a:txBody>
                  <a:tcPr anchor="ctr" marL="38100" marR="38100" marT="25400" marB="25400">
                    <a:lnL w="6350" cap="flat">
                      <a:solidFill>
                        <a:srgbClr val="D9D9D9"/>
                      </a:solidFill>
                    </a:lnL>
                    <a:lnR w="6350" cap="flat">
                      <a:solidFill>
                        <a:srgbClr val="D9D9D9"/>
                      </a:solidFill>
                    </a:lnR>
                    <a:lnT w="6350" cap="flat">
                      <a:solidFill>
                        <a:srgbClr val="D9D9D9"/>
                      </a:solidFill>
                    </a:lnT>
                    <a:lnB w="6350" cap="flat">
                      <a:solidFill>
                        <a:srgbClr val="D9D9D9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900" b="1">
                          <a:solidFill>
                            <a:srgbClr val="2E75D6"/>
                          </a:solidFill>
                          <a:latin typeface="Pretendard"/>
                          <a:ea typeface="Pretendard"/>
                          <a:cs typeface="Pretendard"/>
                        </a:rPr>
                        <a:t>68.0%</a:t>
                      </a:r>
                    </a:p>
                  </a:txBody>
                  <a:tcPr anchor="ctr" marL="38100" marR="38100" marT="25400" marB="25400">
                    <a:lnL w="6350" cap="flat">
                      <a:solidFill>
                        <a:srgbClr val="D9D9D9"/>
                      </a:solidFill>
                    </a:lnL>
                    <a:lnR w="6350" cap="flat">
                      <a:solidFill>
                        <a:srgbClr val="D9D9D9"/>
                      </a:solidFill>
                    </a:lnR>
                    <a:lnT w="6350" cap="flat">
                      <a:solidFill>
                        <a:srgbClr val="D9D9D9"/>
                      </a:solidFill>
                    </a:lnT>
                    <a:lnB w="6350" cap="flat">
                      <a:solidFill>
                        <a:srgbClr val="D9D9D9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310896">
                <a:tc>
                  <a:txBody>
                    <a:bodyPr wrap="square"/>
                    <a:lstStyle/>
                    <a:p>
                      <a:pPr algn="l"/>
                      <a:r>
                        <a:rPr sz="900" b="1">
                          <a:solidFill>
                            <a:srgbClr val="222222"/>
                          </a:solidFill>
                          <a:latin typeface="Pretendard"/>
                          <a:ea typeface="Pretendard"/>
                          <a:cs typeface="Pretendard"/>
                        </a:rPr>
                        <a:t>재무 관리</a:t>
                      </a:r>
                    </a:p>
                  </a:txBody>
                  <a:tcPr anchor="ctr" marL="38100" marR="38100" marT="25400" marB="25400">
                    <a:lnL w="6350" cap="flat">
                      <a:solidFill>
                        <a:srgbClr val="D9D9D9"/>
                      </a:solidFill>
                    </a:lnL>
                    <a:lnR w="6350" cap="flat">
                      <a:solidFill>
                        <a:srgbClr val="D9D9D9"/>
                      </a:solidFill>
                    </a:lnR>
                    <a:lnT w="6350" cap="flat">
                      <a:solidFill>
                        <a:srgbClr val="D9D9D9"/>
                      </a:solidFill>
                    </a:lnT>
                    <a:lnB w="6350" cap="flat">
                      <a:solidFill>
                        <a:srgbClr val="D9D9D9"/>
                      </a:solidFill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900" b="0">
                          <a:solidFill>
                            <a:srgbClr val="222222"/>
                          </a:solidFill>
                          <a:latin typeface="Pretendard"/>
                          <a:ea typeface="Pretendard"/>
                          <a:cs typeface="Pretendard"/>
                        </a:rPr>
                        <a:t>95</a:t>
                      </a:r>
                    </a:p>
                  </a:txBody>
                  <a:tcPr anchor="ctr" marL="38100" marR="38100" marT="25400" marB="25400">
                    <a:lnL w="6350" cap="flat">
                      <a:solidFill>
                        <a:srgbClr val="D9D9D9"/>
                      </a:solidFill>
                    </a:lnL>
                    <a:lnR w="6350" cap="flat">
                      <a:solidFill>
                        <a:srgbClr val="D9D9D9"/>
                      </a:solidFill>
                    </a:lnR>
                    <a:lnT w="6350" cap="flat">
                      <a:solidFill>
                        <a:srgbClr val="D9D9D9"/>
                      </a:solidFill>
                    </a:lnT>
                    <a:lnB w="6350" cap="flat">
                      <a:solidFill>
                        <a:srgbClr val="D9D9D9"/>
                      </a:solidFill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900" b="0">
                          <a:solidFill>
                            <a:srgbClr val="222222"/>
                          </a:solidFill>
                          <a:latin typeface="Pretendard"/>
                          <a:ea typeface="Pretendard"/>
                          <a:cs typeface="Pretendard"/>
                        </a:rPr>
                        <a:t>102</a:t>
                      </a:r>
                    </a:p>
                  </a:txBody>
                  <a:tcPr anchor="ctr" marL="38100" marR="38100" marT="25400" marB="25400">
                    <a:lnL w="6350" cap="flat">
                      <a:solidFill>
                        <a:srgbClr val="D9D9D9"/>
                      </a:solidFill>
                    </a:lnL>
                    <a:lnR w="6350" cap="flat">
                      <a:solidFill>
                        <a:srgbClr val="D9D9D9"/>
                      </a:solidFill>
                    </a:lnR>
                    <a:lnT w="6350" cap="flat">
                      <a:solidFill>
                        <a:srgbClr val="D9D9D9"/>
                      </a:solidFill>
                    </a:lnT>
                    <a:lnB w="6350" cap="flat">
                      <a:solidFill>
                        <a:srgbClr val="D9D9D9"/>
                      </a:solidFill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900" b="0">
                          <a:solidFill>
                            <a:srgbClr val="222222"/>
                          </a:solidFill>
                          <a:latin typeface="Pretendard"/>
                          <a:ea typeface="Pretendard"/>
                          <a:cs typeface="Pretendard"/>
                        </a:rPr>
                        <a:t>109</a:t>
                      </a:r>
                    </a:p>
                  </a:txBody>
                  <a:tcPr anchor="ctr" marL="38100" marR="38100" marT="25400" marB="25400">
                    <a:lnL w="6350" cap="flat">
                      <a:solidFill>
                        <a:srgbClr val="D9D9D9"/>
                      </a:solidFill>
                    </a:lnL>
                    <a:lnR w="6350" cap="flat">
                      <a:solidFill>
                        <a:srgbClr val="D9D9D9"/>
                      </a:solidFill>
                    </a:lnR>
                    <a:lnT w="6350" cap="flat">
                      <a:solidFill>
                        <a:srgbClr val="D9D9D9"/>
                      </a:solidFill>
                    </a:lnT>
                    <a:lnB w="6350" cap="flat">
                      <a:solidFill>
                        <a:srgbClr val="D9D9D9"/>
                      </a:solidFill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900" b="0">
                          <a:solidFill>
                            <a:srgbClr val="222222"/>
                          </a:solidFill>
                          <a:latin typeface="Pretendard"/>
                          <a:ea typeface="Pretendard"/>
                          <a:cs typeface="Pretendard"/>
                        </a:rPr>
                        <a:t>116</a:t>
                      </a:r>
                    </a:p>
                  </a:txBody>
                  <a:tcPr anchor="ctr" marL="38100" marR="38100" marT="25400" marB="25400">
                    <a:lnL w="6350" cap="flat">
                      <a:solidFill>
                        <a:srgbClr val="D9D9D9"/>
                      </a:solidFill>
                    </a:lnL>
                    <a:lnR w="6350" cap="flat">
                      <a:solidFill>
                        <a:srgbClr val="D9D9D9"/>
                      </a:solidFill>
                    </a:lnR>
                    <a:lnT w="6350" cap="flat">
                      <a:solidFill>
                        <a:srgbClr val="D9D9D9"/>
                      </a:solidFill>
                    </a:lnT>
                    <a:lnB w="6350" cap="flat">
                      <a:solidFill>
                        <a:srgbClr val="D9D9D9"/>
                      </a:solidFill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900" b="1">
                          <a:solidFill>
                            <a:srgbClr val="2E75D6"/>
                          </a:solidFill>
                          <a:latin typeface="Pretendard"/>
                          <a:ea typeface="Pretendard"/>
                          <a:cs typeface="Pretendard"/>
                        </a:rPr>
                        <a:t>81.1%</a:t>
                      </a:r>
                    </a:p>
                  </a:txBody>
                  <a:tcPr anchor="ctr" marL="38100" marR="38100" marT="25400" marB="25400">
                    <a:lnL w="6350" cap="flat">
                      <a:solidFill>
                        <a:srgbClr val="D9D9D9"/>
                      </a:solidFill>
                    </a:lnL>
                    <a:lnR w="6350" cap="flat">
                      <a:solidFill>
                        <a:srgbClr val="D9D9D9"/>
                      </a:solidFill>
                    </a:lnR>
                    <a:lnT w="6350" cap="flat">
                      <a:solidFill>
                        <a:srgbClr val="D9D9D9"/>
                      </a:solidFill>
                    </a:lnT>
                    <a:lnB w="6350" cap="flat">
                      <a:solidFill>
                        <a:srgbClr val="D9D9D9"/>
                      </a:solidFill>
                    </a:lnB>
                    <a:solidFill>
                      <a:srgbClr val="F2F2F2"/>
                    </a:solidFill>
                  </a:tcPr>
                </a:tc>
              </a:tr>
              <a:tr h="310896">
                <a:tc>
                  <a:txBody>
                    <a:bodyPr wrap="square"/>
                    <a:lstStyle/>
                    <a:p>
                      <a:pPr algn="l"/>
                      <a:r>
                        <a:rPr sz="900" b="1">
                          <a:solidFill>
                            <a:srgbClr val="222222"/>
                          </a:solidFill>
                          <a:latin typeface="Pretendard"/>
                          <a:ea typeface="Pretendard"/>
                          <a:cs typeface="Pretendard"/>
                        </a:rPr>
                        <a:t>사업 기획</a:t>
                      </a:r>
                    </a:p>
                  </a:txBody>
                  <a:tcPr anchor="ctr" marL="38100" marR="38100" marT="25400" marB="25400">
                    <a:lnL w="6350" cap="flat">
                      <a:solidFill>
                        <a:srgbClr val="D9D9D9"/>
                      </a:solidFill>
                    </a:lnL>
                    <a:lnR w="6350" cap="flat">
                      <a:solidFill>
                        <a:srgbClr val="D9D9D9"/>
                      </a:solidFill>
                    </a:lnR>
                    <a:lnT w="6350" cap="flat">
                      <a:solidFill>
                        <a:srgbClr val="D9D9D9"/>
                      </a:solidFill>
                    </a:lnT>
                    <a:lnB w="6350" cap="flat">
                      <a:solidFill>
                        <a:srgbClr val="D9D9D9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900" b="0">
                          <a:solidFill>
                            <a:srgbClr val="222222"/>
                          </a:solidFill>
                          <a:latin typeface="Pretendard"/>
                          <a:ea typeface="Pretendard"/>
                          <a:cs typeface="Pretendard"/>
                        </a:rPr>
                        <a:t>112</a:t>
                      </a:r>
                    </a:p>
                  </a:txBody>
                  <a:tcPr anchor="ctr" marL="38100" marR="38100" marT="25400" marB="25400">
                    <a:lnL w="6350" cap="flat">
                      <a:solidFill>
                        <a:srgbClr val="D9D9D9"/>
                      </a:solidFill>
                    </a:lnL>
                    <a:lnR w="6350" cap="flat">
                      <a:solidFill>
                        <a:srgbClr val="D9D9D9"/>
                      </a:solidFill>
                    </a:lnR>
                    <a:lnT w="6350" cap="flat">
                      <a:solidFill>
                        <a:srgbClr val="D9D9D9"/>
                      </a:solidFill>
                    </a:lnT>
                    <a:lnB w="6350" cap="flat">
                      <a:solidFill>
                        <a:srgbClr val="D9D9D9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900" b="0">
                          <a:solidFill>
                            <a:srgbClr val="222222"/>
                          </a:solidFill>
                          <a:latin typeface="Pretendard"/>
                          <a:ea typeface="Pretendard"/>
                          <a:cs typeface="Pretendard"/>
                        </a:rPr>
                        <a:t>119</a:t>
                      </a:r>
                    </a:p>
                  </a:txBody>
                  <a:tcPr anchor="ctr" marL="38100" marR="38100" marT="25400" marB="25400">
                    <a:lnL w="6350" cap="flat">
                      <a:solidFill>
                        <a:srgbClr val="D9D9D9"/>
                      </a:solidFill>
                    </a:lnL>
                    <a:lnR w="6350" cap="flat">
                      <a:solidFill>
                        <a:srgbClr val="D9D9D9"/>
                      </a:solidFill>
                    </a:lnR>
                    <a:lnT w="6350" cap="flat">
                      <a:solidFill>
                        <a:srgbClr val="D9D9D9"/>
                      </a:solidFill>
                    </a:lnT>
                    <a:lnB w="6350" cap="flat">
                      <a:solidFill>
                        <a:srgbClr val="D9D9D9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900" b="0">
                          <a:solidFill>
                            <a:srgbClr val="222222"/>
                          </a:solidFill>
                          <a:latin typeface="Pretendard"/>
                          <a:ea typeface="Pretendard"/>
                          <a:cs typeface="Pretendard"/>
                        </a:rPr>
                        <a:t>126</a:t>
                      </a:r>
                    </a:p>
                  </a:txBody>
                  <a:tcPr anchor="ctr" marL="38100" marR="38100" marT="25400" marB="25400">
                    <a:lnL w="6350" cap="flat">
                      <a:solidFill>
                        <a:srgbClr val="D9D9D9"/>
                      </a:solidFill>
                    </a:lnL>
                    <a:lnR w="6350" cap="flat">
                      <a:solidFill>
                        <a:srgbClr val="D9D9D9"/>
                      </a:solidFill>
                    </a:lnR>
                    <a:lnT w="6350" cap="flat">
                      <a:solidFill>
                        <a:srgbClr val="D9D9D9"/>
                      </a:solidFill>
                    </a:lnT>
                    <a:lnB w="6350" cap="flat">
                      <a:solidFill>
                        <a:srgbClr val="D9D9D9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900" b="0">
                          <a:solidFill>
                            <a:srgbClr val="222222"/>
                          </a:solidFill>
                          <a:latin typeface="Pretendard"/>
                          <a:ea typeface="Pretendard"/>
                          <a:cs typeface="Pretendard"/>
                        </a:rPr>
                        <a:t>133</a:t>
                      </a:r>
                    </a:p>
                  </a:txBody>
                  <a:tcPr anchor="ctr" marL="38100" marR="38100" marT="25400" marB="25400">
                    <a:lnL w="6350" cap="flat">
                      <a:solidFill>
                        <a:srgbClr val="D9D9D9"/>
                      </a:solidFill>
                    </a:lnL>
                    <a:lnR w="6350" cap="flat">
                      <a:solidFill>
                        <a:srgbClr val="D9D9D9"/>
                      </a:solidFill>
                    </a:lnR>
                    <a:lnT w="6350" cap="flat">
                      <a:solidFill>
                        <a:srgbClr val="D9D9D9"/>
                      </a:solidFill>
                    </a:lnT>
                    <a:lnB w="6350" cap="flat">
                      <a:solidFill>
                        <a:srgbClr val="D9D9D9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900" b="1">
                          <a:solidFill>
                            <a:srgbClr val="2E75D6"/>
                          </a:solidFill>
                          <a:latin typeface="Pretendard"/>
                          <a:ea typeface="Pretendard"/>
                          <a:cs typeface="Pretendard"/>
                        </a:rPr>
                        <a:t>94.2%</a:t>
                      </a:r>
                    </a:p>
                  </a:txBody>
                  <a:tcPr anchor="ctr" marL="38100" marR="38100" marT="25400" marB="25400">
                    <a:lnL w="6350" cap="flat">
                      <a:solidFill>
                        <a:srgbClr val="D9D9D9"/>
                      </a:solidFill>
                    </a:lnL>
                    <a:lnR w="6350" cap="flat">
                      <a:solidFill>
                        <a:srgbClr val="D9D9D9"/>
                      </a:solidFill>
                    </a:lnR>
                    <a:lnT w="6350" cap="flat">
                      <a:solidFill>
                        <a:srgbClr val="D9D9D9"/>
                      </a:solidFill>
                    </a:lnT>
                    <a:lnB w="6350" cap="flat">
                      <a:solidFill>
                        <a:srgbClr val="D9D9D9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310896">
                <a:tc>
                  <a:txBody>
                    <a:bodyPr wrap="square"/>
                    <a:lstStyle/>
                    <a:p>
                      <a:pPr algn="l"/>
                      <a:r>
                        <a:rPr sz="900" b="1">
                          <a:solidFill>
                            <a:srgbClr val="222222"/>
                          </a:solidFill>
                          <a:latin typeface="Pretendard"/>
                          <a:ea typeface="Pretendard"/>
                          <a:cs typeface="Pretendard"/>
                        </a:rPr>
                        <a:t>요구사항 분석</a:t>
                      </a:r>
                    </a:p>
                  </a:txBody>
                  <a:tcPr anchor="ctr" marL="38100" marR="38100" marT="25400" marB="25400">
                    <a:lnL w="6350" cap="flat">
                      <a:solidFill>
                        <a:srgbClr val="D9D9D9"/>
                      </a:solidFill>
                    </a:lnL>
                    <a:lnR w="6350" cap="flat">
                      <a:solidFill>
                        <a:srgbClr val="D9D9D9"/>
                      </a:solidFill>
                    </a:lnR>
                    <a:lnT w="6350" cap="flat">
                      <a:solidFill>
                        <a:srgbClr val="D9D9D9"/>
                      </a:solidFill>
                    </a:lnT>
                    <a:lnB w="6350" cap="flat">
                      <a:solidFill>
                        <a:srgbClr val="D9D9D9"/>
                      </a:solidFill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900" b="0">
                          <a:solidFill>
                            <a:srgbClr val="222222"/>
                          </a:solidFill>
                          <a:latin typeface="Pretendard"/>
                          <a:ea typeface="Pretendard"/>
                          <a:cs typeface="Pretendard"/>
                        </a:rPr>
                        <a:t>129</a:t>
                      </a:r>
                    </a:p>
                  </a:txBody>
                  <a:tcPr anchor="ctr" marL="38100" marR="38100" marT="25400" marB="25400">
                    <a:lnL w="6350" cap="flat">
                      <a:solidFill>
                        <a:srgbClr val="D9D9D9"/>
                      </a:solidFill>
                    </a:lnL>
                    <a:lnR w="6350" cap="flat">
                      <a:solidFill>
                        <a:srgbClr val="D9D9D9"/>
                      </a:solidFill>
                    </a:lnR>
                    <a:lnT w="6350" cap="flat">
                      <a:solidFill>
                        <a:srgbClr val="D9D9D9"/>
                      </a:solidFill>
                    </a:lnT>
                    <a:lnB w="6350" cap="flat">
                      <a:solidFill>
                        <a:srgbClr val="D9D9D9"/>
                      </a:solidFill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900" b="0">
                          <a:solidFill>
                            <a:srgbClr val="222222"/>
                          </a:solidFill>
                          <a:latin typeface="Pretendard"/>
                          <a:ea typeface="Pretendard"/>
                          <a:cs typeface="Pretendard"/>
                        </a:rPr>
                        <a:t>136</a:t>
                      </a:r>
                    </a:p>
                  </a:txBody>
                  <a:tcPr anchor="ctr" marL="38100" marR="38100" marT="25400" marB="25400">
                    <a:lnL w="6350" cap="flat">
                      <a:solidFill>
                        <a:srgbClr val="D9D9D9"/>
                      </a:solidFill>
                    </a:lnL>
                    <a:lnR w="6350" cap="flat">
                      <a:solidFill>
                        <a:srgbClr val="D9D9D9"/>
                      </a:solidFill>
                    </a:lnR>
                    <a:lnT w="6350" cap="flat">
                      <a:solidFill>
                        <a:srgbClr val="D9D9D9"/>
                      </a:solidFill>
                    </a:lnT>
                    <a:lnB w="6350" cap="flat">
                      <a:solidFill>
                        <a:srgbClr val="D9D9D9"/>
                      </a:solidFill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900" b="0">
                          <a:solidFill>
                            <a:srgbClr val="222222"/>
                          </a:solidFill>
                          <a:latin typeface="Pretendard"/>
                          <a:ea typeface="Pretendard"/>
                          <a:cs typeface="Pretendard"/>
                        </a:rPr>
                        <a:t>143</a:t>
                      </a:r>
                    </a:p>
                  </a:txBody>
                  <a:tcPr anchor="ctr" marL="38100" marR="38100" marT="25400" marB="25400">
                    <a:lnL w="6350" cap="flat">
                      <a:solidFill>
                        <a:srgbClr val="D9D9D9"/>
                      </a:solidFill>
                    </a:lnL>
                    <a:lnR w="6350" cap="flat">
                      <a:solidFill>
                        <a:srgbClr val="D9D9D9"/>
                      </a:solidFill>
                    </a:lnR>
                    <a:lnT w="6350" cap="flat">
                      <a:solidFill>
                        <a:srgbClr val="D9D9D9"/>
                      </a:solidFill>
                    </a:lnT>
                    <a:lnB w="6350" cap="flat">
                      <a:solidFill>
                        <a:srgbClr val="D9D9D9"/>
                      </a:solidFill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900" b="0">
                          <a:solidFill>
                            <a:srgbClr val="222222"/>
                          </a:solidFill>
                          <a:latin typeface="Pretendard"/>
                          <a:ea typeface="Pretendard"/>
                          <a:cs typeface="Pretendard"/>
                        </a:rPr>
                        <a:t>150</a:t>
                      </a:r>
                    </a:p>
                  </a:txBody>
                  <a:tcPr anchor="ctr" marL="38100" marR="38100" marT="25400" marB="25400">
                    <a:lnL w="6350" cap="flat">
                      <a:solidFill>
                        <a:srgbClr val="D9D9D9"/>
                      </a:solidFill>
                    </a:lnL>
                    <a:lnR w="6350" cap="flat">
                      <a:solidFill>
                        <a:srgbClr val="D9D9D9"/>
                      </a:solidFill>
                    </a:lnR>
                    <a:lnT w="6350" cap="flat">
                      <a:solidFill>
                        <a:srgbClr val="D9D9D9"/>
                      </a:solidFill>
                    </a:lnT>
                    <a:lnB w="6350" cap="flat">
                      <a:solidFill>
                        <a:srgbClr val="D9D9D9"/>
                      </a:solidFill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900" b="1">
                          <a:solidFill>
                            <a:srgbClr val="2E75D6"/>
                          </a:solidFill>
                          <a:latin typeface="Pretendard"/>
                          <a:ea typeface="Pretendard"/>
                          <a:cs typeface="Pretendard"/>
                        </a:rPr>
                        <a:t>62.3%</a:t>
                      </a:r>
                    </a:p>
                  </a:txBody>
                  <a:tcPr anchor="ctr" marL="38100" marR="38100" marT="25400" marB="25400">
                    <a:lnL w="6350" cap="flat">
                      <a:solidFill>
                        <a:srgbClr val="D9D9D9"/>
                      </a:solidFill>
                    </a:lnL>
                    <a:lnR w="6350" cap="flat">
                      <a:solidFill>
                        <a:srgbClr val="D9D9D9"/>
                      </a:solidFill>
                    </a:lnR>
                    <a:lnT w="6350" cap="flat">
                      <a:solidFill>
                        <a:srgbClr val="D9D9D9"/>
                      </a:solidFill>
                    </a:lnT>
                    <a:lnB w="6350" cap="flat">
                      <a:solidFill>
                        <a:srgbClr val="D9D9D9"/>
                      </a:solidFill>
                    </a:lnB>
                    <a:solidFill>
                      <a:srgbClr val="F2F2F2"/>
                    </a:solidFill>
                  </a:tcPr>
                </a:tc>
              </a:tr>
              <a:tr h="310896">
                <a:tc>
                  <a:txBody>
                    <a:bodyPr wrap="square"/>
                    <a:lstStyle/>
                    <a:p>
                      <a:pPr algn="l"/>
                      <a:r>
                        <a:rPr sz="900" b="1">
                          <a:solidFill>
                            <a:srgbClr val="222222"/>
                          </a:solidFill>
                          <a:latin typeface="Pretendard"/>
                          <a:ea typeface="Pretendard"/>
                          <a:cs typeface="Pretendard"/>
                        </a:rPr>
                        <a:t>정보구조 설계</a:t>
                      </a:r>
                    </a:p>
                  </a:txBody>
                  <a:tcPr anchor="ctr" marL="38100" marR="38100" marT="25400" marB="25400">
                    <a:lnL w="6350" cap="flat">
                      <a:solidFill>
                        <a:srgbClr val="D9D9D9"/>
                      </a:solidFill>
                    </a:lnL>
                    <a:lnR w="6350" cap="flat">
                      <a:solidFill>
                        <a:srgbClr val="D9D9D9"/>
                      </a:solidFill>
                    </a:lnR>
                    <a:lnT w="6350" cap="flat">
                      <a:solidFill>
                        <a:srgbClr val="D9D9D9"/>
                      </a:solidFill>
                    </a:lnT>
                    <a:lnB w="6350" cap="flat">
                      <a:solidFill>
                        <a:srgbClr val="D9D9D9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900" b="0">
                          <a:solidFill>
                            <a:srgbClr val="222222"/>
                          </a:solidFill>
                          <a:latin typeface="Pretendard"/>
                          <a:ea typeface="Pretendard"/>
                          <a:cs typeface="Pretendard"/>
                        </a:rPr>
                        <a:t>146</a:t>
                      </a:r>
                    </a:p>
                  </a:txBody>
                  <a:tcPr anchor="ctr" marL="38100" marR="38100" marT="25400" marB="25400">
                    <a:lnL w="6350" cap="flat">
                      <a:solidFill>
                        <a:srgbClr val="D9D9D9"/>
                      </a:solidFill>
                    </a:lnL>
                    <a:lnR w="6350" cap="flat">
                      <a:solidFill>
                        <a:srgbClr val="D9D9D9"/>
                      </a:solidFill>
                    </a:lnR>
                    <a:lnT w="6350" cap="flat">
                      <a:solidFill>
                        <a:srgbClr val="D9D9D9"/>
                      </a:solidFill>
                    </a:lnT>
                    <a:lnB w="6350" cap="flat">
                      <a:solidFill>
                        <a:srgbClr val="D9D9D9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900" b="0">
                          <a:solidFill>
                            <a:srgbClr val="222222"/>
                          </a:solidFill>
                          <a:latin typeface="Pretendard"/>
                          <a:ea typeface="Pretendard"/>
                          <a:cs typeface="Pretendard"/>
                        </a:rPr>
                        <a:t>153</a:t>
                      </a:r>
                    </a:p>
                  </a:txBody>
                  <a:tcPr anchor="ctr" marL="38100" marR="38100" marT="25400" marB="25400">
                    <a:lnL w="6350" cap="flat">
                      <a:solidFill>
                        <a:srgbClr val="D9D9D9"/>
                      </a:solidFill>
                    </a:lnL>
                    <a:lnR w="6350" cap="flat">
                      <a:solidFill>
                        <a:srgbClr val="D9D9D9"/>
                      </a:solidFill>
                    </a:lnR>
                    <a:lnT w="6350" cap="flat">
                      <a:solidFill>
                        <a:srgbClr val="D9D9D9"/>
                      </a:solidFill>
                    </a:lnT>
                    <a:lnB w="6350" cap="flat">
                      <a:solidFill>
                        <a:srgbClr val="D9D9D9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900" b="0">
                          <a:solidFill>
                            <a:srgbClr val="222222"/>
                          </a:solidFill>
                          <a:latin typeface="Pretendard"/>
                          <a:ea typeface="Pretendard"/>
                          <a:cs typeface="Pretendard"/>
                        </a:rPr>
                        <a:t>160</a:t>
                      </a:r>
                    </a:p>
                  </a:txBody>
                  <a:tcPr anchor="ctr" marL="38100" marR="38100" marT="25400" marB="25400">
                    <a:lnL w="6350" cap="flat">
                      <a:solidFill>
                        <a:srgbClr val="D9D9D9"/>
                      </a:solidFill>
                    </a:lnL>
                    <a:lnR w="6350" cap="flat">
                      <a:solidFill>
                        <a:srgbClr val="D9D9D9"/>
                      </a:solidFill>
                    </a:lnR>
                    <a:lnT w="6350" cap="flat">
                      <a:solidFill>
                        <a:srgbClr val="D9D9D9"/>
                      </a:solidFill>
                    </a:lnT>
                    <a:lnB w="6350" cap="flat">
                      <a:solidFill>
                        <a:srgbClr val="D9D9D9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900" b="0">
                          <a:solidFill>
                            <a:srgbClr val="222222"/>
                          </a:solidFill>
                          <a:latin typeface="Pretendard"/>
                          <a:ea typeface="Pretendard"/>
                          <a:cs typeface="Pretendard"/>
                        </a:rPr>
                        <a:t>167</a:t>
                      </a:r>
                    </a:p>
                  </a:txBody>
                  <a:tcPr anchor="ctr" marL="38100" marR="38100" marT="25400" marB="25400">
                    <a:lnL w="6350" cap="flat">
                      <a:solidFill>
                        <a:srgbClr val="D9D9D9"/>
                      </a:solidFill>
                    </a:lnL>
                    <a:lnR w="6350" cap="flat">
                      <a:solidFill>
                        <a:srgbClr val="D9D9D9"/>
                      </a:solidFill>
                    </a:lnR>
                    <a:lnT w="6350" cap="flat">
                      <a:solidFill>
                        <a:srgbClr val="D9D9D9"/>
                      </a:solidFill>
                    </a:lnT>
                    <a:lnB w="6350" cap="flat">
                      <a:solidFill>
                        <a:srgbClr val="D9D9D9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900" b="1">
                          <a:solidFill>
                            <a:srgbClr val="2E75D6"/>
                          </a:solidFill>
                          <a:latin typeface="Pretendard"/>
                          <a:ea typeface="Pretendard"/>
                          <a:cs typeface="Pretendard"/>
                        </a:rPr>
                        <a:t>75.4%</a:t>
                      </a:r>
                    </a:p>
                  </a:txBody>
                  <a:tcPr anchor="ctr" marL="38100" marR="38100" marT="25400" marB="25400">
                    <a:lnL w="6350" cap="flat">
                      <a:solidFill>
                        <a:srgbClr val="D9D9D9"/>
                      </a:solidFill>
                    </a:lnL>
                    <a:lnR w="6350" cap="flat">
                      <a:solidFill>
                        <a:srgbClr val="D9D9D9"/>
                      </a:solidFill>
                    </a:lnR>
                    <a:lnT w="6350" cap="flat">
                      <a:solidFill>
                        <a:srgbClr val="D9D9D9"/>
                      </a:solidFill>
                    </a:lnT>
                    <a:lnB w="6350" cap="flat">
                      <a:solidFill>
                        <a:srgbClr val="D9D9D9"/>
                      </a:solidFill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5" name="TextBox 4"/>
          <p:cNvSpPr txBox="1"/>
          <p:nvPr/>
        </p:nvSpPr>
        <p:spPr>
          <a:xfrm>
            <a:off x="137160" y="73152"/>
            <a:ext cx="3657600" cy="274320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l"/>
            <a:r>
              <a:rPr sz="900" b="1">
                <a:solidFill>
                  <a:srgbClr val="808080"/>
                </a:solidFill>
                <a:latin typeface="Pretendard"/>
                <a:ea typeface="Pretendard"/>
                <a:cs typeface="Pretendard"/>
              </a:rPr>
              <a:t>TBL-192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457200"/>
            <a:ext cx="11155680" cy="457200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l"/>
            <a:r>
              <a:rPr sz="1800" b="1">
                <a:solidFill>
                  <a:srgbClr val="1F3864"/>
                </a:solidFill>
                <a:latin typeface="Pretendard"/>
                <a:ea typeface="Pretendard"/>
                <a:cs typeface="Pretendard"/>
              </a:rPr>
              <a:t>스마트 물류 상세 실적표 (컴팩트)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914400"/>
            <a:ext cx="11155680" cy="292608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l"/>
            <a:r>
              <a:rPr sz="1100" b="0">
                <a:solidFill>
                  <a:srgbClr val="595959"/>
                </a:solidFill>
                <a:latin typeface="Pretendard"/>
                <a:ea typeface="Pretendard"/>
                <a:cs typeface="Pretendard"/>
              </a:rPr>
              <a:t>고밀도 · 7열 소폰트 · teal_500</a:t>
            </a:r>
          </a:p>
        </p:txBody>
      </p:sp>
      <p:graphicFrame>
        <p:nvGraphicFramePr>
          <p:cNvPr id="4" name="asset:TBL-193"/>
          <p:cNvGraphicFramePr>
            <a:graphicFrameLocks noGrp="1"/>
          </p:cNvGraphicFramePr>
          <p:nvPr/>
        </p:nvGraphicFramePr>
        <p:xfrm>
          <a:off x="640080" y="1371600"/>
          <a:ext cx="10908792" cy="2487168"/>
        </p:xfrm>
        <a:graphic>
          <a:graphicData uri="http://schemas.openxmlformats.org/drawingml/2006/table">
            <a:tbl>
              <a:tblPr>
                <a:tableStyleId>{2D5ABB26-0587-4C30-8999-92F81FD0307C}</a:tableStyleId>
              </a:tblPr>
              <a:tblGrid>
                <a:gridCol w="1947672"/>
                <a:gridCol w="1493520"/>
                <a:gridCol w="1493520"/>
                <a:gridCol w="1493520"/>
                <a:gridCol w="1493520"/>
                <a:gridCol w="1493520"/>
                <a:gridCol w="1493520"/>
              </a:tblGrid>
              <a:tr h="310896">
                <a:tc>
                  <a:txBody>
                    <a:bodyPr wrap="square"/>
                    <a:lstStyle/>
                    <a:p>
                      <a:pPr algn="l"/>
                      <a:r>
                        <a:rPr sz="900" b="1">
                          <a:solidFill>
                            <a:srgbClr val="FFFFFF"/>
                          </a:solidFill>
                          <a:latin typeface="Pretendard"/>
                          <a:ea typeface="Pretendard"/>
                          <a:cs typeface="Pretendard"/>
                        </a:rPr>
                        <a:t>단계</a:t>
                      </a:r>
                    </a:p>
                  </a:txBody>
                  <a:tcPr anchor="ctr" marL="38100" marR="38100" marT="25400" marB="25400">
                    <a:lnL w="6350" cap="flat">
                      <a:solidFill>
                        <a:srgbClr val="D9D9D9"/>
                      </a:solidFill>
                    </a:lnL>
                    <a:lnR w="6350" cap="flat">
                      <a:solidFill>
                        <a:srgbClr val="D9D9D9"/>
                      </a:solidFill>
                    </a:lnR>
                    <a:lnT w="6350" cap="flat">
                      <a:solidFill>
                        <a:srgbClr val="D9D9D9"/>
                      </a:solidFill>
                    </a:lnT>
                    <a:lnB w="6350" cap="flat">
                      <a:solidFill>
                        <a:srgbClr val="D9D9D9"/>
                      </a:solidFill>
                    </a:lnB>
                    <a:solidFill>
                      <a:srgbClr val="1F9E8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00" b="1">
                          <a:solidFill>
                            <a:srgbClr val="FFFFFF"/>
                          </a:solidFill>
                          <a:latin typeface="Pretendard"/>
                          <a:ea typeface="Pretendard"/>
                          <a:cs typeface="Pretendard"/>
                        </a:rPr>
                        <a:t>실적</a:t>
                      </a:r>
                    </a:p>
                  </a:txBody>
                  <a:tcPr anchor="ctr" marL="38100" marR="38100" marT="25400" marB="25400">
                    <a:lnL w="6350" cap="flat">
                      <a:solidFill>
                        <a:srgbClr val="D9D9D9"/>
                      </a:solidFill>
                    </a:lnL>
                    <a:lnR w="6350" cap="flat">
                      <a:solidFill>
                        <a:srgbClr val="D9D9D9"/>
                      </a:solidFill>
                    </a:lnR>
                    <a:lnT w="6350" cap="flat">
                      <a:solidFill>
                        <a:srgbClr val="D9D9D9"/>
                      </a:solidFill>
                    </a:lnT>
                    <a:lnB w="6350" cap="flat">
                      <a:solidFill>
                        <a:srgbClr val="D9D9D9"/>
                      </a:solidFill>
                    </a:lnB>
                    <a:solidFill>
                      <a:srgbClr val="1F9E8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00" b="1">
                          <a:solidFill>
                            <a:srgbClr val="FFFFFF"/>
                          </a:solidFill>
                          <a:latin typeface="Pretendard"/>
                          <a:ea typeface="Pretendard"/>
                          <a:cs typeface="Pretendard"/>
                        </a:rPr>
                        <a:t>증감률</a:t>
                      </a:r>
                    </a:p>
                  </a:txBody>
                  <a:tcPr anchor="ctr" marL="38100" marR="38100" marT="25400" marB="25400">
                    <a:lnL w="6350" cap="flat">
                      <a:solidFill>
                        <a:srgbClr val="D9D9D9"/>
                      </a:solidFill>
                    </a:lnL>
                    <a:lnR w="6350" cap="flat">
                      <a:solidFill>
                        <a:srgbClr val="D9D9D9"/>
                      </a:solidFill>
                    </a:lnR>
                    <a:lnT w="6350" cap="flat">
                      <a:solidFill>
                        <a:srgbClr val="D9D9D9"/>
                      </a:solidFill>
                    </a:lnT>
                    <a:lnB w="6350" cap="flat">
                      <a:solidFill>
                        <a:srgbClr val="D9D9D9"/>
                      </a:solidFill>
                    </a:lnB>
                    <a:solidFill>
                      <a:srgbClr val="1F9E8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00" b="1">
                          <a:solidFill>
                            <a:srgbClr val="FFFFFF"/>
                          </a:solidFill>
                          <a:latin typeface="Pretendard"/>
                          <a:ea typeface="Pretendard"/>
                          <a:cs typeface="Pretendard"/>
                        </a:rPr>
                        <a:t>2024년</a:t>
                      </a:r>
                    </a:p>
                  </a:txBody>
                  <a:tcPr anchor="ctr" marL="38100" marR="38100" marT="25400" marB="25400">
                    <a:lnL w="6350" cap="flat">
                      <a:solidFill>
                        <a:srgbClr val="D9D9D9"/>
                      </a:solidFill>
                    </a:lnL>
                    <a:lnR w="6350" cap="flat">
                      <a:solidFill>
                        <a:srgbClr val="D9D9D9"/>
                      </a:solidFill>
                    </a:lnR>
                    <a:lnT w="6350" cap="flat">
                      <a:solidFill>
                        <a:srgbClr val="D9D9D9"/>
                      </a:solidFill>
                    </a:lnT>
                    <a:lnB w="6350" cap="flat">
                      <a:solidFill>
                        <a:srgbClr val="D9D9D9"/>
                      </a:solidFill>
                    </a:lnB>
                    <a:solidFill>
                      <a:srgbClr val="1F9E8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00" b="1">
                          <a:solidFill>
                            <a:srgbClr val="FFFFFF"/>
                          </a:solidFill>
                          <a:latin typeface="Pretendard"/>
                          <a:ea typeface="Pretendard"/>
                          <a:cs typeface="Pretendard"/>
                        </a:rPr>
                        <a:t>2025년</a:t>
                      </a:r>
                    </a:p>
                  </a:txBody>
                  <a:tcPr anchor="ctr" marL="38100" marR="38100" marT="25400" marB="25400">
                    <a:lnL w="6350" cap="flat">
                      <a:solidFill>
                        <a:srgbClr val="D9D9D9"/>
                      </a:solidFill>
                    </a:lnL>
                    <a:lnR w="6350" cap="flat">
                      <a:solidFill>
                        <a:srgbClr val="D9D9D9"/>
                      </a:solidFill>
                    </a:lnR>
                    <a:lnT w="6350" cap="flat">
                      <a:solidFill>
                        <a:srgbClr val="D9D9D9"/>
                      </a:solidFill>
                    </a:lnT>
                    <a:lnB w="6350" cap="flat">
                      <a:solidFill>
                        <a:srgbClr val="D9D9D9"/>
                      </a:solidFill>
                    </a:lnB>
                    <a:solidFill>
                      <a:srgbClr val="1F9E8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00" b="1">
                          <a:solidFill>
                            <a:srgbClr val="FFFFFF"/>
                          </a:solidFill>
                          <a:latin typeface="Pretendard"/>
                          <a:ea typeface="Pretendard"/>
                          <a:cs typeface="Pretendard"/>
                        </a:rPr>
                        <a:t>2026년(E)</a:t>
                      </a:r>
                    </a:p>
                  </a:txBody>
                  <a:tcPr anchor="ctr" marL="38100" marR="38100" marT="25400" marB="25400">
                    <a:lnL w="6350" cap="flat">
                      <a:solidFill>
                        <a:srgbClr val="D9D9D9"/>
                      </a:solidFill>
                    </a:lnL>
                    <a:lnR w="6350" cap="flat">
                      <a:solidFill>
                        <a:srgbClr val="D9D9D9"/>
                      </a:solidFill>
                    </a:lnR>
                    <a:lnT w="6350" cap="flat">
                      <a:solidFill>
                        <a:srgbClr val="D9D9D9"/>
                      </a:solidFill>
                    </a:lnT>
                    <a:lnB w="6350" cap="flat">
                      <a:solidFill>
                        <a:srgbClr val="D9D9D9"/>
                      </a:solidFill>
                    </a:lnB>
                    <a:solidFill>
                      <a:srgbClr val="1F9E8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00" b="1">
                          <a:solidFill>
                            <a:srgbClr val="FFFFFF"/>
                          </a:solidFill>
                          <a:latin typeface="Pretendard"/>
                          <a:ea typeface="Pretendard"/>
                          <a:cs typeface="Pretendard"/>
                        </a:rPr>
                        <a:t>1분기</a:t>
                      </a:r>
                    </a:p>
                  </a:txBody>
                  <a:tcPr anchor="ctr" marL="38100" marR="38100" marT="25400" marB="25400">
                    <a:lnL w="6350" cap="flat">
                      <a:solidFill>
                        <a:srgbClr val="D9D9D9"/>
                      </a:solidFill>
                    </a:lnL>
                    <a:lnR w="6350" cap="flat">
                      <a:solidFill>
                        <a:srgbClr val="D9D9D9"/>
                      </a:solidFill>
                    </a:lnR>
                    <a:lnT w="6350" cap="flat">
                      <a:solidFill>
                        <a:srgbClr val="D9D9D9"/>
                      </a:solidFill>
                    </a:lnT>
                    <a:lnB w="6350" cap="flat">
                      <a:solidFill>
                        <a:srgbClr val="D9D9D9"/>
                      </a:solidFill>
                    </a:lnB>
                    <a:solidFill>
                      <a:srgbClr val="1F9E8F"/>
                    </a:solidFill>
                  </a:tcPr>
                </a:tc>
              </a:tr>
              <a:tr h="310896">
                <a:tc>
                  <a:txBody>
                    <a:bodyPr wrap="square"/>
                    <a:lstStyle/>
                    <a:p>
                      <a:pPr algn="l"/>
                      <a:r>
                        <a:rPr sz="900" b="1">
                          <a:solidFill>
                            <a:srgbClr val="222222"/>
                          </a:solidFill>
                          <a:latin typeface="Pretendard"/>
                          <a:ea typeface="Pretendard"/>
                          <a:cs typeface="Pretendard"/>
                        </a:rPr>
                        <a:t>채널 다각화</a:t>
                      </a:r>
                    </a:p>
                  </a:txBody>
                  <a:tcPr anchor="ctr" marL="38100" marR="38100" marT="25400" marB="25400">
                    <a:lnL w="6350" cap="flat">
                      <a:solidFill>
                        <a:srgbClr val="D9D9D9"/>
                      </a:solidFill>
                    </a:lnL>
                    <a:lnR w="6350" cap="flat">
                      <a:solidFill>
                        <a:srgbClr val="D9D9D9"/>
                      </a:solidFill>
                    </a:lnR>
                    <a:lnT w="6350" cap="flat">
                      <a:solidFill>
                        <a:srgbClr val="D9D9D9"/>
                      </a:solidFill>
                    </a:lnT>
                    <a:lnB w="6350" cap="flat">
                      <a:solidFill>
                        <a:srgbClr val="D9D9D9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900" b="0">
                          <a:solidFill>
                            <a:srgbClr val="222222"/>
                          </a:solidFill>
                          <a:latin typeface="Pretendard"/>
                          <a:ea typeface="Pretendard"/>
                          <a:cs typeface="Pretendard"/>
                        </a:rPr>
                        <a:t>49</a:t>
                      </a:r>
                    </a:p>
                  </a:txBody>
                  <a:tcPr anchor="ctr" marL="38100" marR="38100" marT="25400" marB="25400">
                    <a:lnL w="6350" cap="flat">
                      <a:solidFill>
                        <a:srgbClr val="D9D9D9"/>
                      </a:solidFill>
                    </a:lnL>
                    <a:lnR w="6350" cap="flat">
                      <a:solidFill>
                        <a:srgbClr val="D9D9D9"/>
                      </a:solidFill>
                    </a:lnR>
                    <a:lnT w="6350" cap="flat">
                      <a:solidFill>
                        <a:srgbClr val="D9D9D9"/>
                      </a:solidFill>
                    </a:lnT>
                    <a:lnB w="6350" cap="flat">
                      <a:solidFill>
                        <a:srgbClr val="D9D9D9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900" b="0">
                          <a:solidFill>
                            <a:srgbClr val="222222"/>
                          </a:solidFill>
                          <a:latin typeface="Pretendard"/>
                          <a:ea typeface="Pretendard"/>
                          <a:cs typeface="Pretendard"/>
                        </a:rPr>
                        <a:t>56</a:t>
                      </a:r>
                    </a:p>
                  </a:txBody>
                  <a:tcPr anchor="ctr" marL="38100" marR="38100" marT="25400" marB="25400">
                    <a:lnL w="6350" cap="flat">
                      <a:solidFill>
                        <a:srgbClr val="D9D9D9"/>
                      </a:solidFill>
                    </a:lnL>
                    <a:lnR w="6350" cap="flat">
                      <a:solidFill>
                        <a:srgbClr val="D9D9D9"/>
                      </a:solidFill>
                    </a:lnR>
                    <a:lnT w="6350" cap="flat">
                      <a:solidFill>
                        <a:srgbClr val="D9D9D9"/>
                      </a:solidFill>
                    </a:lnT>
                    <a:lnB w="6350" cap="flat">
                      <a:solidFill>
                        <a:srgbClr val="D9D9D9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900" b="0">
                          <a:solidFill>
                            <a:srgbClr val="222222"/>
                          </a:solidFill>
                          <a:latin typeface="Pretendard"/>
                          <a:ea typeface="Pretendard"/>
                          <a:cs typeface="Pretendard"/>
                        </a:rPr>
                        <a:t>63</a:t>
                      </a:r>
                    </a:p>
                  </a:txBody>
                  <a:tcPr anchor="ctr" marL="38100" marR="38100" marT="25400" marB="25400">
                    <a:lnL w="6350" cap="flat">
                      <a:solidFill>
                        <a:srgbClr val="D9D9D9"/>
                      </a:solidFill>
                    </a:lnL>
                    <a:lnR w="6350" cap="flat">
                      <a:solidFill>
                        <a:srgbClr val="D9D9D9"/>
                      </a:solidFill>
                    </a:lnR>
                    <a:lnT w="6350" cap="flat">
                      <a:solidFill>
                        <a:srgbClr val="D9D9D9"/>
                      </a:solidFill>
                    </a:lnT>
                    <a:lnB w="6350" cap="flat">
                      <a:solidFill>
                        <a:srgbClr val="D9D9D9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900" b="0">
                          <a:solidFill>
                            <a:srgbClr val="222222"/>
                          </a:solidFill>
                          <a:latin typeface="Pretendard"/>
                          <a:ea typeface="Pretendard"/>
                          <a:cs typeface="Pretendard"/>
                        </a:rPr>
                        <a:t>70</a:t>
                      </a:r>
                    </a:p>
                  </a:txBody>
                  <a:tcPr anchor="ctr" marL="38100" marR="38100" marT="25400" marB="25400">
                    <a:lnL w="6350" cap="flat">
                      <a:solidFill>
                        <a:srgbClr val="D9D9D9"/>
                      </a:solidFill>
                    </a:lnL>
                    <a:lnR w="6350" cap="flat">
                      <a:solidFill>
                        <a:srgbClr val="D9D9D9"/>
                      </a:solidFill>
                    </a:lnR>
                    <a:lnT w="6350" cap="flat">
                      <a:solidFill>
                        <a:srgbClr val="D9D9D9"/>
                      </a:solidFill>
                    </a:lnT>
                    <a:lnB w="6350" cap="flat">
                      <a:solidFill>
                        <a:srgbClr val="D9D9D9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900" b="0">
                          <a:solidFill>
                            <a:srgbClr val="222222"/>
                          </a:solidFill>
                          <a:latin typeface="Pretendard"/>
                          <a:ea typeface="Pretendard"/>
                          <a:cs typeface="Pretendard"/>
                        </a:rPr>
                        <a:t>77</a:t>
                      </a:r>
                    </a:p>
                  </a:txBody>
                  <a:tcPr anchor="ctr" marL="38100" marR="38100" marT="25400" marB="25400">
                    <a:lnL w="6350" cap="flat">
                      <a:solidFill>
                        <a:srgbClr val="D9D9D9"/>
                      </a:solidFill>
                    </a:lnL>
                    <a:lnR w="6350" cap="flat">
                      <a:solidFill>
                        <a:srgbClr val="D9D9D9"/>
                      </a:solidFill>
                    </a:lnR>
                    <a:lnT w="6350" cap="flat">
                      <a:solidFill>
                        <a:srgbClr val="D9D9D9"/>
                      </a:solidFill>
                    </a:lnT>
                    <a:lnB w="6350" cap="flat">
                      <a:solidFill>
                        <a:srgbClr val="D9D9D9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900" b="1">
                          <a:solidFill>
                            <a:srgbClr val="2E75D6"/>
                          </a:solidFill>
                          <a:latin typeface="Pretendard"/>
                          <a:ea typeface="Pretendard"/>
                          <a:cs typeface="Pretendard"/>
                        </a:rPr>
                        <a:t>99.0%</a:t>
                      </a:r>
                    </a:p>
                  </a:txBody>
                  <a:tcPr anchor="ctr" marL="38100" marR="38100" marT="25400" marB="25400">
                    <a:lnL w="6350" cap="flat">
                      <a:solidFill>
                        <a:srgbClr val="D9D9D9"/>
                      </a:solidFill>
                    </a:lnL>
                    <a:lnR w="6350" cap="flat">
                      <a:solidFill>
                        <a:srgbClr val="D9D9D9"/>
                      </a:solidFill>
                    </a:lnR>
                    <a:lnT w="6350" cap="flat">
                      <a:solidFill>
                        <a:srgbClr val="D9D9D9"/>
                      </a:solidFill>
                    </a:lnT>
                    <a:lnB w="6350" cap="flat">
                      <a:solidFill>
                        <a:srgbClr val="D9D9D9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310896">
                <a:tc>
                  <a:txBody>
                    <a:bodyPr wrap="square"/>
                    <a:lstStyle/>
                    <a:p>
                      <a:pPr algn="l"/>
                      <a:r>
                        <a:rPr sz="900" b="1">
                          <a:solidFill>
                            <a:srgbClr val="222222"/>
                          </a:solidFill>
                          <a:latin typeface="Pretendard"/>
                          <a:ea typeface="Pretendard"/>
                          <a:cs typeface="Pretendard"/>
                        </a:rPr>
                        <a:t>브랜드 강화</a:t>
                      </a:r>
                    </a:p>
                  </a:txBody>
                  <a:tcPr anchor="ctr" marL="38100" marR="38100" marT="25400" marB="25400">
                    <a:lnL w="6350" cap="flat">
                      <a:solidFill>
                        <a:srgbClr val="D9D9D9"/>
                      </a:solidFill>
                    </a:lnL>
                    <a:lnR w="6350" cap="flat">
                      <a:solidFill>
                        <a:srgbClr val="D9D9D9"/>
                      </a:solidFill>
                    </a:lnR>
                    <a:lnT w="6350" cap="flat">
                      <a:solidFill>
                        <a:srgbClr val="D9D9D9"/>
                      </a:solidFill>
                    </a:lnT>
                    <a:lnB w="6350" cap="flat">
                      <a:solidFill>
                        <a:srgbClr val="D9D9D9"/>
                      </a:solidFill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900" b="0">
                          <a:solidFill>
                            <a:srgbClr val="222222"/>
                          </a:solidFill>
                          <a:latin typeface="Pretendard"/>
                          <a:ea typeface="Pretendard"/>
                          <a:cs typeface="Pretendard"/>
                        </a:rPr>
                        <a:t>66</a:t>
                      </a:r>
                    </a:p>
                  </a:txBody>
                  <a:tcPr anchor="ctr" marL="38100" marR="38100" marT="25400" marB="25400">
                    <a:lnL w="6350" cap="flat">
                      <a:solidFill>
                        <a:srgbClr val="D9D9D9"/>
                      </a:solidFill>
                    </a:lnL>
                    <a:lnR w="6350" cap="flat">
                      <a:solidFill>
                        <a:srgbClr val="D9D9D9"/>
                      </a:solidFill>
                    </a:lnR>
                    <a:lnT w="6350" cap="flat">
                      <a:solidFill>
                        <a:srgbClr val="D9D9D9"/>
                      </a:solidFill>
                    </a:lnT>
                    <a:lnB w="6350" cap="flat">
                      <a:solidFill>
                        <a:srgbClr val="D9D9D9"/>
                      </a:solidFill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900" b="0">
                          <a:solidFill>
                            <a:srgbClr val="222222"/>
                          </a:solidFill>
                          <a:latin typeface="Pretendard"/>
                          <a:ea typeface="Pretendard"/>
                          <a:cs typeface="Pretendard"/>
                        </a:rPr>
                        <a:t>73</a:t>
                      </a:r>
                    </a:p>
                  </a:txBody>
                  <a:tcPr anchor="ctr" marL="38100" marR="38100" marT="25400" marB="25400">
                    <a:lnL w="6350" cap="flat">
                      <a:solidFill>
                        <a:srgbClr val="D9D9D9"/>
                      </a:solidFill>
                    </a:lnL>
                    <a:lnR w="6350" cap="flat">
                      <a:solidFill>
                        <a:srgbClr val="D9D9D9"/>
                      </a:solidFill>
                    </a:lnR>
                    <a:lnT w="6350" cap="flat">
                      <a:solidFill>
                        <a:srgbClr val="D9D9D9"/>
                      </a:solidFill>
                    </a:lnT>
                    <a:lnB w="6350" cap="flat">
                      <a:solidFill>
                        <a:srgbClr val="D9D9D9"/>
                      </a:solidFill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900" b="0">
                          <a:solidFill>
                            <a:srgbClr val="222222"/>
                          </a:solidFill>
                          <a:latin typeface="Pretendard"/>
                          <a:ea typeface="Pretendard"/>
                          <a:cs typeface="Pretendard"/>
                        </a:rPr>
                        <a:t>80</a:t>
                      </a:r>
                    </a:p>
                  </a:txBody>
                  <a:tcPr anchor="ctr" marL="38100" marR="38100" marT="25400" marB="25400">
                    <a:lnL w="6350" cap="flat">
                      <a:solidFill>
                        <a:srgbClr val="D9D9D9"/>
                      </a:solidFill>
                    </a:lnL>
                    <a:lnR w="6350" cap="flat">
                      <a:solidFill>
                        <a:srgbClr val="D9D9D9"/>
                      </a:solidFill>
                    </a:lnR>
                    <a:lnT w="6350" cap="flat">
                      <a:solidFill>
                        <a:srgbClr val="D9D9D9"/>
                      </a:solidFill>
                    </a:lnT>
                    <a:lnB w="6350" cap="flat">
                      <a:solidFill>
                        <a:srgbClr val="D9D9D9"/>
                      </a:solidFill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900" b="0">
                          <a:solidFill>
                            <a:srgbClr val="222222"/>
                          </a:solidFill>
                          <a:latin typeface="Pretendard"/>
                          <a:ea typeface="Pretendard"/>
                          <a:cs typeface="Pretendard"/>
                        </a:rPr>
                        <a:t>87</a:t>
                      </a:r>
                    </a:p>
                  </a:txBody>
                  <a:tcPr anchor="ctr" marL="38100" marR="38100" marT="25400" marB="25400">
                    <a:lnL w="6350" cap="flat">
                      <a:solidFill>
                        <a:srgbClr val="D9D9D9"/>
                      </a:solidFill>
                    </a:lnL>
                    <a:lnR w="6350" cap="flat">
                      <a:solidFill>
                        <a:srgbClr val="D9D9D9"/>
                      </a:solidFill>
                    </a:lnR>
                    <a:lnT w="6350" cap="flat">
                      <a:solidFill>
                        <a:srgbClr val="D9D9D9"/>
                      </a:solidFill>
                    </a:lnT>
                    <a:lnB w="6350" cap="flat">
                      <a:solidFill>
                        <a:srgbClr val="D9D9D9"/>
                      </a:solidFill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900" b="0">
                          <a:solidFill>
                            <a:srgbClr val="222222"/>
                          </a:solidFill>
                          <a:latin typeface="Pretendard"/>
                          <a:ea typeface="Pretendard"/>
                          <a:cs typeface="Pretendard"/>
                        </a:rPr>
                        <a:t>94</a:t>
                      </a:r>
                    </a:p>
                  </a:txBody>
                  <a:tcPr anchor="ctr" marL="38100" marR="38100" marT="25400" marB="25400">
                    <a:lnL w="6350" cap="flat">
                      <a:solidFill>
                        <a:srgbClr val="D9D9D9"/>
                      </a:solidFill>
                    </a:lnL>
                    <a:lnR w="6350" cap="flat">
                      <a:solidFill>
                        <a:srgbClr val="D9D9D9"/>
                      </a:solidFill>
                    </a:lnR>
                    <a:lnT w="6350" cap="flat">
                      <a:solidFill>
                        <a:srgbClr val="D9D9D9"/>
                      </a:solidFill>
                    </a:lnT>
                    <a:lnB w="6350" cap="flat">
                      <a:solidFill>
                        <a:srgbClr val="D9D9D9"/>
                      </a:solidFill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900" b="1">
                          <a:solidFill>
                            <a:srgbClr val="2E75D6"/>
                          </a:solidFill>
                          <a:latin typeface="Pretendard"/>
                          <a:ea typeface="Pretendard"/>
                          <a:cs typeface="Pretendard"/>
                        </a:rPr>
                        <a:t>67.1%</a:t>
                      </a:r>
                    </a:p>
                  </a:txBody>
                  <a:tcPr anchor="ctr" marL="38100" marR="38100" marT="25400" marB="25400">
                    <a:lnL w="6350" cap="flat">
                      <a:solidFill>
                        <a:srgbClr val="D9D9D9"/>
                      </a:solidFill>
                    </a:lnL>
                    <a:lnR w="6350" cap="flat">
                      <a:solidFill>
                        <a:srgbClr val="D9D9D9"/>
                      </a:solidFill>
                    </a:lnR>
                    <a:lnT w="6350" cap="flat">
                      <a:solidFill>
                        <a:srgbClr val="D9D9D9"/>
                      </a:solidFill>
                    </a:lnT>
                    <a:lnB w="6350" cap="flat">
                      <a:solidFill>
                        <a:srgbClr val="D9D9D9"/>
                      </a:solidFill>
                    </a:lnB>
                    <a:solidFill>
                      <a:srgbClr val="F2F2F2"/>
                    </a:solidFill>
                  </a:tcPr>
                </a:tc>
              </a:tr>
              <a:tr h="310896">
                <a:tc>
                  <a:txBody>
                    <a:bodyPr wrap="square"/>
                    <a:lstStyle/>
                    <a:p>
                      <a:pPr algn="l"/>
                      <a:r>
                        <a:rPr sz="900" b="1">
                          <a:solidFill>
                            <a:srgbClr val="222222"/>
                          </a:solidFill>
                          <a:latin typeface="Pretendard"/>
                          <a:ea typeface="Pretendard"/>
                          <a:cs typeface="Pretendard"/>
                        </a:rPr>
                        <a:t>재무 관리</a:t>
                      </a:r>
                    </a:p>
                  </a:txBody>
                  <a:tcPr anchor="ctr" marL="38100" marR="38100" marT="25400" marB="25400">
                    <a:lnL w="6350" cap="flat">
                      <a:solidFill>
                        <a:srgbClr val="D9D9D9"/>
                      </a:solidFill>
                    </a:lnL>
                    <a:lnR w="6350" cap="flat">
                      <a:solidFill>
                        <a:srgbClr val="D9D9D9"/>
                      </a:solidFill>
                    </a:lnR>
                    <a:lnT w="6350" cap="flat">
                      <a:solidFill>
                        <a:srgbClr val="D9D9D9"/>
                      </a:solidFill>
                    </a:lnT>
                    <a:lnB w="6350" cap="flat">
                      <a:solidFill>
                        <a:srgbClr val="D9D9D9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900" b="0">
                          <a:solidFill>
                            <a:srgbClr val="222222"/>
                          </a:solidFill>
                          <a:latin typeface="Pretendard"/>
                          <a:ea typeface="Pretendard"/>
                          <a:cs typeface="Pretendard"/>
                        </a:rPr>
                        <a:t>83</a:t>
                      </a:r>
                    </a:p>
                  </a:txBody>
                  <a:tcPr anchor="ctr" marL="38100" marR="38100" marT="25400" marB="25400">
                    <a:lnL w="6350" cap="flat">
                      <a:solidFill>
                        <a:srgbClr val="D9D9D9"/>
                      </a:solidFill>
                    </a:lnL>
                    <a:lnR w="6350" cap="flat">
                      <a:solidFill>
                        <a:srgbClr val="D9D9D9"/>
                      </a:solidFill>
                    </a:lnR>
                    <a:lnT w="6350" cap="flat">
                      <a:solidFill>
                        <a:srgbClr val="D9D9D9"/>
                      </a:solidFill>
                    </a:lnT>
                    <a:lnB w="6350" cap="flat">
                      <a:solidFill>
                        <a:srgbClr val="D9D9D9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900" b="0">
                          <a:solidFill>
                            <a:srgbClr val="222222"/>
                          </a:solidFill>
                          <a:latin typeface="Pretendard"/>
                          <a:ea typeface="Pretendard"/>
                          <a:cs typeface="Pretendard"/>
                        </a:rPr>
                        <a:t>90</a:t>
                      </a:r>
                    </a:p>
                  </a:txBody>
                  <a:tcPr anchor="ctr" marL="38100" marR="38100" marT="25400" marB="25400">
                    <a:lnL w="6350" cap="flat">
                      <a:solidFill>
                        <a:srgbClr val="D9D9D9"/>
                      </a:solidFill>
                    </a:lnL>
                    <a:lnR w="6350" cap="flat">
                      <a:solidFill>
                        <a:srgbClr val="D9D9D9"/>
                      </a:solidFill>
                    </a:lnR>
                    <a:lnT w="6350" cap="flat">
                      <a:solidFill>
                        <a:srgbClr val="D9D9D9"/>
                      </a:solidFill>
                    </a:lnT>
                    <a:lnB w="6350" cap="flat">
                      <a:solidFill>
                        <a:srgbClr val="D9D9D9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900" b="0">
                          <a:solidFill>
                            <a:srgbClr val="222222"/>
                          </a:solidFill>
                          <a:latin typeface="Pretendard"/>
                          <a:ea typeface="Pretendard"/>
                          <a:cs typeface="Pretendard"/>
                        </a:rPr>
                        <a:t>97</a:t>
                      </a:r>
                    </a:p>
                  </a:txBody>
                  <a:tcPr anchor="ctr" marL="38100" marR="38100" marT="25400" marB="25400">
                    <a:lnL w="6350" cap="flat">
                      <a:solidFill>
                        <a:srgbClr val="D9D9D9"/>
                      </a:solidFill>
                    </a:lnL>
                    <a:lnR w="6350" cap="flat">
                      <a:solidFill>
                        <a:srgbClr val="D9D9D9"/>
                      </a:solidFill>
                    </a:lnR>
                    <a:lnT w="6350" cap="flat">
                      <a:solidFill>
                        <a:srgbClr val="D9D9D9"/>
                      </a:solidFill>
                    </a:lnT>
                    <a:lnB w="6350" cap="flat">
                      <a:solidFill>
                        <a:srgbClr val="D9D9D9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900" b="0">
                          <a:solidFill>
                            <a:srgbClr val="222222"/>
                          </a:solidFill>
                          <a:latin typeface="Pretendard"/>
                          <a:ea typeface="Pretendard"/>
                          <a:cs typeface="Pretendard"/>
                        </a:rPr>
                        <a:t>104</a:t>
                      </a:r>
                    </a:p>
                  </a:txBody>
                  <a:tcPr anchor="ctr" marL="38100" marR="38100" marT="25400" marB="25400">
                    <a:lnL w="6350" cap="flat">
                      <a:solidFill>
                        <a:srgbClr val="D9D9D9"/>
                      </a:solidFill>
                    </a:lnL>
                    <a:lnR w="6350" cap="flat">
                      <a:solidFill>
                        <a:srgbClr val="D9D9D9"/>
                      </a:solidFill>
                    </a:lnR>
                    <a:lnT w="6350" cap="flat">
                      <a:solidFill>
                        <a:srgbClr val="D9D9D9"/>
                      </a:solidFill>
                    </a:lnT>
                    <a:lnB w="6350" cap="flat">
                      <a:solidFill>
                        <a:srgbClr val="D9D9D9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900" b="0">
                          <a:solidFill>
                            <a:srgbClr val="222222"/>
                          </a:solidFill>
                          <a:latin typeface="Pretendard"/>
                          <a:ea typeface="Pretendard"/>
                          <a:cs typeface="Pretendard"/>
                        </a:rPr>
                        <a:t>111</a:t>
                      </a:r>
                    </a:p>
                  </a:txBody>
                  <a:tcPr anchor="ctr" marL="38100" marR="38100" marT="25400" marB="25400">
                    <a:lnL w="6350" cap="flat">
                      <a:solidFill>
                        <a:srgbClr val="D9D9D9"/>
                      </a:solidFill>
                    </a:lnL>
                    <a:lnR w="6350" cap="flat">
                      <a:solidFill>
                        <a:srgbClr val="D9D9D9"/>
                      </a:solidFill>
                    </a:lnR>
                    <a:lnT w="6350" cap="flat">
                      <a:solidFill>
                        <a:srgbClr val="D9D9D9"/>
                      </a:solidFill>
                    </a:lnT>
                    <a:lnB w="6350" cap="flat">
                      <a:solidFill>
                        <a:srgbClr val="D9D9D9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900" b="1">
                          <a:solidFill>
                            <a:srgbClr val="2E75D6"/>
                          </a:solidFill>
                          <a:latin typeface="Pretendard"/>
                          <a:ea typeface="Pretendard"/>
                          <a:cs typeface="Pretendard"/>
                        </a:rPr>
                        <a:t>80.2%</a:t>
                      </a:r>
                    </a:p>
                  </a:txBody>
                  <a:tcPr anchor="ctr" marL="38100" marR="38100" marT="25400" marB="25400">
                    <a:lnL w="6350" cap="flat">
                      <a:solidFill>
                        <a:srgbClr val="D9D9D9"/>
                      </a:solidFill>
                    </a:lnL>
                    <a:lnR w="6350" cap="flat">
                      <a:solidFill>
                        <a:srgbClr val="D9D9D9"/>
                      </a:solidFill>
                    </a:lnR>
                    <a:lnT w="6350" cap="flat">
                      <a:solidFill>
                        <a:srgbClr val="D9D9D9"/>
                      </a:solidFill>
                    </a:lnT>
                    <a:lnB w="6350" cap="flat">
                      <a:solidFill>
                        <a:srgbClr val="D9D9D9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310896">
                <a:tc>
                  <a:txBody>
                    <a:bodyPr wrap="square"/>
                    <a:lstStyle/>
                    <a:p>
                      <a:pPr algn="l"/>
                      <a:r>
                        <a:rPr sz="900" b="1">
                          <a:solidFill>
                            <a:srgbClr val="222222"/>
                          </a:solidFill>
                          <a:latin typeface="Pretendard"/>
                          <a:ea typeface="Pretendard"/>
                          <a:cs typeface="Pretendard"/>
                        </a:rPr>
                        <a:t>사업 기획</a:t>
                      </a:r>
                    </a:p>
                  </a:txBody>
                  <a:tcPr anchor="ctr" marL="38100" marR="38100" marT="25400" marB="25400">
                    <a:lnL w="6350" cap="flat">
                      <a:solidFill>
                        <a:srgbClr val="D9D9D9"/>
                      </a:solidFill>
                    </a:lnL>
                    <a:lnR w="6350" cap="flat">
                      <a:solidFill>
                        <a:srgbClr val="D9D9D9"/>
                      </a:solidFill>
                    </a:lnR>
                    <a:lnT w="6350" cap="flat">
                      <a:solidFill>
                        <a:srgbClr val="D9D9D9"/>
                      </a:solidFill>
                    </a:lnT>
                    <a:lnB w="6350" cap="flat">
                      <a:solidFill>
                        <a:srgbClr val="D9D9D9"/>
                      </a:solidFill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900" b="0">
                          <a:solidFill>
                            <a:srgbClr val="222222"/>
                          </a:solidFill>
                          <a:latin typeface="Pretendard"/>
                          <a:ea typeface="Pretendard"/>
                          <a:cs typeface="Pretendard"/>
                        </a:rPr>
                        <a:t>100</a:t>
                      </a:r>
                    </a:p>
                  </a:txBody>
                  <a:tcPr anchor="ctr" marL="38100" marR="38100" marT="25400" marB="25400">
                    <a:lnL w="6350" cap="flat">
                      <a:solidFill>
                        <a:srgbClr val="D9D9D9"/>
                      </a:solidFill>
                    </a:lnL>
                    <a:lnR w="6350" cap="flat">
                      <a:solidFill>
                        <a:srgbClr val="D9D9D9"/>
                      </a:solidFill>
                    </a:lnR>
                    <a:lnT w="6350" cap="flat">
                      <a:solidFill>
                        <a:srgbClr val="D9D9D9"/>
                      </a:solidFill>
                    </a:lnT>
                    <a:lnB w="6350" cap="flat">
                      <a:solidFill>
                        <a:srgbClr val="D9D9D9"/>
                      </a:solidFill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900" b="0">
                          <a:solidFill>
                            <a:srgbClr val="222222"/>
                          </a:solidFill>
                          <a:latin typeface="Pretendard"/>
                          <a:ea typeface="Pretendard"/>
                          <a:cs typeface="Pretendard"/>
                        </a:rPr>
                        <a:t>107</a:t>
                      </a:r>
                    </a:p>
                  </a:txBody>
                  <a:tcPr anchor="ctr" marL="38100" marR="38100" marT="25400" marB="25400">
                    <a:lnL w="6350" cap="flat">
                      <a:solidFill>
                        <a:srgbClr val="D9D9D9"/>
                      </a:solidFill>
                    </a:lnL>
                    <a:lnR w="6350" cap="flat">
                      <a:solidFill>
                        <a:srgbClr val="D9D9D9"/>
                      </a:solidFill>
                    </a:lnR>
                    <a:lnT w="6350" cap="flat">
                      <a:solidFill>
                        <a:srgbClr val="D9D9D9"/>
                      </a:solidFill>
                    </a:lnT>
                    <a:lnB w="6350" cap="flat">
                      <a:solidFill>
                        <a:srgbClr val="D9D9D9"/>
                      </a:solidFill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900" b="0">
                          <a:solidFill>
                            <a:srgbClr val="222222"/>
                          </a:solidFill>
                          <a:latin typeface="Pretendard"/>
                          <a:ea typeface="Pretendard"/>
                          <a:cs typeface="Pretendard"/>
                        </a:rPr>
                        <a:t>114</a:t>
                      </a:r>
                    </a:p>
                  </a:txBody>
                  <a:tcPr anchor="ctr" marL="38100" marR="38100" marT="25400" marB="25400">
                    <a:lnL w="6350" cap="flat">
                      <a:solidFill>
                        <a:srgbClr val="D9D9D9"/>
                      </a:solidFill>
                    </a:lnL>
                    <a:lnR w="6350" cap="flat">
                      <a:solidFill>
                        <a:srgbClr val="D9D9D9"/>
                      </a:solidFill>
                    </a:lnR>
                    <a:lnT w="6350" cap="flat">
                      <a:solidFill>
                        <a:srgbClr val="D9D9D9"/>
                      </a:solidFill>
                    </a:lnT>
                    <a:lnB w="6350" cap="flat">
                      <a:solidFill>
                        <a:srgbClr val="D9D9D9"/>
                      </a:solidFill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900" b="0">
                          <a:solidFill>
                            <a:srgbClr val="222222"/>
                          </a:solidFill>
                          <a:latin typeface="Pretendard"/>
                          <a:ea typeface="Pretendard"/>
                          <a:cs typeface="Pretendard"/>
                        </a:rPr>
                        <a:t>121</a:t>
                      </a:r>
                    </a:p>
                  </a:txBody>
                  <a:tcPr anchor="ctr" marL="38100" marR="38100" marT="25400" marB="25400">
                    <a:lnL w="6350" cap="flat">
                      <a:solidFill>
                        <a:srgbClr val="D9D9D9"/>
                      </a:solidFill>
                    </a:lnL>
                    <a:lnR w="6350" cap="flat">
                      <a:solidFill>
                        <a:srgbClr val="D9D9D9"/>
                      </a:solidFill>
                    </a:lnR>
                    <a:lnT w="6350" cap="flat">
                      <a:solidFill>
                        <a:srgbClr val="D9D9D9"/>
                      </a:solidFill>
                    </a:lnT>
                    <a:lnB w="6350" cap="flat">
                      <a:solidFill>
                        <a:srgbClr val="D9D9D9"/>
                      </a:solidFill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900" b="0">
                          <a:solidFill>
                            <a:srgbClr val="222222"/>
                          </a:solidFill>
                          <a:latin typeface="Pretendard"/>
                          <a:ea typeface="Pretendard"/>
                          <a:cs typeface="Pretendard"/>
                        </a:rPr>
                        <a:t>128</a:t>
                      </a:r>
                    </a:p>
                  </a:txBody>
                  <a:tcPr anchor="ctr" marL="38100" marR="38100" marT="25400" marB="25400">
                    <a:lnL w="6350" cap="flat">
                      <a:solidFill>
                        <a:srgbClr val="D9D9D9"/>
                      </a:solidFill>
                    </a:lnL>
                    <a:lnR w="6350" cap="flat">
                      <a:solidFill>
                        <a:srgbClr val="D9D9D9"/>
                      </a:solidFill>
                    </a:lnR>
                    <a:lnT w="6350" cap="flat">
                      <a:solidFill>
                        <a:srgbClr val="D9D9D9"/>
                      </a:solidFill>
                    </a:lnT>
                    <a:lnB w="6350" cap="flat">
                      <a:solidFill>
                        <a:srgbClr val="D9D9D9"/>
                      </a:solidFill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900" b="1">
                          <a:solidFill>
                            <a:srgbClr val="2E75D6"/>
                          </a:solidFill>
                          <a:latin typeface="Pretendard"/>
                          <a:ea typeface="Pretendard"/>
                          <a:cs typeface="Pretendard"/>
                        </a:rPr>
                        <a:t>93.3%</a:t>
                      </a:r>
                    </a:p>
                  </a:txBody>
                  <a:tcPr anchor="ctr" marL="38100" marR="38100" marT="25400" marB="25400">
                    <a:lnL w="6350" cap="flat">
                      <a:solidFill>
                        <a:srgbClr val="D9D9D9"/>
                      </a:solidFill>
                    </a:lnL>
                    <a:lnR w="6350" cap="flat">
                      <a:solidFill>
                        <a:srgbClr val="D9D9D9"/>
                      </a:solidFill>
                    </a:lnR>
                    <a:lnT w="6350" cap="flat">
                      <a:solidFill>
                        <a:srgbClr val="D9D9D9"/>
                      </a:solidFill>
                    </a:lnT>
                    <a:lnB w="6350" cap="flat">
                      <a:solidFill>
                        <a:srgbClr val="D9D9D9"/>
                      </a:solidFill>
                    </a:lnB>
                    <a:solidFill>
                      <a:srgbClr val="F2F2F2"/>
                    </a:solidFill>
                  </a:tcPr>
                </a:tc>
              </a:tr>
              <a:tr h="310896">
                <a:tc>
                  <a:txBody>
                    <a:bodyPr wrap="square"/>
                    <a:lstStyle/>
                    <a:p>
                      <a:pPr algn="l"/>
                      <a:r>
                        <a:rPr sz="900" b="1">
                          <a:solidFill>
                            <a:srgbClr val="222222"/>
                          </a:solidFill>
                          <a:latin typeface="Pretendard"/>
                          <a:ea typeface="Pretendard"/>
                          <a:cs typeface="Pretendard"/>
                        </a:rPr>
                        <a:t>요구사항 분석</a:t>
                      </a:r>
                    </a:p>
                  </a:txBody>
                  <a:tcPr anchor="ctr" marL="38100" marR="38100" marT="25400" marB="25400">
                    <a:lnL w="6350" cap="flat">
                      <a:solidFill>
                        <a:srgbClr val="D9D9D9"/>
                      </a:solidFill>
                    </a:lnL>
                    <a:lnR w="6350" cap="flat">
                      <a:solidFill>
                        <a:srgbClr val="D9D9D9"/>
                      </a:solidFill>
                    </a:lnR>
                    <a:lnT w="6350" cap="flat">
                      <a:solidFill>
                        <a:srgbClr val="D9D9D9"/>
                      </a:solidFill>
                    </a:lnT>
                    <a:lnB w="6350" cap="flat">
                      <a:solidFill>
                        <a:srgbClr val="D9D9D9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900" b="0">
                          <a:solidFill>
                            <a:srgbClr val="222222"/>
                          </a:solidFill>
                          <a:latin typeface="Pretendard"/>
                          <a:ea typeface="Pretendard"/>
                          <a:cs typeface="Pretendard"/>
                        </a:rPr>
                        <a:t>117</a:t>
                      </a:r>
                    </a:p>
                  </a:txBody>
                  <a:tcPr anchor="ctr" marL="38100" marR="38100" marT="25400" marB="25400">
                    <a:lnL w="6350" cap="flat">
                      <a:solidFill>
                        <a:srgbClr val="D9D9D9"/>
                      </a:solidFill>
                    </a:lnL>
                    <a:lnR w="6350" cap="flat">
                      <a:solidFill>
                        <a:srgbClr val="D9D9D9"/>
                      </a:solidFill>
                    </a:lnR>
                    <a:lnT w="6350" cap="flat">
                      <a:solidFill>
                        <a:srgbClr val="D9D9D9"/>
                      </a:solidFill>
                    </a:lnT>
                    <a:lnB w="6350" cap="flat">
                      <a:solidFill>
                        <a:srgbClr val="D9D9D9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900" b="0">
                          <a:solidFill>
                            <a:srgbClr val="222222"/>
                          </a:solidFill>
                          <a:latin typeface="Pretendard"/>
                          <a:ea typeface="Pretendard"/>
                          <a:cs typeface="Pretendard"/>
                        </a:rPr>
                        <a:t>124</a:t>
                      </a:r>
                    </a:p>
                  </a:txBody>
                  <a:tcPr anchor="ctr" marL="38100" marR="38100" marT="25400" marB="25400">
                    <a:lnL w="6350" cap="flat">
                      <a:solidFill>
                        <a:srgbClr val="D9D9D9"/>
                      </a:solidFill>
                    </a:lnL>
                    <a:lnR w="6350" cap="flat">
                      <a:solidFill>
                        <a:srgbClr val="D9D9D9"/>
                      </a:solidFill>
                    </a:lnR>
                    <a:lnT w="6350" cap="flat">
                      <a:solidFill>
                        <a:srgbClr val="D9D9D9"/>
                      </a:solidFill>
                    </a:lnT>
                    <a:lnB w="6350" cap="flat">
                      <a:solidFill>
                        <a:srgbClr val="D9D9D9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900" b="0">
                          <a:solidFill>
                            <a:srgbClr val="222222"/>
                          </a:solidFill>
                          <a:latin typeface="Pretendard"/>
                          <a:ea typeface="Pretendard"/>
                          <a:cs typeface="Pretendard"/>
                        </a:rPr>
                        <a:t>131</a:t>
                      </a:r>
                    </a:p>
                  </a:txBody>
                  <a:tcPr anchor="ctr" marL="38100" marR="38100" marT="25400" marB="25400">
                    <a:lnL w="6350" cap="flat">
                      <a:solidFill>
                        <a:srgbClr val="D9D9D9"/>
                      </a:solidFill>
                    </a:lnL>
                    <a:lnR w="6350" cap="flat">
                      <a:solidFill>
                        <a:srgbClr val="D9D9D9"/>
                      </a:solidFill>
                    </a:lnR>
                    <a:lnT w="6350" cap="flat">
                      <a:solidFill>
                        <a:srgbClr val="D9D9D9"/>
                      </a:solidFill>
                    </a:lnT>
                    <a:lnB w="6350" cap="flat">
                      <a:solidFill>
                        <a:srgbClr val="D9D9D9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900" b="0">
                          <a:solidFill>
                            <a:srgbClr val="222222"/>
                          </a:solidFill>
                          <a:latin typeface="Pretendard"/>
                          <a:ea typeface="Pretendard"/>
                          <a:cs typeface="Pretendard"/>
                        </a:rPr>
                        <a:t>138</a:t>
                      </a:r>
                    </a:p>
                  </a:txBody>
                  <a:tcPr anchor="ctr" marL="38100" marR="38100" marT="25400" marB="25400">
                    <a:lnL w="6350" cap="flat">
                      <a:solidFill>
                        <a:srgbClr val="D9D9D9"/>
                      </a:solidFill>
                    </a:lnL>
                    <a:lnR w="6350" cap="flat">
                      <a:solidFill>
                        <a:srgbClr val="D9D9D9"/>
                      </a:solidFill>
                    </a:lnR>
                    <a:lnT w="6350" cap="flat">
                      <a:solidFill>
                        <a:srgbClr val="D9D9D9"/>
                      </a:solidFill>
                    </a:lnT>
                    <a:lnB w="6350" cap="flat">
                      <a:solidFill>
                        <a:srgbClr val="D9D9D9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900" b="0">
                          <a:solidFill>
                            <a:srgbClr val="222222"/>
                          </a:solidFill>
                          <a:latin typeface="Pretendard"/>
                          <a:ea typeface="Pretendard"/>
                          <a:cs typeface="Pretendard"/>
                        </a:rPr>
                        <a:t>145</a:t>
                      </a:r>
                    </a:p>
                  </a:txBody>
                  <a:tcPr anchor="ctr" marL="38100" marR="38100" marT="25400" marB="25400">
                    <a:lnL w="6350" cap="flat">
                      <a:solidFill>
                        <a:srgbClr val="D9D9D9"/>
                      </a:solidFill>
                    </a:lnL>
                    <a:lnR w="6350" cap="flat">
                      <a:solidFill>
                        <a:srgbClr val="D9D9D9"/>
                      </a:solidFill>
                    </a:lnR>
                    <a:lnT w="6350" cap="flat">
                      <a:solidFill>
                        <a:srgbClr val="D9D9D9"/>
                      </a:solidFill>
                    </a:lnT>
                    <a:lnB w="6350" cap="flat">
                      <a:solidFill>
                        <a:srgbClr val="D9D9D9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900" b="1">
                          <a:solidFill>
                            <a:srgbClr val="2E75D6"/>
                          </a:solidFill>
                          <a:latin typeface="Pretendard"/>
                          <a:ea typeface="Pretendard"/>
                          <a:cs typeface="Pretendard"/>
                        </a:rPr>
                        <a:t>61.4%</a:t>
                      </a:r>
                    </a:p>
                  </a:txBody>
                  <a:tcPr anchor="ctr" marL="38100" marR="38100" marT="25400" marB="25400">
                    <a:lnL w="6350" cap="flat">
                      <a:solidFill>
                        <a:srgbClr val="D9D9D9"/>
                      </a:solidFill>
                    </a:lnL>
                    <a:lnR w="6350" cap="flat">
                      <a:solidFill>
                        <a:srgbClr val="D9D9D9"/>
                      </a:solidFill>
                    </a:lnR>
                    <a:lnT w="6350" cap="flat">
                      <a:solidFill>
                        <a:srgbClr val="D9D9D9"/>
                      </a:solidFill>
                    </a:lnT>
                    <a:lnB w="6350" cap="flat">
                      <a:solidFill>
                        <a:srgbClr val="D9D9D9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310896">
                <a:tc>
                  <a:txBody>
                    <a:bodyPr wrap="square"/>
                    <a:lstStyle/>
                    <a:p>
                      <a:pPr algn="l"/>
                      <a:r>
                        <a:rPr sz="900" b="1">
                          <a:solidFill>
                            <a:srgbClr val="222222"/>
                          </a:solidFill>
                          <a:latin typeface="Pretendard"/>
                          <a:ea typeface="Pretendard"/>
                          <a:cs typeface="Pretendard"/>
                        </a:rPr>
                        <a:t>정보구조 설계</a:t>
                      </a:r>
                    </a:p>
                  </a:txBody>
                  <a:tcPr anchor="ctr" marL="38100" marR="38100" marT="25400" marB="25400">
                    <a:lnL w="6350" cap="flat">
                      <a:solidFill>
                        <a:srgbClr val="D9D9D9"/>
                      </a:solidFill>
                    </a:lnL>
                    <a:lnR w="6350" cap="flat">
                      <a:solidFill>
                        <a:srgbClr val="D9D9D9"/>
                      </a:solidFill>
                    </a:lnR>
                    <a:lnT w="6350" cap="flat">
                      <a:solidFill>
                        <a:srgbClr val="D9D9D9"/>
                      </a:solidFill>
                    </a:lnT>
                    <a:lnB w="6350" cap="flat">
                      <a:solidFill>
                        <a:srgbClr val="D9D9D9"/>
                      </a:solidFill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900" b="0">
                          <a:solidFill>
                            <a:srgbClr val="222222"/>
                          </a:solidFill>
                          <a:latin typeface="Pretendard"/>
                          <a:ea typeface="Pretendard"/>
                          <a:cs typeface="Pretendard"/>
                        </a:rPr>
                        <a:t>134</a:t>
                      </a:r>
                    </a:p>
                  </a:txBody>
                  <a:tcPr anchor="ctr" marL="38100" marR="38100" marT="25400" marB="25400">
                    <a:lnL w="6350" cap="flat">
                      <a:solidFill>
                        <a:srgbClr val="D9D9D9"/>
                      </a:solidFill>
                    </a:lnL>
                    <a:lnR w="6350" cap="flat">
                      <a:solidFill>
                        <a:srgbClr val="D9D9D9"/>
                      </a:solidFill>
                    </a:lnR>
                    <a:lnT w="6350" cap="flat">
                      <a:solidFill>
                        <a:srgbClr val="D9D9D9"/>
                      </a:solidFill>
                    </a:lnT>
                    <a:lnB w="6350" cap="flat">
                      <a:solidFill>
                        <a:srgbClr val="D9D9D9"/>
                      </a:solidFill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900" b="0">
                          <a:solidFill>
                            <a:srgbClr val="222222"/>
                          </a:solidFill>
                          <a:latin typeface="Pretendard"/>
                          <a:ea typeface="Pretendard"/>
                          <a:cs typeface="Pretendard"/>
                        </a:rPr>
                        <a:t>141</a:t>
                      </a:r>
                    </a:p>
                  </a:txBody>
                  <a:tcPr anchor="ctr" marL="38100" marR="38100" marT="25400" marB="25400">
                    <a:lnL w="6350" cap="flat">
                      <a:solidFill>
                        <a:srgbClr val="D9D9D9"/>
                      </a:solidFill>
                    </a:lnL>
                    <a:lnR w="6350" cap="flat">
                      <a:solidFill>
                        <a:srgbClr val="D9D9D9"/>
                      </a:solidFill>
                    </a:lnR>
                    <a:lnT w="6350" cap="flat">
                      <a:solidFill>
                        <a:srgbClr val="D9D9D9"/>
                      </a:solidFill>
                    </a:lnT>
                    <a:lnB w="6350" cap="flat">
                      <a:solidFill>
                        <a:srgbClr val="D9D9D9"/>
                      </a:solidFill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900" b="0">
                          <a:solidFill>
                            <a:srgbClr val="222222"/>
                          </a:solidFill>
                          <a:latin typeface="Pretendard"/>
                          <a:ea typeface="Pretendard"/>
                          <a:cs typeface="Pretendard"/>
                        </a:rPr>
                        <a:t>148</a:t>
                      </a:r>
                    </a:p>
                  </a:txBody>
                  <a:tcPr anchor="ctr" marL="38100" marR="38100" marT="25400" marB="25400">
                    <a:lnL w="6350" cap="flat">
                      <a:solidFill>
                        <a:srgbClr val="D9D9D9"/>
                      </a:solidFill>
                    </a:lnL>
                    <a:lnR w="6350" cap="flat">
                      <a:solidFill>
                        <a:srgbClr val="D9D9D9"/>
                      </a:solidFill>
                    </a:lnR>
                    <a:lnT w="6350" cap="flat">
                      <a:solidFill>
                        <a:srgbClr val="D9D9D9"/>
                      </a:solidFill>
                    </a:lnT>
                    <a:lnB w="6350" cap="flat">
                      <a:solidFill>
                        <a:srgbClr val="D9D9D9"/>
                      </a:solidFill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900" b="0">
                          <a:solidFill>
                            <a:srgbClr val="222222"/>
                          </a:solidFill>
                          <a:latin typeface="Pretendard"/>
                          <a:ea typeface="Pretendard"/>
                          <a:cs typeface="Pretendard"/>
                        </a:rPr>
                        <a:t>155</a:t>
                      </a:r>
                    </a:p>
                  </a:txBody>
                  <a:tcPr anchor="ctr" marL="38100" marR="38100" marT="25400" marB="25400">
                    <a:lnL w="6350" cap="flat">
                      <a:solidFill>
                        <a:srgbClr val="D9D9D9"/>
                      </a:solidFill>
                    </a:lnL>
                    <a:lnR w="6350" cap="flat">
                      <a:solidFill>
                        <a:srgbClr val="D9D9D9"/>
                      </a:solidFill>
                    </a:lnR>
                    <a:lnT w="6350" cap="flat">
                      <a:solidFill>
                        <a:srgbClr val="D9D9D9"/>
                      </a:solidFill>
                    </a:lnT>
                    <a:lnB w="6350" cap="flat">
                      <a:solidFill>
                        <a:srgbClr val="D9D9D9"/>
                      </a:solidFill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900" b="0">
                          <a:solidFill>
                            <a:srgbClr val="222222"/>
                          </a:solidFill>
                          <a:latin typeface="Pretendard"/>
                          <a:ea typeface="Pretendard"/>
                          <a:cs typeface="Pretendard"/>
                        </a:rPr>
                        <a:t>162</a:t>
                      </a:r>
                    </a:p>
                  </a:txBody>
                  <a:tcPr anchor="ctr" marL="38100" marR="38100" marT="25400" marB="25400">
                    <a:lnL w="6350" cap="flat">
                      <a:solidFill>
                        <a:srgbClr val="D9D9D9"/>
                      </a:solidFill>
                    </a:lnL>
                    <a:lnR w="6350" cap="flat">
                      <a:solidFill>
                        <a:srgbClr val="D9D9D9"/>
                      </a:solidFill>
                    </a:lnR>
                    <a:lnT w="6350" cap="flat">
                      <a:solidFill>
                        <a:srgbClr val="D9D9D9"/>
                      </a:solidFill>
                    </a:lnT>
                    <a:lnB w="6350" cap="flat">
                      <a:solidFill>
                        <a:srgbClr val="D9D9D9"/>
                      </a:solidFill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900" b="1">
                          <a:solidFill>
                            <a:srgbClr val="2E75D6"/>
                          </a:solidFill>
                          <a:latin typeface="Pretendard"/>
                          <a:ea typeface="Pretendard"/>
                          <a:cs typeface="Pretendard"/>
                        </a:rPr>
                        <a:t>74.5%</a:t>
                      </a:r>
                    </a:p>
                  </a:txBody>
                  <a:tcPr anchor="ctr" marL="38100" marR="38100" marT="25400" marB="25400">
                    <a:lnL w="6350" cap="flat">
                      <a:solidFill>
                        <a:srgbClr val="D9D9D9"/>
                      </a:solidFill>
                    </a:lnL>
                    <a:lnR w="6350" cap="flat">
                      <a:solidFill>
                        <a:srgbClr val="D9D9D9"/>
                      </a:solidFill>
                    </a:lnR>
                    <a:lnT w="6350" cap="flat">
                      <a:solidFill>
                        <a:srgbClr val="D9D9D9"/>
                      </a:solidFill>
                    </a:lnT>
                    <a:lnB w="6350" cap="flat">
                      <a:solidFill>
                        <a:srgbClr val="D9D9D9"/>
                      </a:solidFill>
                    </a:lnB>
                    <a:solidFill>
                      <a:srgbClr val="F2F2F2"/>
                    </a:solidFill>
                  </a:tcPr>
                </a:tc>
              </a:tr>
              <a:tr h="310896">
                <a:tc>
                  <a:txBody>
                    <a:bodyPr wrap="square"/>
                    <a:lstStyle/>
                    <a:p>
                      <a:pPr algn="l"/>
                      <a:r>
                        <a:rPr sz="900" b="1">
                          <a:solidFill>
                            <a:srgbClr val="222222"/>
                          </a:solidFill>
                          <a:latin typeface="Pretendard"/>
                          <a:ea typeface="Pretendard"/>
                          <a:cs typeface="Pretendard"/>
                        </a:rPr>
                        <a:t>핵심 기능 개발</a:t>
                      </a:r>
                    </a:p>
                  </a:txBody>
                  <a:tcPr anchor="ctr" marL="38100" marR="38100" marT="25400" marB="25400">
                    <a:lnL w="6350" cap="flat">
                      <a:solidFill>
                        <a:srgbClr val="D9D9D9"/>
                      </a:solidFill>
                    </a:lnL>
                    <a:lnR w="6350" cap="flat">
                      <a:solidFill>
                        <a:srgbClr val="D9D9D9"/>
                      </a:solidFill>
                    </a:lnR>
                    <a:lnT w="6350" cap="flat">
                      <a:solidFill>
                        <a:srgbClr val="D9D9D9"/>
                      </a:solidFill>
                    </a:lnT>
                    <a:lnB w="6350" cap="flat">
                      <a:solidFill>
                        <a:srgbClr val="D9D9D9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900" b="0">
                          <a:solidFill>
                            <a:srgbClr val="222222"/>
                          </a:solidFill>
                          <a:latin typeface="Pretendard"/>
                          <a:ea typeface="Pretendard"/>
                          <a:cs typeface="Pretendard"/>
                        </a:rPr>
                        <a:t>151</a:t>
                      </a:r>
                    </a:p>
                  </a:txBody>
                  <a:tcPr anchor="ctr" marL="38100" marR="38100" marT="25400" marB="25400">
                    <a:lnL w="6350" cap="flat">
                      <a:solidFill>
                        <a:srgbClr val="D9D9D9"/>
                      </a:solidFill>
                    </a:lnL>
                    <a:lnR w="6350" cap="flat">
                      <a:solidFill>
                        <a:srgbClr val="D9D9D9"/>
                      </a:solidFill>
                    </a:lnR>
                    <a:lnT w="6350" cap="flat">
                      <a:solidFill>
                        <a:srgbClr val="D9D9D9"/>
                      </a:solidFill>
                    </a:lnT>
                    <a:lnB w="6350" cap="flat">
                      <a:solidFill>
                        <a:srgbClr val="D9D9D9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900" b="0">
                          <a:solidFill>
                            <a:srgbClr val="222222"/>
                          </a:solidFill>
                          <a:latin typeface="Pretendard"/>
                          <a:ea typeface="Pretendard"/>
                          <a:cs typeface="Pretendard"/>
                        </a:rPr>
                        <a:t>158</a:t>
                      </a:r>
                    </a:p>
                  </a:txBody>
                  <a:tcPr anchor="ctr" marL="38100" marR="38100" marT="25400" marB="25400">
                    <a:lnL w="6350" cap="flat">
                      <a:solidFill>
                        <a:srgbClr val="D9D9D9"/>
                      </a:solidFill>
                    </a:lnL>
                    <a:lnR w="6350" cap="flat">
                      <a:solidFill>
                        <a:srgbClr val="D9D9D9"/>
                      </a:solidFill>
                    </a:lnR>
                    <a:lnT w="6350" cap="flat">
                      <a:solidFill>
                        <a:srgbClr val="D9D9D9"/>
                      </a:solidFill>
                    </a:lnT>
                    <a:lnB w="6350" cap="flat">
                      <a:solidFill>
                        <a:srgbClr val="D9D9D9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900" b="0">
                          <a:solidFill>
                            <a:srgbClr val="222222"/>
                          </a:solidFill>
                          <a:latin typeface="Pretendard"/>
                          <a:ea typeface="Pretendard"/>
                          <a:cs typeface="Pretendard"/>
                        </a:rPr>
                        <a:t>165</a:t>
                      </a:r>
                    </a:p>
                  </a:txBody>
                  <a:tcPr anchor="ctr" marL="38100" marR="38100" marT="25400" marB="25400">
                    <a:lnL w="6350" cap="flat">
                      <a:solidFill>
                        <a:srgbClr val="D9D9D9"/>
                      </a:solidFill>
                    </a:lnL>
                    <a:lnR w="6350" cap="flat">
                      <a:solidFill>
                        <a:srgbClr val="D9D9D9"/>
                      </a:solidFill>
                    </a:lnR>
                    <a:lnT w="6350" cap="flat">
                      <a:solidFill>
                        <a:srgbClr val="D9D9D9"/>
                      </a:solidFill>
                    </a:lnT>
                    <a:lnB w="6350" cap="flat">
                      <a:solidFill>
                        <a:srgbClr val="D9D9D9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900" b="0">
                          <a:solidFill>
                            <a:srgbClr val="222222"/>
                          </a:solidFill>
                          <a:latin typeface="Pretendard"/>
                          <a:ea typeface="Pretendard"/>
                          <a:cs typeface="Pretendard"/>
                        </a:rPr>
                        <a:t>172</a:t>
                      </a:r>
                    </a:p>
                  </a:txBody>
                  <a:tcPr anchor="ctr" marL="38100" marR="38100" marT="25400" marB="25400">
                    <a:lnL w="6350" cap="flat">
                      <a:solidFill>
                        <a:srgbClr val="D9D9D9"/>
                      </a:solidFill>
                    </a:lnL>
                    <a:lnR w="6350" cap="flat">
                      <a:solidFill>
                        <a:srgbClr val="D9D9D9"/>
                      </a:solidFill>
                    </a:lnR>
                    <a:lnT w="6350" cap="flat">
                      <a:solidFill>
                        <a:srgbClr val="D9D9D9"/>
                      </a:solidFill>
                    </a:lnT>
                    <a:lnB w="6350" cap="flat">
                      <a:solidFill>
                        <a:srgbClr val="D9D9D9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900" b="0">
                          <a:solidFill>
                            <a:srgbClr val="222222"/>
                          </a:solidFill>
                          <a:latin typeface="Pretendard"/>
                          <a:ea typeface="Pretendard"/>
                          <a:cs typeface="Pretendard"/>
                        </a:rPr>
                        <a:t>179</a:t>
                      </a:r>
                    </a:p>
                  </a:txBody>
                  <a:tcPr anchor="ctr" marL="38100" marR="38100" marT="25400" marB="25400">
                    <a:lnL w="6350" cap="flat">
                      <a:solidFill>
                        <a:srgbClr val="D9D9D9"/>
                      </a:solidFill>
                    </a:lnL>
                    <a:lnR w="6350" cap="flat">
                      <a:solidFill>
                        <a:srgbClr val="D9D9D9"/>
                      </a:solidFill>
                    </a:lnR>
                    <a:lnT w="6350" cap="flat">
                      <a:solidFill>
                        <a:srgbClr val="D9D9D9"/>
                      </a:solidFill>
                    </a:lnT>
                    <a:lnB w="6350" cap="flat">
                      <a:solidFill>
                        <a:srgbClr val="D9D9D9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900" b="1">
                          <a:solidFill>
                            <a:srgbClr val="2E75D6"/>
                          </a:solidFill>
                          <a:latin typeface="Pretendard"/>
                          <a:ea typeface="Pretendard"/>
                          <a:cs typeface="Pretendard"/>
                        </a:rPr>
                        <a:t>87.6%</a:t>
                      </a:r>
                    </a:p>
                  </a:txBody>
                  <a:tcPr anchor="ctr" marL="38100" marR="38100" marT="25400" marB="25400">
                    <a:lnL w="6350" cap="flat">
                      <a:solidFill>
                        <a:srgbClr val="D9D9D9"/>
                      </a:solidFill>
                    </a:lnL>
                    <a:lnR w="6350" cap="flat">
                      <a:solidFill>
                        <a:srgbClr val="D9D9D9"/>
                      </a:solidFill>
                    </a:lnR>
                    <a:lnT w="6350" cap="flat">
                      <a:solidFill>
                        <a:srgbClr val="D9D9D9"/>
                      </a:solidFill>
                    </a:lnT>
                    <a:lnB w="6350" cap="flat">
                      <a:solidFill>
                        <a:srgbClr val="D9D9D9"/>
                      </a:solidFill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5" name="TextBox 4"/>
          <p:cNvSpPr txBox="1"/>
          <p:nvPr/>
        </p:nvSpPr>
        <p:spPr>
          <a:xfrm>
            <a:off x="137160" y="73152"/>
            <a:ext cx="3657600" cy="274320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l"/>
            <a:r>
              <a:rPr sz="900" b="1">
                <a:solidFill>
                  <a:srgbClr val="808080"/>
                </a:solidFill>
                <a:latin typeface="Pretendard"/>
                <a:ea typeface="Pretendard"/>
                <a:cs typeface="Pretendard"/>
              </a:rPr>
              <a:t>TBL-193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457200"/>
            <a:ext cx="11155680" cy="457200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l"/>
            <a:r>
              <a:rPr sz="1800" b="1">
                <a:solidFill>
                  <a:srgbClr val="1F3864"/>
                </a:solidFill>
                <a:latin typeface="Pretendard"/>
                <a:ea typeface="Pretendard"/>
                <a:cs typeface="Pretendard"/>
              </a:rPr>
              <a:t>AI 통합 플랫폼 상세 실적표 (컴팩트)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914400"/>
            <a:ext cx="11155680" cy="292608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l"/>
            <a:r>
              <a:rPr sz="1100" b="0">
                <a:solidFill>
                  <a:srgbClr val="595959"/>
                </a:solidFill>
                <a:latin typeface="Pretendard"/>
                <a:ea typeface="Pretendard"/>
                <a:cs typeface="Pretendard"/>
              </a:rPr>
              <a:t>고밀도 · 8열 소폰트 · purple_600</a:t>
            </a:r>
          </a:p>
        </p:txBody>
      </p:sp>
      <p:graphicFrame>
        <p:nvGraphicFramePr>
          <p:cNvPr id="4" name="asset:TBL-194"/>
          <p:cNvGraphicFramePr>
            <a:graphicFrameLocks noGrp="1"/>
          </p:cNvGraphicFramePr>
          <p:nvPr/>
        </p:nvGraphicFramePr>
        <p:xfrm>
          <a:off x="640080" y="1371600"/>
          <a:ext cx="10908792" cy="2487168"/>
        </p:xfrm>
        <a:graphic>
          <a:graphicData uri="http://schemas.openxmlformats.org/drawingml/2006/table">
            <a:tbl>
              <a:tblPr>
                <a:tableStyleId>{2D5ABB26-0587-4C30-8999-92F81FD0307C}</a:tableStyleId>
              </a:tblPr>
              <a:tblGrid>
                <a:gridCol w="1947672"/>
                <a:gridCol w="1280160"/>
                <a:gridCol w="1280160"/>
                <a:gridCol w="1280160"/>
                <a:gridCol w="1280160"/>
                <a:gridCol w="1280160"/>
                <a:gridCol w="1280160"/>
                <a:gridCol w="1280160"/>
              </a:tblGrid>
              <a:tr h="310896">
                <a:tc>
                  <a:txBody>
                    <a:bodyPr wrap="square"/>
                    <a:lstStyle/>
                    <a:p>
                      <a:pPr algn="l"/>
                      <a:r>
                        <a:rPr sz="900" b="1">
                          <a:solidFill>
                            <a:srgbClr val="FFFFFF"/>
                          </a:solidFill>
                          <a:latin typeface="Pretendard"/>
                          <a:ea typeface="Pretendard"/>
                          <a:cs typeface="Pretendard"/>
                        </a:rPr>
                        <a:t>분류</a:t>
                      </a:r>
                    </a:p>
                  </a:txBody>
                  <a:tcPr anchor="ctr" marL="38100" marR="38100" marT="25400" marB="25400">
                    <a:lnL w="6350" cap="flat">
                      <a:solidFill>
                        <a:srgbClr val="D9D9D9"/>
                      </a:solidFill>
                    </a:lnL>
                    <a:lnR w="6350" cap="flat">
                      <a:solidFill>
                        <a:srgbClr val="D9D9D9"/>
                      </a:solidFill>
                    </a:lnR>
                    <a:lnT w="6350" cap="flat">
                      <a:solidFill>
                        <a:srgbClr val="D9D9D9"/>
                      </a:solidFill>
                    </a:lnT>
                    <a:lnB w="6350" cap="flat">
                      <a:solidFill>
                        <a:srgbClr val="D9D9D9"/>
                      </a:solidFill>
                    </a:lnB>
                    <a:solidFill>
                      <a:srgbClr val="7B2D8E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00" b="1">
                          <a:solidFill>
                            <a:srgbClr val="FFFFFF"/>
                          </a:solidFill>
                          <a:latin typeface="Pretendard"/>
                          <a:ea typeface="Pretendard"/>
                          <a:cs typeface="Pretendard"/>
                        </a:rPr>
                        <a:t>증감률</a:t>
                      </a:r>
                    </a:p>
                  </a:txBody>
                  <a:tcPr anchor="ctr" marL="38100" marR="38100" marT="25400" marB="25400">
                    <a:lnL w="6350" cap="flat">
                      <a:solidFill>
                        <a:srgbClr val="D9D9D9"/>
                      </a:solidFill>
                    </a:lnL>
                    <a:lnR w="6350" cap="flat">
                      <a:solidFill>
                        <a:srgbClr val="D9D9D9"/>
                      </a:solidFill>
                    </a:lnR>
                    <a:lnT w="6350" cap="flat">
                      <a:solidFill>
                        <a:srgbClr val="D9D9D9"/>
                      </a:solidFill>
                    </a:lnT>
                    <a:lnB w="6350" cap="flat">
                      <a:solidFill>
                        <a:srgbClr val="D9D9D9"/>
                      </a:solidFill>
                    </a:lnB>
                    <a:solidFill>
                      <a:srgbClr val="7B2D8E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00" b="1">
                          <a:solidFill>
                            <a:srgbClr val="FFFFFF"/>
                          </a:solidFill>
                          <a:latin typeface="Pretendard"/>
                          <a:ea typeface="Pretendard"/>
                          <a:cs typeface="Pretendard"/>
                        </a:rPr>
                        <a:t>2024년</a:t>
                      </a:r>
                    </a:p>
                  </a:txBody>
                  <a:tcPr anchor="ctr" marL="38100" marR="38100" marT="25400" marB="25400">
                    <a:lnL w="6350" cap="flat">
                      <a:solidFill>
                        <a:srgbClr val="D9D9D9"/>
                      </a:solidFill>
                    </a:lnL>
                    <a:lnR w="6350" cap="flat">
                      <a:solidFill>
                        <a:srgbClr val="D9D9D9"/>
                      </a:solidFill>
                    </a:lnR>
                    <a:lnT w="6350" cap="flat">
                      <a:solidFill>
                        <a:srgbClr val="D9D9D9"/>
                      </a:solidFill>
                    </a:lnT>
                    <a:lnB w="6350" cap="flat">
                      <a:solidFill>
                        <a:srgbClr val="D9D9D9"/>
                      </a:solidFill>
                    </a:lnB>
                    <a:solidFill>
                      <a:srgbClr val="7B2D8E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00" b="1">
                          <a:solidFill>
                            <a:srgbClr val="FFFFFF"/>
                          </a:solidFill>
                          <a:latin typeface="Pretendard"/>
                          <a:ea typeface="Pretendard"/>
                          <a:cs typeface="Pretendard"/>
                        </a:rPr>
                        <a:t>2025년</a:t>
                      </a:r>
                    </a:p>
                  </a:txBody>
                  <a:tcPr anchor="ctr" marL="38100" marR="38100" marT="25400" marB="25400">
                    <a:lnL w="6350" cap="flat">
                      <a:solidFill>
                        <a:srgbClr val="D9D9D9"/>
                      </a:solidFill>
                    </a:lnL>
                    <a:lnR w="6350" cap="flat">
                      <a:solidFill>
                        <a:srgbClr val="D9D9D9"/>
                      </a:solidFill>
                    </a:lnR>
                    <a:lnT w="6350" cap="flat">
                      <a:solidFill>
                        <a:srgbClr val="D9D9D9"/>
                      </a:solidFill>
                    </a:lnT>
                    <a:lnB w="6350" cap="flat">
                      <a:solidFill>
                        <a:srgbClr val="D9D9D9"/>
                      </a:solidFill>
                    </a:lnB>
                    <a:solidFill>
                      <a:srgbClr val="7B2D8E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00" b="1">
                          <a:solidFill>
                            <a:srgbClr val="FFFFFF"/>
                          </a:solidFill>
                          <a:latin typeface="Pretendard"/>
                          <a:ea typeface="Pretendard"/>
                          <a:cs typeface="Pretendard"/>
                        </a:rPr>
                        <a:t>2026년(E)</a:t>
                      </a:r>
                    </a:p>
                  </a:txBody>
                  <a:tcPr anchor="ctr" marL="38100" marR="38100" marT="25400" marB="25400">
                    <a:lnL w="6350" cap="flat">
                      <a:solidFill>
                        <a:srgbClr val="D9D9D9"/>
                      </a:solidFill>
                    </a:lnL>
                    <a:lnR w="6350" cap="flat">
                      <a:solidFill>
                        <a:srgbClr val="D9D9D9"/>
                      </a:solidFill>
                    </a:lnR>
                    <a:lnT w="6350" cap="flat">
                      <a:solidFill>
                        <a:srgbClr val="D9D9D9"/>
                      </a:solidFill>
                    </a:lnT>
                    <a:lnB w="6350" cap="flat">
                      <a:solidFill>
                        <a:srgbClr val="D9D9D9"/>
                      </a:solidFill>
                    </a:lnB>
                    <a:solidFill>
                      <a:srgbClr val="7B2D8E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00" b="1">
                          <a:solidFill>
                            <a:srgbClr val="FFFFFF"/>
                          </a:solidFill>
                          <a:latin typeface="Pretendard"/>
                          <a:ea typeface="Pretendard"/>
                          <a:cs typeface="Pretendard"/>
                        </a:rPr>
                        <a:t>1분기</a:t>
                      </a:r>
                    </a:p>
                  </a:txBody>
                  <a:tcPr anchor="ctr" marL="38100" marR="38100" marT="25400" marB="25400">
                    <a:lnL w="6350" cap="flat">
                      <a:solidFill>
                        <a:srgbClr val="D9D9D9"/>
                      </a:solidFill>
                    </a:lnL>
                    <a:lnR w="6350" cap="flat">
                      <a:solidFill>
                        <a:srgbClr val="D9D9D9"/>
                      </a:solidFill>
                    </a:lnR>
                    <a:lnT w="6350" cap="flat">
                      <a:solidFill>
                        <a:srgbClr val="D9D9D9"/>
                      </a:solidFill>
                    </a:lnT>
                    <a:lnB w="6350" cap="flat">
                      <a:solidFill>
                        <a:srgbClr val="D9D9D9"/>
                      </a:solidFill>
                    </a:lnB>
                    <a:solidFill>
                      <a:srgbClr val="7B2D8E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00" b="1">
                          <a:solidFill>
                            <a:srgbClr val="FFFFFF"/>
                          </a:solidFill>
                          <a:latin typeface="Pretendard"/>
                          <a:ea typeface="Pretendard"/>
                          <a:cs typeface="Pretendard"/>
                        </a:rPr>
                        <a:t>2분기</a:t>
                      </a:r>
                    </a:p>
                  </a:txBody>
                  <a:tcPr anchor="ctr" marL="38100" marR="38100" marT="25400" marB="25400">
                    <a:lnL w="6350" cap="flat">
                      <a:solidFill>
                        <a:srgbClr val="D9D9D9"/>
                      </a:solidFill>
                    </a:lnL>
                    <a:lnR w="6350" cap="flat">
                      <a:solidFill>
                        <a:srgbClr val="D9D9D9"/>
                      </a:solidFill>
                    </a:lnR>
                    <a:lnT w="6350" cap="flat">
                      <a:solidFill>
                        <a:srgbClr val="D9D9D9"/>
                      </a:solidFill>
                    </a:lnT>
                    <a:lnB w="6350" cap="flat">
                      <a:solidFill>
                        <a:srgbClr val="D9D9D9"/>
                      </a:solidFill>
                    </a:lnB>
                    <a:solidFill>
                      <a:srgbClr val="7B2D8E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00" b="1">
                          <a:solidFill>
                            <a:srgbClr val="FFFFFF"/>
                          </a:solidFill>
                          <a:latin typeface="Pretendard"/>
                          <a:ea typeface="Pretendard"/>
                          <a:cs typeface="Pretendard"/>
                        </a:rPr>
                        <a:t>3분기</a:t>
                      </a:r>
                    </a:p>
                  </a:txBody>
                  <a:tcPr anchor="ctr" marL="38100" marR="38100" marT="25400" marB="25400">
                    <a:lnL w="6350" cap="flat">
                      <a:solidFill>
                        <a:srgbClr val="D9D9D9"/>
                      </a:solidFill>
                    </a:lnL>
                    <a:lnR w="6350" cap="flat">
                      <a:solidFill>
                        <a:srgbClr val="D9D9D9"/>
                      </a:solidFill>
                    </a:lnR>
                    <a:lnT w="6350" cap="flat">
                      <a:solidFill>
                        <a:srgbClr val="D9D9D9"/>
                      </a:solidFill>
                    </a:lnT>
                    <a:lnB w="6350" cap="flat">
                      <a:solidFill>
                        <a:srgbClr val="D9D9D9"/>
                      </a:solidFill>
                    </a:lnB>
                    <a:solidFill>
                      <a:srgbClr val="7B2D8E"/>
                    </a:solidFill>
                  </a:tcPr>
                </a:tc>
              </a:tr>
              <a:tr h="310896">
                <a:tc>
                  <a:txBody>
                    <a:bodyPr wrap="square"/>
                    <a:lstStyle/>
                    <a:p>
                      <a:pPr algn="l"/>
                      <a:r>
                        <a:rPr sz="900" b="1">
                          <a:solidFill>
                            <a:srgbClr val="222222"/>
                          </a:solidFill>
                          <a:latin typeface="Pretendard"/>
                          <a:ea typeface="Pretendard"/>
                          <a:cs typeface="Pretendard"/>
                        </a:rPr>
                        <a:t>브랜드 강화</a:t>
                      </a:r>
                    </a:p>
                  </a:txBody>
                  <a:tcPr anchor="ctr" marL="38100" marR="38100" marT="25400" marB="25400">
                    <a:lnL w="6350" cap="flat">
                      <a:solidFill>
                        <a:srgbClr val="D9D9D9"/>
                      </a:solidFill>
                    </a:lnL>
                    <a:lnR w="6350" cap="flat">
                      <a:solidFill>
                        <a:srgbClr val="D9D9D9"/>
                      </a:solidFill>
                    </a:lnR>
                    <a:lnT w="6350" cap="flat">
                      <a:solidFill>
                        <a:srgbClr val="D9D9D9"/>
                      </a:solidFill>
                    </a:lnT>
                    <a:lnB w="6350" cap="flat">
                      <a:solidFill>
                        <a:srgbClr val="D9D9D9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900" b="0">
                          <a:solidFill>
                            <a:srgbClr val="222222"/>
                          </a:solidFill>
                          <a:latin typeface="Pretendard"/>
                          <a:ea typeface="Pretendard"/>
                          <a:cs typeface="Pretendard"/>
                        </a:rPr>
                        <a:t>54</a:t>
                      </a:r>
                    </a:p>
                  </a:txBody>
                  <a:tcPr anchor="ctr" marL="38100" marR="38100" marT="25400" marB="25400">
                    <a:lnL w="6350" cap="flat">
                      <a:solidFill>
                        <a:srgbClr val="D9D9D9"/>
                      </a:solidFill>
                    </a:lnL>
                    <a:lnR w="6350" cap="flat">
                      <a:solidFill>
                        <a:srgbClr val="D9D9D9"/>
                      </a:solidFill>
                    </a:lnR>
                    <a:lnT w="6350" cap="flat">
                      <a:solidFill>
                        <a:srgbClr val="D9D9D9"/>
                      </a:solidFill>
                    </a:lnT>
                    <a:lnB w="6350" cap="flat">
                      <a:solidFill>
                        <a:srgbClr val="D9D9D9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900" b="0">
                          <a:solidFill>
                            <a:srgbClr val="222222"/>
                          </a:solidFill>
                          <a:latin typeface="Pretendard"/>
                          <a:ea typeface="Pretendard"/>
                          <a:cs typeface="Pretendard"/>
                        </a:rPr>
                        <a:t>61</a:t>
                      </a:r>
                    </a:p>
                  </a:txBody>
                  <a:tcPr anchor="ctr" marL="38100" marR="38100" marT="25400" marB="25400">
                    <a:lnL w="6350" cap="flat">
                      <a:solidFill>
                        <a:srgbClr val="D9D9D9"/>
                      </a:solidFill>
                    </a:lnL>
                    <a:lnR w="6350" cap="flat">
                      <a:solidFill>
                        <a:srgbClr val="D9D9D9"/>
                      </a:solidFill>
                    </a:lnR>
                    <a:lnT w="6350" cap="flat">
                      <a:solidFill>
                        <a:srgbClr val="D9D9D9"/>
                      </a:solidFill>
                    </a:lnT>
                    <a:lnB w="6350" cap="flat">
                      <a:solidFill>
                        <a:srgbClr val="D9D9D9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900" b="0">
                          <a:solidFill>
                            <a:srgbClr val="222222"/>
                          </a:solidFill>
                          <a:latin typeface="Pretendard"/>
                          <a:ea typeface="Pretendard"/>
                          <a:cs typeface="Pretendard"/>
                        </a:rPr>
                        <a:t>68</a:t>
                      </a:r>
                    </a:p>
                  </a:txBody>
                  <a:tcPr anchor="ctr" marL="38100" marR="38100" marT="25400" marB="25400">
                    <a:lnL w="6350" cap="flat">
                      <a:solidFill>
                        <a:srgbClr val="D9D9D9"/>
                      </a:solidFill>
                    </a:lnL>
                    <a:lnR w="6350" cap="flat">
                      <a:solidFill>
                        <a:srgbClr val="D9D9D9"/>
                      </a:solidFill>
                    </a:lnR>
                    <a:lnT w="6350" cap="flat">
                      <a:solidFill>
                        <a:srgbClr val="D9D9D9"/>
                      </a:solidFill>
                    </a:lnT>
                    <a:lnB w="6350" cap="flat">
                      <a:solidFill>
                        <a:srgbClr val="D9D9D9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900" b="0">
                          <a:solidFill>
                            <a:srgbClr val="222222"/>
                          </a:solidFill>
                          <a:latin typeface="Pretendard"/>
                          <a:ea typeface="Pretendard"/>
                          <a:cs typeface="Pretendard"/>
                        </a:rPr>
                        <a:t>75</a:t>
                      </a:r>
                    </a:p>
                  </a:txBody>
                  <a:tcPr anchor="ctr" marL="38100" marR="38100" marT="25400" marB="25400">
                    <a:lnL w="6350" cap="flat">
                      <a:solidFill>
                        <a:srgbClr val="D9D9D9"/>
                      </a:solidFill>
                    </a:lnL>
                    <a:lnR w="6350" cap="flat">
                      <a:solidFill>
                        <a:srgbClr val="D9D9D9"/>
                      </a:solidFill>
                    </a:lnR>
                    <a:lnT w="6350" cap="flat">
                      <a:solidFill>
                        <a:srgbClr val="D9D9D9"/>
                      </a:solidFill>
                    </a:lnT>
                    <a:lnB w="6350" cap="flat">
                      <a:solidFill>
                        <a:srgbClr val="D9D9D9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900" b="0">
                          <a:solidFill>
                            <a:srgbClr val="222222"/>
                          </a:solidFill>
                          <a:latin typeface="Pretendard"/>
                          <a:ea typeface="Pretendard"/>
                          <a:cs typeface="Pretendard"/>
                        </a:rPr>
                        <a:t>82</a:t>
                      </a:r>
                    </a:p>
                  </a:txBody>
                  <a:tcPr anchor="ctr" marL="38100" marR="38100" marT="25400" marB="25400">
                    <a:lnL w="6350" cap="flat">
                      <a:solidFill>
                        <a:srgbClr val="D9D9D9"/>
                      </a:solidFill>
                    </a:lnL>
                    <a:lnR w="6350" cap="flat">
                      <a:solidFill>
                        <a:srgbClr val="D9D9D9"/>
                      </a:solidFill>
                    </a:lnR>
                    <a:lnT w="6350" cap="flat">
                      <a:solidFill>
                        <a:srgbClr val="D9D9D9"/>
                      </a:solidFill>
                    </a:lnT>
                    <a:lnB w="6350" cap="flat">
                      <a:solidFill>
                        <a:srgbClr val="D9D9D9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900" b="0">
                          <a:solidFill>
                            <a:srgbClr val="222222"/>
                          </a:solidFill>
                          <a:latin typeface="Pretendard"/>
                          <a:ea typeface="Pretendard"/>
                          <a:cs typeface="Pretendard"/>
                        </a:rPr>
                        <a:t>89</a:t>
                      </a:r>
                    </a:p>
                  </a:txBody>
                  <a:tcPr anchor="ctr" marL="38100" marR="38100" marT="25400" marB="25400">
                    <a:lnL w="6350" cap="flat">
                      <a:solidFill>
                        <a:srgbClr val="D9D9D9"/>
                      </a:solidFill>
                    </a:lnL>
                    <a:lnR w="6350" cap="flat">
                      <a:solidFill>
                        <a:srgbClr val="D9D9D9"/>
                      </a:solidFill>
                    </a:lnR>
                    <a:lnT w="6350" cap="flat">
                      <a:solidFill>
                        <a:srgbClr val="D9D9D9"/>
                      </a:solidFill>
                    </a:lnT>
                    <a:lnB w="6350" cap="flat">
                      <a:solidFill>
                        <a:srgbClr val="D9D9D9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900" b="1">
                          <a:solidFill>
                            <a:srgbClr val="2E75D6"/>
                          </a:solidFill>
                          <a:latin typeface="Pretendard"/>
                          <a:ea typeface="Pretendard"/>
                          <a:cs typeface="Pretendard"/>
                        </a:rPr>
                        <a:t>66.2%</a:t>
                      </a:r>
                    </a:p>
                  </a:txBody>
                  <a:tcPr anchor="ctr" marL="38100" marR="38100" marT="25400" marB="25400">
                    <a:lnL w="6350" cap="flat">
                      <a:solidFill>
                        <a:srgbClr val="D9D9D9"/>
                      </a:solidFill>
                    </a:lnL>
                    <a:lnR w="6350" cap="flat">
                      <a:solidFill>
                        <a:srgbClr val="D9D9D9"/>
                      </a:solidFill>
                    </a:lnR>
                    <a:lnT w="6350" cap="flat">
                      <a:solidFill>
                        <a:srgbClr val="D9D9D9"/>
                      </a:solidFill>
                    </a:lnT>
                    <a:lnB w="6350" cap="flat">
                      <a:solidFill>
                        <a:srgbClr val="D9D9D9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310896">
                <a:tc>
                  <a:txBody>
                    <a:bodyPr wrap="square"/>
                    <a:lstStyle/>
                    <a:p>
                      <a:pPr algn="l"/>
                      <a:r>
                        <a:rPr sz="900" b="1">
                          <a:solidFill>
                            <a:srgbClr val="222222"/>
                          </a:solidFill>
                          <a:latin typeface="Pretendard"/>
                          <a:ea typeface="Pretendard"/>
                          <a:cs typeface="Pretendard"/>
                        </a:rPr>
                        <a:t>재무 관리</a:t>
                      </a:r>
                    </a:p>
                  </a:txBody>
                  <a:tcPr anchor="ctr" marL="38100" marR="38100" marT="25400" marB="25400">
                    <a:lnL w="6350" cap="flat">
                      <a:solidFill>
                        <a:srgbClr val="D9D9D9"/>
                      </a:solidFill>
                    </a:lnL>
                    <a:lnR w="6350" cap="flat">
                      <a:solidFill>
                        <a:srgbClr val="D9D9D9"/>
                      </a:solidFill>
                    </a:lnR>
                    <a:lnT w="6350" cap="flat">
                      <a:solidFill>
                        <a:srgbClr val="D9D9D9"/>
                      </a:solidFill>
                    </a:lnT>
                    <a:lnB w="6350" cap="flat">
                      <a:solidFill>
                        <a:srgbClr val="D9D9D9"/>
                      </a:solidFill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900" b="0">
                          <a:solidFill>
                            <a:srgbClr val="222222"/>
                          </a:solidFill>
                          <a:latin typeface="Pretendard"/>
                          <a:ea typeface="Pretendard"/>
                          <a:cs typeface="Pretendard"/>
                        </a:rPr>
                        <a:t>71</a:t>
                      </a:r>
                    </a:p>
                  </a:txBody>
                  <a:tcPr anchor="ctr" marL="38100" marR="38100" marT="25400" marB="25400">
                    <a:lnL w="6350" cap="flat">
                      <a:solidFill>
                        <a:srgbClr val="D9D9D9"/>
                      </a:solidFill>
                    </a:lnL>
                    <a:lnR w="6350" cap="flat">
                      <a:solidFill>
                        <a:srgbClr val="D9D9D9"/>
                      </a:solidFill>
                    </a:lnR>
                    <a:lnT w="6350" cap="flat">
                      <a:solidFill>
                        <a:srgbClr val="D9D9D9"/>
                      </a:solidFill>
                    </a:lnT>
                    <a:lnB w="6350" cap="flat">
                      <a:solidFill>
                        <a:srgbClr val="D9D9D9"/>
                      </a:solidFill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900" b="0">
                          <a:solidFill>
                            <a:srgbClr val="222222"/>
                          </a:solidFill>
                          <a:latin typeface="Pretendard"/>
                          <a:ea typeface="Pretendard"/>
                          <a:cs typeface="Pretendard"/>
                        </a:rPr>
                        <a:t>78</a:t>
                      </a:r>
                    </a:p>
                  </a:txBody>
                  <a:tcPr anchor="ctr" marL="38100" marR="38100" marT="25400" marB="25400">
                    <a:lnL w="6350" cap="flat">
                      <a:solidFill>
                        <a:srgbClr val="D9D9D9"/>
                      </a:solidFill>
                    </a:lnL>
                    <a:lnR w="6350" cap="flat">
                      <a:solidFill>
                        <a:srgbClr val="D9D9D9"/>
                      </a:solidFill>
                    </a:lnR>
                    <a:lnT w="6350" cap="flat">
                      <a:solidFill>
                        <a:srgbClr val="D9D9D9"/>
                      </a:solidFill>
                    </a:lnT>
                    <a:lnB w="6350" cap="flat">
                      <a:solidFill>
                        <a:srgbClr val="D9D9D9"/>
                      </a:solidFill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900" b="0">
                          <a:solidFill>
                            <a:srgbClr val="222222"/>
                          </a:solidFill>
                          <a:latin typeface="Pretendard"/>
                          <a:ea typeface="Pretendard"/>
                          <a:cs typeface="Pretendard"/>
                        </a:rPr>
                        <a:t>85</a:t>
                      </a:r>
                    </a:p>
                  </a:txBody>
                  <a:tcPr anchor="ctr" marL="38100" marR="38100" marT="25400" marB="25400">
                    <a:lnL w="6350" cap="flat">
                      <a:solidFill>
                        <a:srgbClr val="D9D9D9"/>
                      </a:solidFill>
                    </a:lnL>
                    <a:lnR w="6350" cap="flat">
                      <a:solidFill>
                        <a:srgbClr val="D9D9D9"/>
                      </a:solidFill>
                    </a:lnR>
                    <a:lnT w="6350" cap="flat">
                      <a:solidFill>
                        <a:srgbClr val="D9D9D9"/>
                      </a:solidFill>
                    </a:lnT>
                    <a:lnB w="6350" cap="flat">
                      <a:solidFill>
                        <a:srgbClr val="D9D9D9"/>
                      </a:solidFill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900" b="0">
                          <a:solidFill>
                            <a:srgbClr val="222222"/>
                          </a:solidFill>
                          <a:latin typeface="Pretendard"/>
                          <a:ea typeface="Pretendard"/>
                          <a:cs typeface="Pretendard"/>
                        </a:rPr>
                        <a:t>92</a:t>
                      </a:r>
                    </a:p>
                  </a:txBody>
                  <a:tcPr anchor="ctr" marL="38100" marR="38100" marT="25400" marB="25400">
                    <a:lnL w="6350" cap="flat">
                      <a:solidFill>
                        <a:srgbClr val="D9D9D9"/>
                      </a:solidFill>
                    </a:lnL>
                    <a:lnR w="6350" cap="flat">
                      <a:solidFill>
                        <a:srgbClr val="D9D9D9"/>
                      </a:solidFill>
                    </a:lnR>
                    <a:lnT w="6350" cap="flat">
                      <a:solidFill>
                        <a:srgbClr val="D9D9D9"/>
                      </a:solidFill>
                    </a:lnT>
                    <a:lnB w="6350" cap="flat">
                      <a:solidFill>
                        <a:srgbClr val="D9D9D9"/>
                      </a:solidFill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900" b="0">
                          <a:solidFill>
                            <a:srgbClr val="222222"/>
                          </a:solidFill>
                          <a:latin typeface="Pretendard"/>
                          <a:ea typeface="Pretendard"/>
                          <a:cs typeface="Pretendard"/>
                        </a:rPr>
                        <a:t>99</a:t>
                      </a:r>
                    </a:p>
                  </a:txBody>
                  <a:tcPr anchor="ctr" marL="38100" marR="38100" marT="25400" marB="25400">
                    <a:lnL w="6350" cap="flat">
                      <a:solidFill>
                        <a:srgbClr val="D9D9D9"/>
                      </a:solidFill>
                    </a:lnL>
                    <a:lnR w="6350" cap="flat">
                      <a:solidFill>
                        <a:srgbClr val="D9D9D9"/>
                      </a:solidFill>
                    </a:lnR>
                    <a:lnT w="6350" cap="flat">
                      <a:solidFill>
                        <a:srgbClr val="D9D9D9"/>
                      </a:solidFill>
                    </a:lnT>
                    <a:lnB w="6350" cap="flat">
                      <a:solidFill>
                        <a:srgbClr val="D9D9D9"/>
                      </a:solidFill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900" b="0">
                          <a:solidFill>
                            <a:srgbClr val="222222"/>
                          </a:solidFill>
                          <a:latin typeface="Pretendard"/>
                          <a:ea typeface="Pretendard"/>
                          <a:cs typeface="Pretendard"/>
                        </a:rPr>
                        <a:t>106</a:t>
                      </a:r>
                    </a:p>
                  </a:txBody>
                  <a:tcPr anchor="ctr" marL="38100" marR="38100" marT="25400" marB="25400">
                    <a:lnL w="6350" cap="flat">
                      <a:solidFill>
                        <a:srgbClr val="D9D9D9"/>
                      </a:solidFill>
                    </a:lnL>
                    <a:lnR w="6350" cap="flat">
                      <a:solidFill>
                        <a:srgbClr val="D9D9D9"/>
                      </a:solidFill>
                    </a:lnR>
                    <a:lnT w="6350" cap="flat">
                      <a:solidFill>
                        <a:srgbClr val="D9D9D9"/>
                      </a:solidFill>
                    </a:lnT>
                    <a:lnB w="6350" cap="flat">
                      <a:solidFill>
                        <a:srgbClr val="D9D9D9"/>
                      </a:solidFill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900" b="1">
                          <a:solidFill>
                            <a:srgbClr val="2E75D6"/>
                          </a:solidFill>
                          <a:latin typeface="Pretendard"/>
                          <a:ea typeface="Pretendard"/>
                          <a:cs typeface="Pretendard"/>
                        </a:rPr>
                        <a:t>79.3%</a:t>
                      </a:r>
                    </a:p>
                  </a:txBody>
                  <a:tcPr anchor="ctr" marL="38100" marR="38100" marT="25400" marB="25400">
                    <a:lnL w="6350" cap="flat">
                      <a:solidFill>
                        <a:srgbClr val="D9D9D9"/>
                      </a:solidFill>
                    </a:lnL>
                    <a:lnR w="6350" cap="flat">
                      <a:solidFill>
                        <a:srgbClr val="D9D9D9"/>
                      </a:solidFill>
                    </a:lnR>
                    <a:lnT w="6350" cap="flat">
                      <a:solidFill>
                        <a:srgbClr val="D9D9D9"/>
                      </a:solidFill>
                    </a:lnT>
                    <a:lnB w="6350" cap="flat">
                      <a:solidFill>
                        <a:srgbClr val="D9D9D9"/>
                      </a:solidFill>
                    </a:lnB>
                    <a:solidFill>
                      <a:srgbClr val="F2F2F2"/>
                    </a:solidFill>
                  </a:tcPr>
                </a:tc>
              </a:tr>
              <a:tr h="310896">
                <a:tc>
                  <a:txBody>
                    <a:bodyPr wrap="square"/>
                    <a:lstStyle/>
                    <a:p>
                      <a:pPr algn="l"/>
                      <a:r>
                        <a:rPr sz="900" b="1">
                          <a:solidFill>
                            <a:srgbClr val="222222"/>
                          </a:solidFill>
                          <a:latin typeface="Pretendard"/>
                          <a:ea typeface="Pretendard"/>
                          <a:cs typeface="Pretendard"/>
                        </a:rPr>
                        <a:t>사업 기획</a:t>
                      </a:r>
                    </a:p>
                  </a:txBody>
                  <a:tcPr anchor="ctr" marL="38100" marR="38100" marT="25400" marB="25400">
                    <a:lnL w="6350" cap="flat">
                      <a:solidFill>
                        <a:srgbClr val="D9D9D9"/>
                      </a:solidFill>
                    </a:lnL>
                    <a:lnR w="6350" cap="flat">
                      <a:solidFill>
                        <a:srgbClr val="D9D9D9"/>
                      </a:solidFill>
                    </a:lnR>
                    <a:lnT w="6350" cap="flat">
                      <a:solidFill>
                        <a:srgbClr val="D9D9D9"/>
                      </a:solidFill>
                    </a:lnT>
                    <a:lnB w="6350" cap="flat">
                      <a:solidFill>
                        <a:srgbClr val="D9D9D9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900" b="0">
                          <a:solidFill>
                            <a:srgbClr val="222222"/>
                          </a:solidFill>
                          <a:latin typeface="Pretendard"/>
                          <a:ea typeface="Pretendard"/>
                          <a:cs typeface="Pretendard"/>
                        </a:rPr>
                        <a:t>88</a:t>
                      </a:r>
                    </a:p>
                  </a:txBody>
                  <a:tcPr anchor="ctr" marL="38100" marR="38100" marT="25400" marB="25400">
                    <a:lnL w="6350" cap="flat">
                      <a:solidFill>
                        <a:srgbClr val="D9D9D9"/>
                      </a:solidFill>
                    </a:lnL>
                    <a:lnR w="6350" cap="flat">
                      <a:solidFill>
                        <a:srgbClr val="D9D9D9"/>
                      </a:solidFill>
                    </a:lnR>
                    <a:lnT w="6350" cap="flat">
                      <a:solidFill>
                        <a:srgbClr val="D9D9D9"/>
                      </a:solidFill>
                    </a:lnT>
                    <a:lnB w="6350" cap="flat">
                      <a:solidFill>
                        <a:srgbClr val="D9D9D9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900" b="0">
                          <a:solidFill>
                            <a:srgbClr val="222222"/>
                          </a:solidFill>
                          <a:latin typeface="Pretendard"/>
                          <a:ea typeface="Pretendard"/>
                          <a:cs typeface="Pretendard"/>
                        </a:rPr>
                        <a:t>95</a:t>
                      </a:r>
                    </a:p>
                  </a:txBody>
                  <a:tcPr anchor="ctr" marL="38100" marR="38100" marT="25400" marB="25400">
                    <a:lnL w="6350" cap="flat">
                      <a:solidFill>
                        <a:srgbClr val="D9D9D9"/>
                      </a:solidFill>
                    </a:lnL>
                    <a:lnR w="6350" cap="flat">
                      <a:solidFill>
                        <a:srgbClr val="D9D9D9"/>
                      </a:solidFill>
                    </a:lnR>
                    <a:lnT w="6350" cap="flat">
                      <a:solidFill>
                        <a:srgbClr val="D9D9D9"/>
                      </a:solidFill>
                    </a:lnT>
                    <a:lnB w="6350" cap="flat">
                      <a:solidFill>
                        <a:srgbClr val="D9D9D9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900" b="0">
                          <a:solidFill>
                            <a:srgbClr val="222222"/>
                          </a:solidFill>
                          <a:latin typeface="Pretendard"/>
                          <a:ea typeface="Pretendard"/>
                          <a:cs typeface="Pretendard"/>
                        </a:rPr>
                        <a:t>102</a:t>
                      </a:r>
                    </a:p>
                  </a:txBody>
                  <a:tcPr anchor="ctr" marL="38100" marR="38100" marT="25400" marB="25400">
                    <a:lnL w="6350" cap="flat">
                      <a:solidFill>
                        <a:srgbClr val="D9D9D9"/>
                      </a:solidFill>
                    </a:lnL>
                    <a:lnR w="6350" cap="flat">
                      <a:solidFill>
                        <a:srgbClr val="D9D9D9"/>
                      </a:solidFill>
                    </a:lnR>
                    <a:lnT w="6350" cap="flat">
                      <a:solidFill>
                        <a:srgbClr val="D9D9D9"/>
                      </a:solidFill>
                    </a:lnT>
                    <a:lnB w="6350" cap="flat">
                      <a:solidFill>
                        <a:srgbClr val="D9D9D9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900" b="0">
                          <a:solidFill>
                            <a:srgbClr val="222222"/>
                          </a:solidFill>
                          <a:latin typeface="Pretendard"/>
                          <a:ea typeface="Pretendard"/>
                          <a:cs typeface="Pretendard"/>
                        </a:rPr>
                        <a:t>109</a:t>
                      </a:r>
                    </a:p>
                  </a:txBody>
                  <a:tcPr anchor="ctr" marL="38100" marR="38100" marT="25400" marB="25400">
                    <a:lnL w="6350" cap="flat">
                      <a:solidFill>
                        <a:srgbClr val="D9D9D9"/>
                      </a:solidFill>
                    </a:lnL>
                    <a:lnR w="6350" cap="flat">
                      <a:solidFill>
                        <a:srgbClr val="D9D9D9"/>
                      </a:solidFill>
                    </a:lnR>
                    <a:lnT w="6350" cap="flat">
                      <a:solidFill>
                        <a:srgbClr val="D9D9D9"/>
                      </a:solidFill>
                    </a:lnT>
                    <a:lnB w="6350" cap="flat">
                      <a:solidFill>
                        <a:srgbClr val="D9D9D9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900" b="0">
                          <a:solidFill>
                            <a:srgbClr val="222222"/>
                          </a:solidFill>
                          <a:latin typeface="Pretendard"/>
                          <a:ea typeface="Pretendard"/>
                          <a:cs typeface="Pretendard"/>
                        </a:rPr>
                        <a:t>116</a:t>
                      </a:r>
                    </a:p>
                  </a:txBody>
                  <a:tcPr anchor="ctr" marL="38100" marR="38100" marT="25400" marB="25400">
                    <a:lnL w="6350" cap="flat">
                      <a:solidFill>
                        <a:srgbClr val="D9D9D9"/>
                      </a:solidFill>
                    </a:lnL>
                    <a:lnR w="6350" cap="flat">
                      <a:solidFill>
                        <a:srgbClr val="D9D9D9"/>
                      </a:solidFill>
                    </a:lnR>
                    <a:lnT w="6350" cap="flat">
                      <a:solidFill>
                        <a:srgbClr val="D9D9D9"/>
                      </a:solidFill>
                    </a:lnT>
                    <a:lnB w="6350" cap="flat">
                      <a:solidFill>
                        <a:srgbClr val="D9D9D9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900" b="0">
                          <a:solidFill>
                            <a:srgbClr val="222222"/>
                          </a:solidFill>
                          <a:latin typeface="Pretendard"/>
                          <a:ea typeface="Pretendard"/>
                          <a:cs typeface="Pretendard"/>
                        </a:rPr>
                        <a:t>123</a:t>
                      </a:r>
                    </a:p>
                  </a:txBody>
                  <a:tcPr anchor="ctr" marL="38100" marR="38100" marT="25400" marB="25400">
                    <a:lnL w="6350" cap="flat">
                      <a:solidFill>
                        <a:srgbClr val="D9D9D9"/>
                      </a:solidFill>
                    </a:lnL>
                    <a:lnR w="6350" cap="flat">
                      <a:solidFill>
                        <a:srgbClr val="D9D9D9"/>
                      </a:solidFill>
                    </a:lnR>
                    <a:lnT w="6350" cap="flat">
                      <a:solidFill>
                        <a:srgbClr val="D9D9D9"/>
                      </a:solidFill>
                    </a:lnT>
                    <a:lnB w="6350" cap="flat">
                      <a:solidFill>
                        <a:srgbClr val="D9D9D9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900" b="1">
                          <a:solidFill>
                            <a:srgbClr val="2E75D6"/>
                          </a:solidFill>
                          <a:latin typeface="Pretendard"/>
                          <a:ea typeface="Pretendard"/>
                          <a:cs typeface="Pretendard"/>
                        </a:rPr>
                        <a:t>92.4%</a:t>
                      </a:r>
                    </a:p>
                  </a:txBody>
                  <a:tcPr anchor="ctr" marL="38100" marR="38100" marT="25400" marB="25400">
                    <a:lnL w="6350" cap="flat">
                      <a:solidFill>
                        <a:srgbClr val="D9D9D9"/>
                      </a:solidFill>
                    </a:lnL>
                    <a:lnR w="6350" cap="flat">
                      <a:solidFill>
                        <a:srgbClr val="D9D9D9"/>
                      </a:solidFill>
                    </a:lnR>
                    <a:lnT w="6350" cap="flat">
                      <a:solidFill>
                        <a:srgbClr val="D9D9D9"/>
                      </a:solidFill>
                    </a:lnT>
                    <a:lnB w="6350" cap="flat">
                      <a:solidFill>
                        <a:srgbClr val="D9D9D9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310896">
                <a:tc>
                  <a:txBody>
                    <a:bodyPr wrap="square"/>
                    <a:lstStyle/>
                    <a:p>
                      <a:pPr algn="l"/>
                      <a:r>
                        <a:rPr sz="900" b="1">
                          <a:solidFill>
                            <a:srgbClr val="222222"/>
                          </a:solidFill>
                          <a:latin typeface="Pretendard"/>
                          <a:ea typeface="Pretendard"/>
                          <a:cs typeface="Pretendard"/>
                        </a:rPr>
                        <a:t>요구사항 분석</a:t>
                      </a:r>
                    </a:p>
                  </a:txBody>
                  <a:tcPr anchor="ctr" marL="38100" marR="38100" marT="25400" marB="25400">
                    <a:lnL w="6350" cap="flat">
                      <a:solidFill>
                        <a:srgbClr val="D9D9D9"/>
                      </a:solidFill>
                    </a:lnL>
                    <a:lnR w="6350" cap="flat">
                      <a:solidFill>
                        <a:srgbClr val="D9D9D9"/>
                      </a:solidFill>
                    </a:lnR>
                    <a:lnT w="6350" cap="flat">
                      <a:solidFill>
                        <a:srgbClr val="D9D9D9"/>
                      </a:solidFill>
                    </a:lnT>
                    <a:lnB w="6350" cap="flat">
                      <a:solidFill>
                        <a:srgbClr val="D9D9D9"/>
                      </a:solidFill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900" b="0">
                          <a:solidFill>
                            <a:srgbClr val="222222"/>
                          </a:solidFill>
                          <a:latin typeface="Pretendard"/>
                          <a:ea typeface="Pretendard"/>
                          <a:cs typeface="Pretendard"/>
                        </a:rPr>
                        <a:t>105</a:t>
                      </a:r>
                    </a:p>
                  </a:txBody>
                  <a:tcPr anchor="ctr" marL="38100" marR="38100" marT="25400" marB="25400">
                    <a:lnL w="6350" cap="flat">
                      <a:solidFill>
                        <a:srgbClr val="D9D9D9"/>
                      </a:solidFill>
                    </a:lnL>
                    <a:lnR w="6350" cap="flat">
                      <a:solidFill>
                        <a:srgbClr val="D9D9D9"/>
                      </a:solidFill>
                    </a:lnR>
                    <a:lnT w="6350" cap="flat">
                      <a:solidFill>
                        <a:srgbClr val="D9D9D9"/>
                      </a:solidFill>
                    </a:lnT>
                    <a:lnB w="6350" cap="flat">
                      <a:solidFill>
                        <a:srgbClr val="D9D9D9"/>
                      </a:solidFill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900" b="0">
                          <a:solidFill>
                            <a:srgbClr val="222222"/>
                          </a:solidFill>
                          <a:latin typeface="Pretendard"/>
                          <a:ea typeface="Pretendard"/>
                          <a:cs typeface="Pretendard"/>
                        </a:rPr>
                        <a:t>112</a:t>
                      </a:r>
                    </a:p>
                  </a:txBody>
                  <a:tcPr anchor="ctr" marL="38100" marR="38100" marT="25400" marB="25400">
                    <a:lnL w="6350" cap="flat">
                      <a:solidFill>
                        <a:srgbClr val="D9D9D9"/>
                      </a:solidFill>
                    </a:lnL>
                    <a:lnR w="6350" cap="flat">
                      <a:solidFill>
                        <a:srgbClr val="D9D9D9"/>
                      </a:solidFill>
                    </a:lnR>
                    <a:lnT w="6350" cap="flat">
                      <a:solidFill>
                        <a:srgbClr val="D9D9D9"/>
                      </a:solidFill>
                    </a:lnT>
                    <a:lnB w="6350" cap="flat">
                      <a:solidFill>
                        <a:srgbClr val="D9D9D9"/>
                      </a:solidFill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900" b="0">
                          <a:solidFill>
                            <a:srgbClr val="222222"/>
                          </a:solidFill>
                          <a:latin typeface="Pretendard"/>
                          <a:ea typeface="Pretendard"/>
                          <a:cs typeface="Pretendard"/>
                        </a:rPr>
                        <a:t>119</a:t>
                      </a:r>
                    </a:p>
                  </a:txBody>
                  <a:tcPr anchor="ctr" marL="38100" marR="38100" marT="25400" marB="25400">
                    <a:lnL w="6350" cap="flat">
                      <a:solidFill>
                        <a:srgbClr val="D9D9D9"/>
                      </a:solidFill>
                    </a:lnL>
                    <a:lnR w="6350" cap="flat">
                      <a:solidFill>
                        <a:srgbClr val="D9D9D9"/>
                      </a:solidFill>
                    </a:lnR>
                    <a:lnT w="6350" cap="flat">
                      <a:solidFill>
                        <a:srgbClr val="D9D9D9"/>
                      </a:solidFill>
                    </a:lnT>
                    <a:lnB w="6350" cap="flat">
                      <a:solidFill>
                        <a:srgbClr val="D9D9D9"/>
                      </a:solidFill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900" b="0">
                          <a:solidFill>
                            <a:srgbClr val="222222"/>
                          </a:solidFill>
                          <a:latin typeface="Pretendard"/>
                          <a:ea typeface="Pretendard"/>
                          <a:cs typeface="Pretendard"/>
                        </a:rPr>
                        <a:t>126</a:t>
                      </a:r>
                    </a:p>
                  </a:txBody>
                  <a:tcPr anchor="ctr" marL="38100" marR="38100" marT="25400" marB="25400">
                    <a:lnL w="6350" cap="flat">
                      <a:solidFill>
                        <a:srgbClr val="D9D9D9"/>
                      </a:solidFill>
                    </a:lnL>
                    <a:lnR w="6350" cap="flat">
                      <a:solidFill>
                        <a:srgbClr val="D9D9D9"/>
                      </a:solidFill>
                    </a:lnR>
                    <a:lnT w="6350" cap="flat">
                      <a:solidFill>
                        <a:srgbClr val="D9D9D9"/>
                      </a:solidFill>
                    </a:lnT>
                    <a:lnB w="6350" cap="flat">
                      <a:solidFill>
                        <a:srgbClr val="D9D9D9"/>
                      </a:solidFill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900" b="0">
                          <a:solidFill>
                            <a:srgbClr val="222222"/>
                          </a:solidFill>
                          <a:latin typeface="Pretendard"/>
                          <a:ea typeface="Pretendard"/>
                          <a:cs typeface="Pretendard"/>
                        </a:rPr>
                        <a:t>133</a:t>
                      </a:r>
                    </a:p>
                  </a:txBody>
                  <a:tcPr anchor="ctr" marL="38100" marR="38100" marT="25400" marB="25400">
                    <a:lnL w="6350" cap="flat">
                      <a:solidFill>
                        <a:srgbClr val="D9D9D9"/>
                      </a:solidFill>
                    </a:lnL>
                    <a:lnR w="6350" cap="flat">
                      <a:solidFill>
                        <a:srgbClr val="D9D9D9"/>
                      </a:solidFill>
                    </a:lnR>
                    <a:lnT w="6350" cap="flat">
                      <a:solidFill>
                        <a:srgbClr val="D9D9D9"/>
                      </a:solidFill>
                    </a:lnT>
                    <a:lnB w="6350" cap="flat">
                      <a:solidFill>
                        <a:srgbClr val="D9D9D9"/>
                      </a:solidFill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900" b="0">
                          <a:solidFill>
                            <a:srgbClr val="222222"/>
                          </a:solidFill>
                          <a:latin typeface="Pretendard"/>
                          <a:ea typeface="Pretendard"/>
                          <a:cs typeface="Pretendard"/>
                        </a:rPr>
                        <a:t>140</a:t>
                      </a:r>
                    </a:p>
                  </a:txBody>
                  <a:tcPr anchor="ctr" marL="38100" marR="38100" marT="25400" marB="25400">
                    <a:lnL w="6350" cap="flat">
                      <a:solidFill>
                        <a:srgbClr val="D9D9D9"/>
                      </a:solidFill>
                    </a:lnL>
                    <a:lnR w="6350" cap="flat">
                      <a:solidFill>
                        <a:srgbClr val="D9D9D9"/>
                      </a:solidFill>
                    </a:lnR>
                    <a:lnT w="6350" cap="flat">
                      <a:solidFill>
                        <a:srgbClr val="D9D9D9"/>
                      </a:solidFill>
                    </a:lnT>
                    <a:lnB w="6350" cap="flat">
                      <a:solidFill>
                        <a:srgbClr val="D9D9D9"/>
                      </a:solidFill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900" b="1">
                          <a:solidFill>
                            <a:srgbClr val="2E75D6"/>
                          </a:solidFill>
                          <a:latin typeface="Pretendard"/>
                          <a:ea typeface="Pretendard"/>
                          <a:cs typeface="Pretendard"/>
                        </a:rPr>
                        <a:t>60.5%</a:t>
                      </a:r>
                    </a:p>
                  </a:txBody>
                  <a:tcPr anchor="ctr" marL="38100" marR="38100" marT="25400" marB="25400">
                    <a:lnL w="6350" cap="flat">
                      <a:solidFill>
                        <a:srgbClr val="D9D9D9"/>
                      </a:solidFill>
                    </a:lnL>
                    <a:lnR w="6350" cap="flat">
                      <a:solidFill>
                        <a:srgbClr val="D9D9D9"/>
                      </a:solidFill>
                    </a:lnR>
                    <a:lnT w="6350" cap="flat">
                      <a:solidFill>
                        <a:srgbClr val="D9D9D9"/>
                      </a:solidFill>
                    </a:lnT>
                    <a:lnB w="6350" cap="flat">
                      <a:solidFill>
                        <a:srgbClr val="D9D9D9"/>
                      </a:solidFill>
                    </a:lnB>
                    <a:solidFill>
                      <a:srgbClr val="F2F2F2"/>
                    </a:solidFill>
                  </a:tcPr>
                </a:tc>
              </a:tr>
              <a:tr h="310896">
                <a:tc>
                  <a:txBody>
                    <a:bodyPr wrap="square"/>
                    <a:lstStyle/>
                    <a:p>
                      <a:pPr algn="l"/>
                      <a:r>
                        <a:rPr sz="900" b="1">
                          <a:solidFill>
                            <a:srgbClr val="222222"/>
                          </a:solidFill>
                          <a:latin typeface="Pretendard"/>
                          <a:ea typeface="Pretendard"/>
                          <a:cs typeface="Pretendard"/>
                        </a:rPr>
                        <a:t>정보구조 설계</a:t>
                      </a:r>
                    </a:p>
                  </a:txBody>
                  <a:tcPr anchor="ctr" marL="38100" marR="38100" marT="25400" marB="25400">
                    <a:lnL w="6350" cap="flat">
                      <a:solidFill>
                        <a:srgbClr val="D9D9D9"/>
                      </a:solidFill>
                    </a:lnL>
                    <a:lnR w="6350" cap="flat">
                      <a:solidFill>
                        <a:srgbClr val="D9D9D9"/>
                      </a:solidFill>
                    </a:lnR>
                    <a:lnT w="6350" cap="flat">
                      <a:solidFill>
                        <a:srgbClr val="D9D9D9"/>
                      </a:solidFill>
                    </a:lnT>
                    <a:lnB w="6350" cap="flat">
                      <a:solidFill>
                        <a:srgbClr val="D9D9D9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900" b="0">
                          <a:solidFill>
                            <a:srgbClr val="222222"/>
                          </a:solidFill>
                          <a:latin typeface="Pretendard"/>
                          <a:ea typeface="Pretendard"/>
                          <a:cs typeface="Pretendard"/>
                        </a:rPr>
                        <a:t>122</a:t>
                      </a:r>
                    </a:p>
                  </a:txBody>
                  <a:tcPr anchor="ctr" marL="38100" marR="38100" marT="25400" marB="25400">
                    <a:lnL w="6350" cap="flat">
                      <a:solidFill>
                        <a:srgbClr val="D9D9D9"/>
                      </a:solidFill>
                    </a:lnL>
                    <a:lnR w="6350" cap="flat">
                      <a:solidFill>
                        <a:srgbClr val="D9D9D9"/>
                      </a:solidFill>
                    </a:lnR>
                    <a:lnT w="6350" cap="flat">
                      <a:solidFill>
                        <a:srgbClr val="D9D9D9"/>
                      </a:solidFill>
                    </a:lnT>
                    <a:lnB w="6350" cap="flat">
                      <a:solidFill>
                        <a:srgbClr val="D9D9D9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900" b="0">
                          <a:solidFill>
                            <a:srgbClr val="222222"/>
                          </a:solidFill>
                          <a:latin typeface="Pretendard"/>
                          <a:ea typeface="Pretendard"/>
                          <a:cs typeface="Pretendard"/>
                        </a:rPr>
                        <a:t>129</a:t>
                      </a:r>
                    </a:p>
                  </a:txBody>
                  <a:tcPr anchor="ctr" marL="38100" marR="38100" marT="25400" marB="25400">
                    <a:lnL w="6350" cap="flat">
                      <a:solidFill>
                        <a:srgbClr val="D9D9D9"/>
                      </a:solidFill>
                    </a:lnL>
                    <a:lnR w="6350" cap="flat">
                      <a:solidFill>
                        <a:srgbClr val="D9D9D9"/>
                      </a:solidFill>
                    </a:lnR>
                    <a:lnT w="6350" cap="flat">
                      <a:solidFill>
                        <a:srgbClr val="D9D9D9"/>
                      </a:solidFill>
                    </a:lnT>
                    <a:lnB w="6350" cap="flat">
                      <a:solidFill>
                        <a:srgbClr val="D9D9D9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900" b="0">
                          <a:solidFill>
                            <a:srgbClr val="222222"/>
                          </a:solidFill>
                          <a:latin typeface="Pretendard"/>
                          <a:ea typeface="Pretendard"/>
                          <a:cs typeface="Pretendard"/>
                        </a:rPr>
                        <a:t>136</a:t>
                      </a:r>
                    </a:p>
                  </a:txBody>
                  <a:tcPr anchor="ctr" marL="38100" marR="38100" marT="25400" marB="25400">
                    <a:lnL w="6350" cap="flat">
                      <a:solidFill>
                        <a:srgbClr val="D9D9D9"/>
                      </a:solidFill>
                    </a:lnL>
                    <a:lnR w="6350" cap="flat">
                      <a:solidFill>
                        <a:srgbClr val="D9D9D9"/>
                      </a:solidFill>
                    </a:lnR>
                    <a:lnT w="6350" cap="flat">
                      <a:solidFill>
                        <a:srgbClr val="D9D9D9"/>
                      </a:solidFill>
                    </a:lnT>
                    <a:lnB w="6350" cap="flat">
                      <a:solidFill>
                        <a:srgbClr val="D9D9D9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900" b="0">
                          <a:solidFill>
                            <a:srgbClr val="222222"/>
                          </a:solidFill>
                          <a:latin typeface="Pretendard"/>
                          <a:ea typeface="Pretendard"/>
                          <a:cs typeface="Pretendard"/>
                        </a:rPr>
                        <a:t>143</a:t>
                      </a:r>
                    </a:p>
                  </a:txBody>
                  <a:tcPr anchor="ctr" marL="38100" marR="38100" marT="25400" marB="25400">
                    <a:lnL w="6350" cap="flat">
                      <a:solidFill>
                        <a:srgbClr val="D9D9D9"/>
                      </a:solidFill>
                    </a:lnL>
                    <a:lnR w="6350" cap="flat">
                      <a:solidFill>
                        <a:srgbClr val="D9D9D9"/>
                      </a:solidFill>
                    </a:lnR>
                    <a:lnT w="6350" cap="flat">
                      <a:solidFill>
                        <a:srgbClr val="D9D9D9"/>
                      </a:solidFill>
                    </a:lnT>
                    <a:lnB w="6350" cap="flat">
                      <a:solidFill>
                        <a:srgbClr val="D9D9D9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900" b="0">
                          <a:solidFill>
                            <a:srgbClr val="222222"/>
                          </a:solidFill>
                          <a:latin typeface="Pretendard"/>
                          <a:ea typeface="Pretendard"/>
                          <a:cs typeface="Pretendard"/>
                        </a:rPr>
                        <a:t>150</a:t>
                      </a:r>
                    </a:p>
                  </a:txBody>
                  <a:tcPr anchor="ctr" marL="38100" marR="38100" marT="25400" marB="25400">
                    <a:lnL w="6350" cap="flat">
                      <a:solidFill>
                        <a:srgbClr val="D9D9D9"/>
                      </a:solidFill>
                    </a:lnL>
                    <a:lnR w="6350" cap="flat">
                      <a:solidFill>
                        <a:srgbClr val="D9D9D9"/>
                      </a:solidFill>
                    </a:lnR>
                    <a:lnT w="6350" cap="flat">
                      <a:solidFill>
                        <a:srgbClr val="D9D9D9"/>
                      </a:solidFill>
                    </a:lnT>
                    <a:lnB w="6350" cap="flat">
                      <a:solidFill>
                        <a:srgbClr val="D9D9D9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900" b="0">
                          <a:solidFill>
                            <a:srgbClr val="222222"/>
                          </a:solidFill>
                          <a:latin typeface="Pretendard"/>
                          <a:ea typeface="Pretendard"/>
                          <a:cs typeface="Pretendard"/>
                        </a:rPr>
                        <a:t>157</a:t>
                      </a:r>
                    </a:p>
                  </a:txBody>
                  <a:tcPr anchor="ctr" marL="38100" marR="38100" marT="25400" marB="25400">
                    <a:lnL w="6350" cap="flat">
                      <a:solidFill>
                        <a:srgbClr val="D9D9D9"/>
                      </a:solidFill>
                    </a:lnL>
                    <a:lnR w="6350" cap="flat">
                      <a:solidFill>
                        <a:srgbClr val="D9D9D9"/>
                      </a:solidFill>
                    </a:lnR>
                    <a:lnT w="6350" cap="flat">
                      <a:solidFill>
                        <a:srgbClr val="D9D9D9"/>
                      </a:solidFill>
                    </a:lnT>
                    <a:lnB w="6350" cap="flat">
                      <a:solidFill>
                        <a:srgbClr val="D9D9D9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900" b="1">
                          <a:solidFill>
                            <a:srgbClr val="2E75D6"/>
                          </a:solidFill>
                          <a:latin typeface="Pretendard"/>
                          <a:ea typeface="Pretendard"/>
                          <a:cs typeface="Pretendard"/>
                        </a:rPr>
                        <a:t>73.6%</a:t>
                      </a:r>
                    </a:p>
                  </a:txBody>
                  <a:tcPr anchor="ctr" marL="38100" marR="38100" marT="25400" marB="25400">
                    <a:lnL w="6350" cap="flat">
                      <a:solidFill>
                        <a:srgbClr val="D9D9D9"/>
                      </a:solidFill>
                    </a:lnL>
                    <a:lnR w="6350" cap="flat">
                      <a:solidFill>
                        <a:srgbClr val="D9D9D9"/>
                      </a:solidFill>
                    </a:lnR>
                    <a:lnT w="6350" cap="flat">
                      <a:solidFill>
                        <a:srgbClr val="D9D9D9"/>
                      </a:solidFill>
                    </a:lnT>
                    <a:lnB w="6350" cap="flat">
                      <a:solidFill>
                        <a:srgbClr val="D9D9D9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310896">
                <a:tc>
                  <a:txBody>
                    <a:bodyPr wrap="square"/>
                    <a:lstStyle/>
                    <a:p>
                      <a:pPr algn="l"/>
                      <a:r>
                        <a:rPr sz="900" b="1">
                          <a:solidFill>
                            <a:srgbClr val="222222"/>
                          </a:solidFill>
                          <a:latin typeface="Pretendard"/>
                          <a:ea typeface="Pretendard"/>
                          <a:cs typeface="Pretendard"/>
                        </a:rPr>
                        <a:t>핵심 기능 개발</a:t>
                      </a:r>
                    </a:p>
                  </a:txBody>
                  <a:tcPr anchor="ctr" marL="38100" marR="38100" marT="25400" marB="25400">
                    <a:lnL w="6350" cap="flat">
                      <a:solidFill>
                        <a:srgbClr val="D9D9D9"/>
                      </a:solidFill>
                    </a:lnL>
                    <a:lnR w="6350" cap="flat">
                      <a:solidFill>
                        <a:srgbClr val="D9D9D9"/>
                      </a:solidFill>
                    </a:lnR>
                    <a:lnT w="6350" cap="flat">
                      <a:solidFill>
                        <a:srgbClr val="D9D9D9"/>
                      </a:solidFill>
                    </a:lnT>
                    <a:lnB w="6350" cap="flat">
                      <a:solidFill>
                        <a:srgbClr val="D9D9D9"/>
                      </a:solidFill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900" b="0">
                          <a:solidFill>
                            <a:srgbClr val="222222"/>
                          </a:solidFill>
                          <a:latin typeface="Pretendard"/>
                          <a:ea typeface="Pretendard"/>
                          <a:cs typeface="Pretendard"/>
                        </a:rPr>
                        <a:t>139</a:t>
                      </a:r>
                    </a:p>
                  </a:txBody>
                  <a:tcPr anchor="ctr" marL="38100" marR="38100" marT="25400" marB="25400">
                    <a:lnL w="6350" cap="flat">
                      <a:solidFill>
                        <a:srgbClr val="D9D9D9"/>
                      </a:solidFill>
                    </a:lnL>
                    <a:lnR w="6350" cap="flat">
                      <a:solidFill>
                        <a:srgbClr val="D9D9D9"/>
                      </a:solidFill>
                    </a:lnR>
                    <a:lnT w="6350" cap="flat">
                      <a:solidFill>
                        <a:srgbClr val="D9D9D9"/>
                      </a:solidFill>
                    </a:lnT>
                    <a:lnB w="6350" cap="flat">
                      <a:solidFill>
                        <a:srgbClr val="D9D9D9"/>
                      </a:solidFill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900" b="0">
                          <a:solidFill>
                            <a:srgbClr val="222222"/>
                          </a:solidFill>
                          <a:latin typeface="Pretendard"/>
                          <a:ea typeface="Pretendard"/>
                          <a:cs typeface="Pretendard"/>
                        </a:rPr>
                        <a:t>146</a:t>
                      </a:r>
                    </a:p>
                  </a:txBody>
                  <a:tcPr anchor="ctr" marL="38100" marR="38100" marT="25400" marB="25400">
                    <a:lnL w="6350" cap="flat">
                      <a:solidFill>
                        <a:srgbClr val="D9D9D9"/>
                      </a:solidFill>
                    </a:lnL>
                    <a:lnR w="6350" cap="flat">
                      <a:solidFill>
                        <a:srgbClr val="D9D9D9"/>
                      </a:solidFill>
                    </a:lnR>
                    <a:lnT w="6350" cap="flat">
                      <a:solidFill>
                        <a:srgbClr val="D9D9D9"/>
                      </a:solidFill>
                    </a:lnT>
                    <a:lnB w="6350" cap="flat">
                      <a:solidFill>
                        <a:srgbClr val="D9D9D9"/>
                      </a:solidFill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900" b="0">
                          <a:solidFill>
                            <a:srgbClr val="222222"/>
                          </a:solidFill>
                          <a:latin typeface="Pretendard"/>
                          <a:ea typeface="Pretendard"/>
                          <a:cs typeface="Pretendard"/>
                        </a:rPr>
                        <a:t>153</a:t>
                      </a:r>
                    </a:p>
                  </a:txBody>
                  <a:tcPr anchor="ctr" marL="38100" marR="38100" marT="25400" marB="25400">
                    <a:lnL w="6350" cap="flat">
                      <a:solidFill>
                        <a:srgbClr val="D9D9D9"/>
                      </a:solidFill>
                    </a:lnL>
                    <a:lnR w="6350" cap="flat">
                      <a:solidFill>
                        <a:srgbClr val="D9D9D9"/>
                      </a:solidFill>
                    </a:lnR>
                    <a:lnT w="6350" cap="flat">
                      <a:solidFill>
                        <a:srgbClr val="D9D9D9"/>
                      </a:solidFill>
                    </a:lnT>
                    <a:lnB w="6350" cap="flat">
                      <a:solidFill>
                        <a:srgbClr val="D9D9D9"/>
                      </a:solidFill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900" b="0">
                          <a:solidFill>
                            <a:srgbClr val="222222"/>
                          </a:solidFill>
                          <a:latin typeface="Pretendard"/>
                          <a:ea typeface="Pretendard"/>
                          <a:cs typeface="Pretendard"/>
                        </a:rPr>
                        <a:t>160</a:t>
                      </a:r>
                    </a:p>
                  </a:txBody>
                  <a:tcPr anchor="ctr" marL="38100" marR="38100" marT="25400" marB="25400">
                    <a:lnL w="6350" cap="flat">
                      <a:solidFill>
                        <a:srgbClr val="D9D9D9"/>
                      </a:solidFill>
                    </a:lnL>
                    <a:lnR w="6350" cap="flat">
                      <a:solidFill>
                        <a:srgbClr val="D9D9D9"/>
                      </a:solidFill>
                    </a:lnR>
                    <a:lnT w="6350" cap="flat">
                      <a:solidFill>
                        <a:srgbClr val="D9D9D9"/>
                      </a:solidFill>
                    </a:lnT>
                    <a:lnB w="6350" cap="flat">
                      <a:solidFill>
                        <a:srgbClr val="D9D9D9"/>
                      </a:solidFill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900" b="0">
                          <a:solidFill>
                            <a:srgbClr val="222222"/>
                          </a:solidFill>
                          <a:latin typeface="Pretendard"/>
                          <a:ea typeface="Pretendard"/>
                          <a:cs typeface="Pretendard"/>
                        </a:rPr>
                        <a:t>167</a:t>
                      </a:r>
                    </a:p>
                  </a:txBody>
                  <a:tcPr anchor="ctr" marL="38100" marR="38100" marT="25400" marB="25400">
                    <a:lnL w="6350" cap="flat">
                      <a:solidFill>
                        <a:srgbClr val="D9D9D9"/>
                      </a:solidFill>
                    </a:lnL>
                    <a:lnR w="6350" cap="flat">
                      <a:solidFill>
                        <a:srgbClr val="D9D9D9"/>
                      </a:solidFill>
                    </a:lnR>
                    <a:lnT w="6350" cap="flat">
                      <a:solidFill>
                        <a:srgbClr val="D9D9D9"/>
                      </a:solidFill>
                    </a:lnT>
                    <a:lnB w="6350" cap="flat">
                      <a:solidFill>
                        <a:srgbClr val="D9D9D9"/>
                      </a:solidFill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900" b="0">
                          <a:solidFill>
                            <a:srgbClr val="222222"/>
                          </a:solidFill>
                          <a:latin typeface="Pretendard"/>
                          <a:ea typeface="Pretendard"/>
                          <a:cs typeface="Pretendard"/>
                        </a:rPr>
                        <a:t>174</a:t>
                      </a:r>
                    </a:p>
                  </a:txBody>
                  <a:tcPr anchor="ctr" marL="38100" marR="38100" marT="25400" marB="25400">
                    <a:lnL w="6350" cap="flat">
                      <a:solidFill>
                        <a:srgbClr val="D9D9D9"/>
                      </a:solidFill>
                    </a:lnL>
                    <a:lnR w="6350" cap="flat">
                      <a:solidFill>
                        <a:srgbClr val="D9D9D9"/>
                      </a:solidFill>
                    </a:lnR>
                    <a:lnT w="6350" cap="flat">
                      <a:solidFill>
                        <a:srgbClr val="D9D9D9"/>
                      </a:solidFill>
                    </a:lnT>
                    <a:lnB w="6350" cap="flat">
                      <a:solidFill>
                        <a:srgbClr val="D9D9D9"/>
                      </a:solidFill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900" b="1">
                          <a:solidFill>
                            <a:srgbClr val="2E75D6"/>
                          </a:solidFill>
                          <a:latin typeface="Pretendard"/>
                          <a:ea typeface="Pretendard"/>
                          <a:cs typeface="Pretendard"/>
                        </a:rPr>
                        <a:t>86.7%</a:t>
                      </a:r>
                    </a:p>
                  </a:txBody>
                  <a:tcPr anchor="ctr" marL="38100" marR="38100" marT="25400" marB="25400">
                    <a:lnL w="6350" cap="flat">
                      <a:solidFill>
                        <a:srgbClr val="D9D9D9"/>
                      </a:solidFill>
                    </a:lnL>
                    <a:lnR w="6350" cap="flat">
                      <a:solidFill>
                        <a:srgbClr val="D9D9D9"/>
                      </a:solidFill>
                    </a:lnR>
                    <a:lnT w="6350" cap="flat">
                      <a:solidFill>
                        <a:srgbClr val="D9D9D9"/>
                      </a:solidFill>
                    </a:lnT>
                    <a:lnB w="6350" cap="flat">
                      <a:solidFill>
                        <a:srgbClr val="D9D9D9"/>
                      </a:solidFill>
                    </a:lnB>
                    <a:solidFill>
                      <a:srgbClr val="F2F2F2"/>
                    </a:solidFill>
                  </a:tcPr>
                </a:tc>
              </a:tr>
              <a:tr h="310896">
                <a:tc>
                  <a:txBody>
                    <a:bodyPr wrap="square"/>
                    <a:lstStyle/>
                    <a:p>
                      <a:pPr algn="l"/>
                      <a:r>
                        <a:rPr sz="900" b="1">
                          <a:solidFill>
                            <a:srgbClr val="222222"/>
                          </a:solidFill>
                          <a:latin typeface="Pretendard"/>
                          <a:ea typeface="Pretendard"/>
                          <a:cs typeface="Pretendard"/>
                        </a:rPr>
                        <a:t>현지화 지원</a:t>
                      </a:r>
                    </a:p>
                  </a:txBody>
                  <a:tcPr anchor="ctr" marL="38100" marR="38100" marT="25400" marB="25400">
                    <a:lnL w="6350" cap="flat">
                      <a:solidFill>
                        <a:srgbClr val="D9D9D9"/>
                      </a:solidFill>
                    </a:lnL>
                    <a:lnR w="6350" cap="flat">
                      <a:solidFill>
                        <a:srgbClr val="D9D9D9"/>
                      </a:solidFill>
                    </a:lnR>
                    <a:lnT w="6350" cap="flat">
                      <a:solidFill>
                        <a:srgbClr val="D9D9D9"/>
                      </a:solidFill>
                    </a:lnT>
                    <a:lnB w="6350" cap="flat">
                      <a:solidFill>
                        <a:srgbClr val="D9D9D9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900" b="0">
                          <a:solidFill>
                            <a:srgbClr val="222222"/>
                          </a:solidFill>
                          <a:latin typeface="Pretendard"/>
                          <a:ea typeface="Pretendard"/>
                          <a:cs typeface="Pretendard"/>
                        </a:rPr>
                        <a:t>156</a:t>
                      </a:r>
                    </a:p>
                  </a:txBody>
                  <a:tcPr anchor="ctr" marL="38100" marR="38100" marT="25400" marB="25400">
                    <a:lnL w="6350" cap="flat">
                      <a:solidFill>
                        <a:srgbClr val="D9D9D9"/>
                      </a:solidFill>
                    </a:lnL>
                    <a:lnR w="6350" cap="flat">
                      <a:solidFill>
                        <a:srgbClr val="D9D9D9"/>
                      </a:solidFill>
                    </a:lnR>
                    <a:lnT w="6350" cap="flat">
                      <a:solidFill>
                        <a:srgbClr val="D9D9D9"/>
                      </a:solidFill>
                    </a:lnT>
                    <a:lnB w="6350" cap="flat">
                      <a:solidFill>
                        <a:srgbClr val="D9D9D9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900" b="0">
                          <a:solidFill>
                            <a:srgbClr val="222222"/>
                          </a:solidFill>
                          <a:latin typeface="Pretendard"/>
                          <a:ea typeface="Pretendard"/>
                          <a:cs typeface="Pretendard"/>
                        </a:rPr>
                        <a:t>163</a:t>
                      </a:r>
                    </a:p>
                  </a:txBody>
                  <a:tcPr anchor="ctr" marL="38100" marR="38100" marT="25400" marB="25400">
                    <a:lnL w="6350" cap="flat">
                      <a:solidFill>
                        <a:srgbClr val="D9D9D9"/>
                      </a:solidFill>
                    </a:lnL>
                    <a:lnR w="6350" cap="flat">
                      <a:solidFill>
                        <a:srgbClr val="D9D9D9"/>
                      </a:solidFill>
                    </a:lnR>
                    <a:lnT w="6350" cap="flat">
                      <a:solidFill>
                        <a:srgbClr val="D9D9D9"/>
                      </a:solidFill>
                    </a:lnT>
                    <a:lnB w="6350" cap="flat">
                      <a:solidFill>
                        <a:srgbClr val="D9D9D9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900" b="0">
                          <a:solidFill>
                            <a:srgbClr val="222222"/>
                          </a:solidFill>
                          <a:latin typeface="Pretendard"/>
                          <a:ea typeface="Pretendard"/>
                          <a:cs typeface="Pretendard"/>
                        </a:rPr>
                        <a:t>170</a:t>
                      </a:r>
                    </a:p>
                  </a:txBody>
                  <a:tcPr anchor="ctr" marL="38100" marR="38100" marT="25400" marB="25400">
                    <a:lnL w="6350" cap="flat">
                      <a:solidFill>
                        <a:srgbClr val="D9D9D9"/>
                      </a:solidFill>
                    </a:lnL>
                    <a:lnR w="6350" cap="flat">
                      <a:solidFill>
                        <a:srgbClr val="D9D9D9"/>
                      </a:solidFill>
                    </a:lnR>
                    <a:lnT w="6350" cap="flat">
                      <a:solidFill>
                        <a:srgbClr val="D9D9D9"/>
                      </a:solidFill>
                    </a:lnT>
                    <a:lnB w="6350" cap="flat">
                      <a:solidFill>
                        <a:srgbClr val="D9D9D9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900" b="0">
                          <a:solidFill>
                            <a:srgbClr val="222222"/>
                          </a:solidFill>
                          <a:latin typeface="Pretendard"/>
                          <a:ea typeface="Pretendard"/>
                          <a:cs typeface="Pretendard"/>
                        </a:rPr>
                        <a:t>177</a:t>
                      </a:r>
                    </a:p>
                  </a:txBody>
                  <a:tcPr anchor="ctr" marL="38100" marR="38100" marT="25400" marB="25400">
                    <a:lnL w="6350" cap="flat">
                      <a:solidFill>
                        <a:srgbClr val="D9D9D9"/>
                      </a:solidFill>
                    </a:lnL>
                    <a:lnR w="6350" cap="flat">
                      <a:solidFill>
                        <a:srgbClr val="D9D9D9"/>
                      </a:solidFill>
                    </a:lnR>
                    <a:lnT w="6350" cap="flat">
                      <a:solidFill>
                        <a:srgbClr val="D9D9D9"/>
                      </a:solidFill>
                    </a:lnT>
                    <a:lnB w="6350" cap="flat">
                      <a:solidFill>
                        <a:srgbClr val="D9D9D9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900" b="0">
                          <a:solidFill>
                            <a:srgbClr val="222222"/>
                          </a:solidFill>
                          <a:latin typeface="Pretendard"/>
                          <a:ea typeface="Pretendard"/>
                          <a:cs typeface="Pretendard"/>
                        </a:rPr>
                        <a:t>184</a:t>
                      </a:r>
                    </a:p>
                  </a:txBody>
                  <a:tcPr anchor="ctr" marL="38100" marR="38100" marT="25400" marB="25400">
                    <a:lnL w="6350" cap="flat">
                      <a:solidFill>
                        <a:srgbClr val="D9D9D9"/>
                      </a:solidFill>
                    </a:lnL>
                    <a:lnR w="6350" cap="flat">
                      <a:solidFill>
                        <a:srgbClr val="D9D9D9"/>
                      </a:solidFill>
                    </a:lnR>
                    <a:lnT w="6350" cap="flat">
                      <a:solidFill>
                        <a:srgbClr val="D9D9D9"/>
                      </a:solidFill>
                    </a:lnT>
                    <a:lnB w="6350" cap="flat">
                      <a:solidFill>
                        <a:srgbClr val="D9D9D9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900" b="0">
                          <a:solidFill>
                            <a:srgbClr val="222222"/>
                          </a:solidFill>
                          <a:latin typeface="Pretendard"/>
                          <a:ea typeface="Pretendard"/>
                          <a:cs typeface="Pretendard"/>
                        </a:rPr>
                        <a:t>191</a:t>
                      </a:r>
                    </a:p>
                  </a:txBody>
                  <a:tcPr anchor="ctr" marL="38100" marR="38100" marT="25400" marB="25400">
                    <a:lnL w="6350" cap="flat">
                      <a:solidFill>
                        <a:srgbClr val="D9D9D9"/>
                      </a:solidFill>
                    </a:lnL>
                    <a:lnR w="6350" cap="flat">
                      <a:solidFill>
                        <a:srgbClr val="D9D9D9"/>
                      </a:solidFill>
                    </a:lnR>
                    <a:lnT w="6350" cap="flat">
                      <a:solidFill>
                        <a:srgbClr val="D9D9D9"/>
                      </a:solidFill>
                    </a:lnT>
                    <a:lnB w="6350" cap="flat">
                      <a:solidFill>
                        <a:srgbClr val="D9D9D9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900" b="1">
                          <a:solidFill>
                            <a:srgbClr val="2E75D6"/>
                          </a:solidFill>
                          <a:latin typeface="Pretendard"/>
                          <a:ea typeface="Pretendard"/>
                          <a:cs typeface="Pretendard"/>
                        </a:rPr>
                        <a:t>99.8%</a:t>
                      </a:r>
                    </a:p>
                  </a:txBody>
                  <a:tcPr anchor="ctr" marL="38100" marR="38100" marT="25400" marB="25400">
                    <a:lnL w="6350" cap="flat">
                      <a:solidFill>
                        <a:srgbClr val="D9D9D9"/>
                      </a:solidFill>
                    </a:lnL>
                    <a:lnR w="6350" cap="flat">
                      <a:solidFill>
                        <a:srgbClr val="D9D9D9"/>
                      </a:solidFill>
                    </a:lnR>
                    <a:lnT w="6350" cap="flat">
                      <a:solidFill>
                        <a:srgbClr val="D9D9D9"/>
                      </a:solidFill>
                    </a:lnT>
                    <a:lnB w="6350" cap="flat">
                      <a:solidFill>
                        <a:srgbClr val="D9D9D9"/>
                      </a:solidFill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5" name="TextBox 4"/>
          <p:cNvSpPr txBox="1"/>
          <p:nvPr/>
        </p:nvSpPr>
        <p:spPr>
          <a:xfrm>
            <a:off x="137160" y="73152"/>
            <a:ext cx="3657600" cy="274320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l"/>
            <a:r>
              <a:rPr sz="900" b="1">
                <a:solidFill>
                  <a:srgbClr val="808080"/>
                </a:solidFill>
                <a:latin typeface="Pretendard"/>
                <a:ea typeface="Pretendard"/>
                <a:cs typeface="Pretendard"/>
              </a:rPr>
              <a:t>TBL-194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