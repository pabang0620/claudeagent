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navy_800</a:t>
            </a:r>
          </a:p>
        </p:txBody>
      </p:sp>
      <p:graphicFrame>
        <p:nvGraphicFramePr>
          <p:cNvPr id="4" name="asset:TBL-14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blue_500</a:t>
            </a:r>
          </a:p>
        </p:txBody>
      </p:sp>
      <p:graphicFrame>
        <p:nvGraphicFramePr>
          <p:cNvPr id="4" name="asset:TBL-144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teal_500</a:t>
            </a:r>
          </a:p>
        </p:txBody>
      </p:sp>
      <p:graphicFrame>
        <p:nvGraphicFramePr>
          <p:cNvPr id="4" name="asset:TBL-14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purple_600</a:t>
            </a:r>
          </a:p>
        </p:txBody>
      </p:sp>
      <p:graphicFrame>
        <p:nvGraphicFramePr>
          <p:cNvPr id="4" name="asset:TBL-14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navy_600</a:t>
            </a:r>
          </a:p>
        </p:txBody>
      </p:sp>
      <p:graphicFrame>
        <p:nvGraphicFramePr>
          <p:cNvPr id="4" name="asset:TBL-14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red_500</a:t>
            </a:r>
          </a:p>
        </p:txBody>
      </p:sp>
      <p:graphicFrame>
        <p:nvGraphicFramePr>
          <p:cNvPr id="4" name="asset:TBL-14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navy_800</a:t>
            </a:r>
          </a:p>
        </p:txBody>
      </p:sp>
      <p:graphicFrame>
        <p:nvGraphicFramePr>
          <p:cNvPr id="4" name="asset:TBL-14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blue_500</a:t>
            </a:r>
          </a:p>
        </p:txBody>
      </p:sp>
      <p:graphicFrame>
        <p:nvGraphicFramePr>
          <p:cNvPr id="4" name="asset:TBL-15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4열 · teal_500</a:t>
            </a:r>
          </a:p>
        </p:txBody>
      </p:sp>
      <p:graphicFrame>
        <p:nvGraphicFramePr>
          <p:cNvPr id="4" name="asset:TBL-15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2173224"/>
                <a:gridCol w="2173224"/>
                <a:gridCol w="21732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점검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체크 글리프(✓/△/✗) · 5열 · purple_600</a:t>
            </a:r>
          </a:p>
        </p:txBody>
      </p:sp>
      <p:graphicFrame>
        <p:nvGraphicFramePr>
          <p:cNvPr id="4" name="asset:TBL-152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0"/>
                <a:gridCol w="1629918"/>
                <a:gridCol w="1629918"/>
                <a:gridCol w="1629918"/>
                <a:gridCol w="162991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