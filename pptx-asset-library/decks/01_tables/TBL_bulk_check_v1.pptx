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바이오 소재 점검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체크 글리프(✓/△/✗) · 4열 · navy_800</a:t>
            </a:r>
          </a:p>
        </p:txBody>
      </p:sp>
      <p:graphicFrame>
        <p:nvGraphicFramePr>
          <p:cNvPr id="4" name="asset:TBL-143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173224"/>
                <a:gridCol w="2173224"/>
                <a:gridCol w="217322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콘텐츠 해외진출 점검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체크 글리프(✓/△/✗) · 5열 · blue_500</a:t>
            </a:r>
          </a:p>
        </p:txBody>
      </p:sp>
      <p:graphicFrame>
        <p:nvGraphicFramePr>
          <p:cNvPr id="4" name="asset:TBL-144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1629918"/>
                <a:gridCol w="1629918"/>
                <a:gridCol w="1629918"/>
                <a:gridCol w="162991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 물류 점검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체크 글리프(✓/△/✗) · 4열 · teal_500</a:t>
            </a:r>
          </a:p>
        </p:txBody>
      </p:sp>
      <p:graphicFrame>
        <p:nvGraphicFramePr>
          <p:cNvPr id="4" name="asset:TBL-145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173224"/>
                <a:gridCol w="2173224"/>
                <a:gridCol w="217322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AI 통합 플랫폼 점검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체크 글리프(✓/△/✗) · 5열 · purple_600</a:t>
            </a:r>
          </a:p>
        </p:txBody>
      </p:sp>
      <p:graphicFrame>
        <p:nvGraphicFramePr>
          <p:cNvPr id="4" name="asset:TBL-146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1629918"/>
                <a:gridCol w="1629918"/>
                <a:gridCol w="1629918"/>
                <a:gridCol w="162991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지역 관광 활성화 점검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체크 글리프(✓/△/✗) · 4열 · navy_600</a:t>
            </a:r>
          </a:p>
        </p:txBody>
      </p:sp>
      <p:graphicFrame>
        <p:nvGraphicFramePr>
          <p:cNvPr id="4" name="asset:TBL-147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173224"/>
                <a:gridCol w="2173224"/>
                <a:gridCol w="217322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사업기획팀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디지털 헬스케어 점검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체크 글리프(✓/△/✗) · 5열 · red_500</a:t>
            </a:r>
          </a:p>
        </p:txBody>
      </p:sp>
      <p:graphicFrame>
        <p:nvGraphicFramePr>
          <p:cNvPr id="4" name="asset:TBL-148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1629918"/>
                <a:gridCol w="1629918"/>
                <a:gridCol w="1629918"/>
                <a:gridCol w="162991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그린 에너지 점검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체크 글리프(✓/△/✗) · 4열 · navy_800</a:t>
            </a:r>
          </a:p>
        </p:txBody>
      </p:sp>
      <p:graphicFrame>
        <p:nvGraphicFramePr>
          <p:cNvPr id="4" name="asset:TBL-149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173224"/>
                <a:gridCol w="2173224"/>
                <a:gridCol w="217322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핀테크 서비스 점검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체크 글리프(✓/△/✗) · 5열 · blue_500</a:t>
            </a:r>
          </a:p>
        </p:txBody>
      </p:sp>
      <p:graphicFrame>
        <p:nvGraphicFramePr>
          <p:cNvPr id="4" name="asset:TBL-150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1629918"/>
                <a:gridCol w="1629918"/>
                <a:gridCol w="1629918"/>
                <a:gridCol w="162991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디자인팀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점검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체크 글리프(✓/△/✗) · 4열 · teal_500</a:t>
            </a:r>
          </a:p>
        </p:txBody>
      </p:sp>
      <p:graphicFrame>
        <p:nvGraphicFramePr>
          <p:cNvPr id="4" name="asset:TBL-151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173224"/>
                <a:gridCol w="2173224"/>
                <a:gridCol w="217322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해외사업팀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점검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체크 글리프(✓/△/✗) · 5열 · purple_600</a:t>
            </a:r>
          </a:p>
        </p:txBody>
      </p:sp>
      <p:graphicFrame>
        <p:nvGraphicFramePr>
          <p:cNvPr id="4" name="asset:TBL-152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1629918"/>
                <a:gridCol w="1629918"/>
                <a:gridCol w="1629918"/>
                <a:gridCol w="162991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QA팀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전략기획실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데이터분석팀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