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3열 · navy_800 액센트</a:t>
            </a:r>
          </a:p>
        </p:txBody>
      </p:sp>
      <p:graphicFrame>
        <p:nvGraphicFramePr>
          <p:cNvPr id="4" name="asset:TBL-083"/>
          <p:cNvGraphicFramePr>
            <a:graphicFrameLocks noGrp="1"/>
          </p:cNvGraphicFramePr>
          <p:nvPr/>
        </p:nvGraphicFramePr>
        <p:xfrm>
          <a:off x="914400" y="155448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4,182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4,235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4,288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4,341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4열 · blue_500 액센트</a:t>
            </a:r>
          </a:p>
        </p:txBody>
      </p:sp>
      <p:graphicFrame>
        <p:nvGraphicFramePr>
          <p:cNvPr id="4" name="asset:TBL-084"/>
          <p:cNvGraphicFramePr>
            <a:graphicFrameLocks noGrp="1"/>
          </p:cNvGraphicFramePr>
          <p:nvPr/>
        </p:nvGraphicFramePr>
        <p:xfrm>
          <a:off x="914400" y="155448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4,248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4,301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4,354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4,407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5열 · teal_500 액센트</a:t>
            </a:r>
          </a:p>
        </p:txBody>
      </p:sp>
      <p:graphicFrame>
        <p:nvGraphicFramePr>
          <p:cNvPr id="4" name="asset:TBL-085"/>
          <p:cNvGraphicFramePr>
            <a:graphicFrameLocks noGrp="1"/>
          </p:cNvGraphicFramePr>
          <p:nvPr/>
        </p:nvGraphicFramePr>
        <p:xfrm>
          <a:off x="914400" y="155448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4,314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4,420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4,473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3열 · purple_600 액센트</a:t>
            </a:r>
          </a:p>
        </p:txBody>
      </p:sp>
      <p:graphicFrame>
        <p:nvGraphicFramePr>
          <p:cNvPr id="4" name="asset:TBL-086"/>
          <p:cNvGraphicFramePr>
            <a:graphicFrameLocks noGrp="1"/>
          </p:cNvGraphicFramePr>
          <p:nvPr/>
        </p:nvGraphicFramePr>
        <p:xfrm>
          <a:off x="914400" y="155448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4,293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4,346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4,452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4,505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4열 · navy_600 액센트</a:t>
            </a:r>
          </a:p>
        </p:txBody>
      </p:sp>
      <p:graphicFrame>
        <p:nvGraphicFramePr>
          <p:cNvPr id="4" name="asset:TBL-087"/>
          <p:cNvGraphicFramePr>
            <a:graphicFrameLocks noGrp="1"/>
          </p:cNvGraphicFramePr>
          <p:nvPr/>
        </p:nvGraphicFramePr>
        <p:xfrm>
          <a:off x="914400" y="155448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4,359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4,412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4,518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4,571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5열 · red_500 액센트</a:t>
            </a:r>
          </a:p>
        </p:txBody>
      </p:sp>
      <p:graphicFrame>
        <p:nvGraphicFramePr>
          <p:cNvPr id="4" name="asset:TBL-088"/>
          <p:cNvGraphicFramePr>
            <a:graphicFrameLocks noGrp="1"/>
          </p:cNvGraphicFramePr>
          <p:nvPr/>
        </p:nvGraphicFramePr>
        <p:xfrm>
          <a:off x="914400" y="1554480"/>
          <a:ext cx="1036014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4,425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4,478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4,531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4,584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4,637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3열 · navy_800 액센트</a:t>
            </a:r>
          </a:p>
        </p:txBody>
      </p:sp>
      <p:graphicFrame>
        <p:nvGraphicFramePr>
          <p:cNvPr id="4" name="asset:TBL-089"/>
          <p:cNvGraphicFramePr>
            <a:graphicFrameLocks noGrp="1"/>
          </p:cNvGraphicFramePr>
          <p:nvPr/>
        </p:nvGraphicFramePr>
        <p:xfrm>
          <a:off x="914400" y="155448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3864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386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4,404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4,457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4,510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TBL-089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4열 · blue_500 액센트</a:t>
            </a:r>
          </a:p>
        </p:txBody>
      </p:sp>
      <p:graphicFrame>
        <p:nvGraphicFramePr>
          <p:cNvPr id="4" name="asset:TBL-090"/>
          <p:cNvGraphicFramePr>
            <a:graphicFrameLocks noGrp="1"/>
          </p:cNvGraphicFramePr>
          <p:nvPr/>
        </p:nvGraphicFramePr>
        <p:xfrm>
          <a:off x="914400" y="155448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E75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4,470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4,523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4,576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4,629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5열 · teal_500 액센트</a:t>
            </a:r>
          </a:p>
        </p:txBody>
      </p:sp>
      <p:graphicFrame>
        <p:nvGraphicFramePr>
          <p:cNvPr id="4" name="asset:TBL-091"/>
          <p:cNvGraphicFramePr>
            <a:graphicFrameLocks noGrp="1"/>
          </p:cNvGraphicFramePr>
          <p:nvPr/>
        </p:nvGraphicFramePr>
        <p:xfrm>
          <a:off x="914400" y="155448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1F9E8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4,536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4,589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4,642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4,695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3열 · purple_600 액센트</a:t>
            </a:r>
          </a:p>
        </p:txBody>
      </p:sp>
      <p:graphicFrame>
        <p:nvGraphicFramePr>
          <p:cNvPr id="4" name="asset:TBL-092"/>
          <p:cNvGraphicFramePr>
            <a:graphicFrameLocks noGrp="1"/>
          </p:cNvGraphicFramePr>
          <p:nvPr/>
        </p:nvGraphicFramePr>
        <p:xfrm>
          <a:off x="914400" y="155448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7B2D8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4,515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4,568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4,621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4,674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4,727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4열 · navy_600 액센트</a:t>
            </a:r>
          </a:p>
        </p:txBody>
      </p:sp>
      <p:graphicFrame>
        <p:nvGraphicFramePr>
          <p:cNvPr id="4" name="asset:TBL-093"/>
          <p:cNvGraphicFramePr>
            <a:graphicFrameLocks noGrp="1"/>
          </p:cNvGraphicFramePr>
          <p:nvPr/>
        </p:nvGraphicFramePr>
        <p:xfrm>
          <a:off x="914400" y="155448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2A4A7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4,581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4,634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4,687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4,740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4,793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세부 내역표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헤더 밑줄형 · 5열 · red_500 액센트</a:t>
            </a:r>
          </a:p>
        </p:txBody>
      </p:sp>
      <p:graphicFrame>
        <p:nvGraphicFramePr>
          <p:cNvPr id="4" name="asset:TBL-094"/>
          <p:cNvGraphicFramePr>
            <a:graphicFrameLocks noGrp="1"/>
          </p:cNvGraphicFramePr>
          <p:nvPr/>
        </p:nvGraphicFramePr>
        <p:xfrm>
          <a:off x="914400" y="1554480"/>
          <a:ext cx="1036014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22225" cap="flat">
                      <a:solidFill>
                        <a:srgbClr val="C0392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4,647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4,700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4,753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4,806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102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4,859</a:t>
                      </a:r>
                    </a:p>
                  </a:txBody>
                  <a:tcPr anchor="ctr" marL="63500" marR="63500" marT="25400" marB="25400">
                    <a:lnL w="6350" cap="flat">
                      <a:noFill/>
                    </a:lnL>
                    <a:lnR w="6350" cap="flat">
                      <a:noFill/>
                    </a:lnR>
                    <a:lnT w="6350" cap="flat">
                      <a:noFill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