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4열 · navy_600</a:t>
            </a:r>
          </a:p>
        </p:txBody>
      </p:sp>
      <p:graphicFrame>
        <p:nvGraphicFramePr>
          <p:cNvPr id="4" name="asset:TBL-195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2538984"/>
                <a:gridCol w="2538984"/>
                <a:gridCol w="253898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8,297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+9.9%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5열 · red_500</a:t>
            </a:r>
          </a:p>
        </p:txBody>
      </p:sp>
      <p:graphicFrame>
        <p:nvGraphicFramePr>
          <p:cNvPr id="4" name="asset:TBL-19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904238"/>
                <a:gridCol w="1904238"/>
                <a:gridCol w="1904238"/>
                <a:gridCol w="190423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-5.6%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+16.9%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4열 · navy_800</a:t>
            </a:r>
          </a:p>
        </p:txBody>
      </p:sp>
      <p:graphicFrame>
        <p:nvGraphicFramePr>
          <p:cNvPr id="4" name="asset:TBL-197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2538984"/>
                <a:gridCol w="2538984"/>
                <a:gridCol w="253898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-13.5%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-6.6%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+8.8%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+15.9%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+22.0%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5열 · blue_500</a:t>
            </a:r>
          </a:p>
        </p:txBody>
      </p:sp>
      <p:graphicFrame>
        <p:nvGraphicFramePr>
          <p:cNvPr id="4" name="asset:TBL-198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904238"/>
                <a:gridCol w="1904238"/>
                <a:gridCol w="1904238"/>
                <a:gridCol w="190423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4열 · teal_500</a:t>
            </a:r>
          </a:p>
        </p:txBody>
      </p:sp>
      <p:graphicFrame>
        <p:nvGraphicFramePr>
          <p:cNvPr id="4" name="asset:TBL-19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2538984"/>
                <a:gridCol w="2538984"/>
                <a:gridCol w="253898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+7.7%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+14.8%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+21.9%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5열 · purple_600</a:t>
            </a:r>
          </a:p>
        </p:txBody>
      </p:sp>
      <p:graphicFrame>
        <p:nvGraphicFramePr>
          <p:cNvPr id="4" name="asset:TBL-20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904238"/>
                <a:gridCol w="1904238"/>
                <a:gridCol w="1904238"/>
                <a:gridCol w="190423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+7.6%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+14.7%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