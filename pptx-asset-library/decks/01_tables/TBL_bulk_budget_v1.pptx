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navy_800</a:t>
            </a:r>
          </a:p>
        </p:txBody>
      </p:sp>
      <p:graphicFrame>
        <p:nvGraphicFramePr>
          <p:cNvPr id="4" name="asset:TBL-173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blue_500</a:t>
            </a:r>
          </a:p>
        </p:txBody>
      </p:sp>
      <p:graphicFrame>
        <p:nvGraphicFramePr>
          <p:cNvPr id="4" name="asset:TBL-174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teal_500</a:t>
            </a:r>
          </a:p>
        </p:txBody>
      </p:sp>
      <p:graphicFrame>
        <p:nvGraphicFramePr>
          <p:cNvPr id="4" name="asset:TBL-175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purple_600</a:t>
            </a:r>
          </a:p>
        </p:txBody>
      </p:sp>
      <p:graphicFrame>
        <p:nvGraphicFramePr>
          <p:cNvPr id="4" name="asset:TBL-176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navy_600</a:t>
            </a:r>
          </a:p>
        </p:txBody>
      </p:sp>
      <p:graphicFrame>
        <p:nvGraphicFramePr>
          <p:cNvPr id="4" name="asset:TBL-177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red_500</a:t>
            </a:r>
          </a:p>
        </p:txBody>
      </p:sp>
      <p:graphicFrame>
        <p:nvGraphicFramePr>
          <p:cNvPr id="4" name="asset:TBL-178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navy_800</a:t>
            </a:r>
          </a:p>
        </p:txBody>
      </p:sp>
      <p:graphicFrame>
        <p:nvGraphicFramePr>
          <p:cNvPr id="4" name="asset:TBL-179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사업비 집행표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예산·집행·잔액·집행률 · 합계 강조 · blue_500</a:t>
            </a:r>
          </a:p>
        </p:txBody>
      </p:sp>
      <p:graphicFrame>
        <p:nvGraphicFramePr>
          <p:cNvPr id="4" name="asset:TBL-180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44952"/>
                <a:gridCol w="1828800"/>
                <a:gridCol w="1828800"/>
                <a:gridCol w="1828800"/>
                <a:gridCol w="18288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잔액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집행률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347,000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98,000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