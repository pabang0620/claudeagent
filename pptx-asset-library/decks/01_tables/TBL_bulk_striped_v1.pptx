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3열 × 4행</a:t>
            </a:r>
          </a:p>
        </p:txBody>
      </p:sp>
      <p:graphicFrame>
        <p:nvGraphicFramePr>
          <p:cNvPr id="4" name="asset:TBL-023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3열 × 6행</a:t>
            </a:r>
          </a:p>
        </p:txBody>
      </p:sp>
      <p:graphicFrame>
        <p:nvGraphicFramePr>
          <p:cNvPr id="4" name="asset:TBL-024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4열 × 4행</a:t>
            </a:r>
          </a:p>
        </p:txBody>
      </p:sp>
      <p:graphicFrame>
        <p:nvGraphicFramePr>
          <p:cNvPr id="4" name="asset:TBL-025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4열 × 6행</a:t>
            </a:r>
          </a:p>
        </p:txBody>
      </p:sp>
      <p:graphicFrame>
        <p:nvGraphicFramePr>
          <p:cNvPr id="4" name="asset:TBL-026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5열 × 4행</a:t>
            </a:r>
          </a:p>
        </p:txBody>
      </p:sp>
      <p:graphicFrame>
        <p:nvGraphicFramePr>
          <p:cNvPr id="4" name="asset:TBL-027"/>
          <p:cNvGraphicFramePr>
            <a:graphicFrameLocks noGrp="1"/>
          </p:cNvGraphicFramePr>
          <p:nvPr/>
        </p:nvGraphicFramePr>
        <p:xfrm>
          <a:off x="914400" y="1417320"/>
          <a:ext cx="1036014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5열 × 6행</a:t>
            </a:r>
          </a:p>
        </p:txBody>
      </p:sp>
      <p:graphicFrame>
        <p:nvGraphicFramePr>
          <p:cNvPr id="4" name="asset:TBL-028"/>
          <p:cNvGraphicFramePr>
            <a:graphicFrameLocks noGrp="1"/>
          </p:cNvGraphicFramePr>
          <p:nvPr/>
        </p:nvGraphicFramePr>
        <p:xfrm>
          <a:off x="914400" y="1417320"/>
          <a:ext cx="1036014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6열 × 4행</a:t>
            </a:r>
          </a:p>
        </p:txBody>
      </p:sp>
      <p:graphicFrame>
        <p:nvGraphicFramePr>
          <p:cNvPr id="4" name="asset:TBL-029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6열 × 6행</a:t>
            </a:r>
          </a:p>
        </p:txBody>
      </p:sp>
      <p:graphicFrame>
        <p:nvGraphicFramePr>
          <p:cNvPr id="4" name="asset:TBL-030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3열 × 4행</a:t>
            </a:r>
          </a:p>
        </p:txBody>
      </p:sp>
      <p:graphicFrame>
        <p:nvGraphicFramePr>
          <p:cNvPr id="4" name="asset:TBL-031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3열 × 6행</a:t>
            </a:r>
          </a:p>
        </p:txBody>
      </p:sp>
      <p:graphicFrame>
        <p:nvGraphicFramePr>
          <p:cNvPr id="4" name="asset:TBL-032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4열 × 4행</a:t>
            </a:r>
          </a:p>
        </p:txBody>
      </p:sp>
      <p:graphicFrame>
        <p:nvGraphicFramePr>
          <p:cNvPr id="4" name="asset:TBL-033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4열 × 6행</a:t>
            </a:r>
          </a:p>
        </p:txBody>
      </p:sp>
      <p:graphicFrame>
        <p:nvGraphicFramePr>
          <p:cNvPr id="4" name="asset:TBL-034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5열 × 4행</a:t>
            </a:r>
          </a:p>
        </p:txBody>
      </p:sp>
      <p:graphicFrame>
        <p:nvGraphicFramePr>
          <p:cNvPr id="4" name="asset:TBL-035"/>
          <p:cNvGraphicFramePr>
            <a:graphicFrameLocks noGrp="1"/>
          </p:cNvGraphicFramePr>
          <p:nvPr/>
        </p:nvGraphicFramePr>
        <p:xfrm>
          <a:off x="914400" y="1417320"/>
          <a:ext cx="1036014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5열 × 6행</a:t>
            </a:r>
          </a:p>
        </p:txBody>
      </p:sp>
      <p:graphicFrame>
        <p:nvGraphicFramePr>
          <p:cNvPr id="4" name="asset:TBL-036"/>
          <p:cNvGraphicFramePr>
            <a:graphicFrameLocks noGrp="1"/>
          </p:cNvGraphicFramePr>
          <p:nvPr/>
        </p:nvGraphicFramePr>
        <p:xfrm>
          <a:off x="914400" y="1417320"/>
          <a:ext cx="1036014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6열 × 4행</a:t>
            </a:r>
          </a:p>
        </p:txBody>
      </p:sp>
      <p:graphicFrame>
        <p:nvGraphicFramePr>
          <p:cNvPr id="4" name="asset:TBL-037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6열 × 6행</a:t>
            </a:r>
          </a:p>
        </p:txBody>
      </p:sp>
      <p:graphicFrame>
        <p:nvGraphicFramePr>
          <p:cNvPr id="4" name="asset:TBL-038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3열 × 4행</a:t>
            </a:r>
          </a:p>
        </p:txBody>
      </p:sp>
      <p:graphicFrame>
        <p:nvGraphicFramePr>
          <p:cNvPr id="4" name="asset:TBL-039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3열 × 6행</a:t>
            </a:r>
          </a:p>
        </p:txBody>
      </p:sp>
      <p:graphicFrame>
        <p:nvGraphicFramePr>
          <p:cNvPr id="4" name="asset:TBL-040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4열 × 4행</a:t>
            </a:r>
          </a:p>
        </p:txBody>
      </p:sp>
      <p:graphicFrame>
        <p:nvGraphicFramePr>
          <p:cNvPr id="4" name="asset:TBL-041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4열 × 6행</a:t>
            </a:r>
          </a:p>
        </p:txBody>
      </p:sp>
      <p:graphicFrame>
        <p:nvGraphicFramePr>
          <p:cNvPr id="4" name="asset:TBL-042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5열 × 4행</a:t>
            </a:r>
          </a:p>
        </p:txBody>
      </p:sp>
      <p:graphicFrame>
        <p:nvGraphicFramePr>
          <p:cNvPr id="4" name="asset:TBL-043"/>
          <p:cNvGraphicFramePr>
            <a:graphicFrameLocks noGrp="1"/>
          </p:cNvGraphicFramePr>
          <p:nvPr/>
        </p:nvGraphicFramePr>
        <p:xfrm>
          <a:off x="914400" y="1417320"/>
          <a:ext cx="1036014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5열 × 6행</a:t>
            </a:r>
          </a:p>
        </p:txBody>
      </p:sp>
      <p:graphicFrame>
        <p:nvGraphicFramePr>
          <p:cNvPr id="4" name="asset:TBL-044"/>
          <p:cNvGraphicFramePr>
            <a:graphicFrameLocks noGrp="1"/>
          </p:cNvGraphicFramePr>
          <p:nvPr/>
        </p:nvGraphicFramePr>
        <p:xfrm>
          <a:off x="914400" y="1417320"/>
          <a:ext cx="1036014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6열 × 4행</a:t>
            </a:r>
          </a:p>
        </p:txBody>
      </p:sp>
      <p:graphicFrame>
        <p:nvGraphicFramePr>
          <p:cNvPr id="4" name="asset:TBL-045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6열 × 6행</a:t>
            </a:r>
          </a:p>
        </p:txBody>
      </p:sp>
      <p:graphicFrame>
        <p:nvGraphicFramePr>
          <p:cNvPr id="4" name="asset:TBL-046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