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MCK-107</a:t>
            </a:r>
          </a:p>
        </p:txBody>
      </p:sp>
      <p:grpSp>
        <p:nvGrpSpPr>
          <p:cNvPr id="7" name="asset:MCK-107"/>
          <p:cNvGrpSpPr/>
          <p:nvPr/>
        </p:nvGrpSpPr>
        <p:grpSpPr>
          <a:xfrm>
            <a:off x="3120999" y="1330452"/>
            <a:ext cx="5949696" cy="5047488"/>
            <a:chOff x="3120999" y="1330452"/>
            <a:chExt cx="5949696" cy="5047488"/>
          </a:xfrm>
        </p:grpSpPr>
        <p:sp>
          <p:nvSpPr>
            <p:cNvPr id="3" name="Rounded Rectangle 2"/>
            <p:cNvSpPr/>
            <p:nvPr/>
          </p:nvSpPr>
          <p:spPr>
            <a:xfrm>
              <a:off x="3120999" y="1330452"/>
              <a:ext cx="5949696" cy="4517136"/>
            </a:xfrm>
            <a:prstGeom prst="roundRect">
              <a:avLst>
                <a:gd name="adj" fmla="val 2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230727" y="1440180"/>
              <a:ext cx="5730240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77031" y="1586484"/>
              <a:ext cx="5437632" cy="40050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(4:3)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230727" y="5920740"/>
              <a:ext cx="5730240" cy="45720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MCK-108</a:t>
            </a:r>
          </a:p>
        </p:txBody>
      </p:sp>
      <p:grpSp>
        <p:nvGrpSpPr>
          <p:cNvPr id="8" name="asset:MCK-108"/>
          <p:cNvGrpSpPr/>
          <p:nvPr/>
        </p:nvGrpSpPr>
        <p:grpSpPr>
          <a:xfrm>
            <a:off x="4037304" y="1216151"/>
            <a:ext cx="4117085" cy="5193793"/>
            <a:chOff x="4037304" y="1216151"/>
            <a:chExt cx="4117085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4494504" y="1216151"/>
              <a:ext cx="3202686" cy="4882896"/>
            </a:xfrm>
            <a:prstGeom prst="roundRect">
              <a:avLst>
                <a:gd name="adj" fmla="val 4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695672" y="1417319"/>
              <a:ext cx="2800350" cy="4480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821688" y="1543335"/>
              <a:ext cx="2548318" cy="4228528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키오스크 화면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(세로터치)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4037304" y="6099048"/>
              <a:ext cx="4117085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247" y="6080760"/>
              <a:ext cx="457200" cy="32918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MCK-109</a:t>
            </a:r>
          </a:p>
        </p:txBody>
      </p:sp>
      <p:grpSp>
        <p:nvGrpSpPr>
          <p:cNvPr id="12" name="asset:MCK-109"/>
          <p:cNvGrpSpPr/>
          <p:nvPr/>
        </p:nvGrpSpPr>
        <p:grpSpPr>
          <a:xfrm>
            <a:off x="3145383" y="1252728"/>
            <a:ext cx="5900928" cy="5358383"/>
            <a:chOff x="3145383" y="1252728"/>
            <a:chExt cx="5900928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3145383" y="1252728"/>
              <a:ext cx="5900928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45383" y="1252728"/>
              <a:ext cx="5900928" cy="4572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346551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566007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785463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4105503" y="1325880"/>
              <a:ext cx="1652259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8263" y="1755648"/>
              <a:ext cx="5535167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291687" y="2130552"/>
              <a:ext cx="5608320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37991" y="2276856"/>
              <a:ext cx="5315711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MCK-110</a:t>
            </a:r>
          </a:p>
        </p:txBody>
      </p:sp>
      <p:grpSp>
        <p:nvGrpSpPr>
          <p:cNvPr id="8" name="asset:MCK-110"/>
          <p:cNvGrpSpPr/>
          <p:nvPr/>
        </p:nvGrpSpPr>
        <p:grpSpPr>
          <a:xfrm>
            <a:off x="2054199" y="1549908"/>
            <a:ext cx="8083296" cy="4645152"/>
            <a:chOff x="2054199" y="1549908"/>
            <a:chExt cx="8083296" cy="4645152"/>
          </a:xfrm>
        </p:grpSpPr>
        <p:sp>
          <p:nvSpPr>
            <p:cNvPr id="3" name="Rounded Rectangle 2"/>
            <p:cNvSpPr/>
            <p:nvPr/>
          </p:nvSpPr>
          <p:spPr>
            <a:xfrm>
              <a:off x="2785719" y="1549908"/>
              <a:ext cx="6620256" cy="4261104"/>
            </a:xfrm>
            <a:prstGeom prst="roundRect">
              <a:avLst>
                <a:gd name="adj" fmla="val 3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950311" y="1714500"/>
              <a:ext cx="6291072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096615" y="1860804"/>
              <a:ext cx="5998464" cy="3639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2054199" y="5811012"/>
              <a:ext cx="8083296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6587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MCK-111</a:t>
            </a:r>
          </a:p>
        </p:txBody>
      </p:sp>
      <p:grpSp>
        <p:nvGrpSpPr>
          <p:cNvPr id="8" name="asset:MCK-111"/>
          <p:cNvGrpSpPr/>
          <p:nvPr/>
        </p:nvGrpSpPr>
        <p:grpSpPr>
          <a:xfrm>
            <a:off x="3169767" y="1280159"/>
            <a:ext cx="5852160" cy="5193793"/>
            <a:chOff x="3169767" y="1280159"/>
            <a:chExt cx="585216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3169767" y="1280159"/>
              <a:ext cx="5852160" cy="4480560"/>
            </a:xfrm>
            <a:prstGeom prst="roundRect">
              <a:avLst>
                <a:gd name="adj" fmla="val 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352647" y="1463039"/>
              <a:ext cx="548640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498951" y="1609343"/>
              <a:ext cx="519379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866894" y="6217920"/>
              <a:ext cx="2457907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MCK-112</a:t>
            </a:r>
          </a:p>
        </p:txBody>
      </p:sp>
      <p:grpSp>
        <p:nvGrpSpPr>
          <p:cNvPr id="8" name="asset:MCK-112"/>
          <p:cNvGrpSpPr/>
          <p:nvPr/>
        </p:nvGrpSpPr>
        <p:grpSpPr>
          <a:xfrm>
            <a:off x="828903" y="1956816"/>
            <a:ext cx="10533888" cy="3867912"/>
            <a:chOff x="828903" y="1956816"/>
            <a:chExt cx="10533888" cy="3867912"/>
          </a:xfrm>
        </p:grpSpPr>
        <p:sp>
          <p:nvSpPr>
            <p:cNvPr id="3" name="Rounded Rectangle 2"/>
            <p:cNvSpPr/>
            <p:nvPr/>
          </p:nvSpPr>
          <p:spPr>
            <a:xfrm>
              <a:off x="828903" y="1956816"/>
              <a:ext cx="10533888" cy="3172968"/>
            </a:xfrm>
            <a:prstGeom prst="roundRect">
              <a:avLst>
                <a:gd name="adj" fmla="val 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975207" y="2103120"/>
              <a:ext cx="10241280" cy="2880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121511" y="2249424"/>
              <a:ext cx="9948672" cy="258775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12978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449927" y="5568696"/>
              <a:ext cx="329184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MCK-113</a:t>
            </a:r>
          </a:p>
        </p:txBody>
      </p:sp>
      <p:grpSp>
        <p:nvGrpSpPr>
          <p:cNvPr id="7" name="asset:MCK-113"/>
          <p:cNvGrpSpPr/>
          <p:nvPr/>
        </p:nvGrpSpPr>
        <p:grpSpPr>
          <a:xfrm>
            <a:off x="4751679" y="1353311"/>
            <a:ext cx="2688336" cy="5157216"/>
            <a:chOff x="4751679" y="1353311"/>
            <a:chExt cx="2688336" cy="5157216"/>
          </a:xfrm>
        </p:grpSpPr>
        <p:sp>
          <p:nvSpPr>
            <p:cNvPr id="3" name="Rounded Rectangle 2"/>
            <p:cNvSpPr/>
            <p:nvPr/>
          </p:nvSpPr>
          <p:spPr>
            <a:xfrm>
              <a:off x="4751679" y="1353311"/>
              <a:ext cx="2688336" cy="5157216"/>
            </a:xfrm>
            <a:prstGeom prst="roundRect">
              <a:avLst>
                <a:gd name="adj" fmla="val 16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861407" y="1463039"/>
              <a:ext cx="2468880" cy="4937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972507" y="1574139"/>
              <a:ext cx="2246680" cy="47155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531297" y="1463039"/>
              <a:ext cx="1129101" cy="18288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MCK-114</a:t>
            </a:r>
          </a:p>
        </p:txBody>
      </p:sp>
      <p:grpSp>
        <p:nvGrpSpPr>
          <p:cNvPr id="7" name="asset:MCK-114"/>
          <p:cNvGrpSpPr/>
          <p:nvPr/>
        </p:nvGrpSpPr>
        <p:grpSpPr>
          <a:xfrm>
            <a:off x="3425799" y="2542032"/>
            <a:ext cx="5340096" cy="2779776"/>
            <a:chOff x="3425799" y="2542032"/>
            <a:chExt cx="5340096" cy="2779776"/>
          </a:xfrm>
        </p:grpSpPr>
        <p:sp>
          <p:nvSpPr>
            <p:cNvPr id="3" name="Rounded Rectangle 2"/>
            <p:cNvSpPr/>
            <p:nvPr/>
          </p:nvSpPr>
          <p:spPr>
            <a:xfrm>
              <a:off x="3425799" y="2542032"/>
              <a:ext cx="5340096" cy="2779776"/>
            </a:xfrm>
            <a:prstGeom prst="roundRect">
              <a:avLst>
                <a:gd name="adj" fmla="val 1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35527" y="2651760"/>
              <a:ext cx="5120640" cy="2560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681831" y="2798064"/>
              <a:ext cx="4828031" cy="22677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517239" y="3375964"/>
              <a:ext cx="146304" cy="111191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MCK-115</a:t>
            </a:r>
          </a:p>
        </p:txBody>
      </p:sp>
      <p:grpSp>
        <p:nvGrpSpPr>
          <p:cNvPr id="8" name="asset:MCK-115"/>
          <p:cNvGrpSpPr/>
          <p:nvPr/>
        </p:nvGrpSpPr>
        <p:grpSpPr>
          <a:xfrm>
            <a:off x="4175607" y="1463040"/>
            <a:ext cx="3840479" cy="4937759"/>
            <a:chOff x="4175607" y="1463040"/>
            <a:chExt cx="3840479" cy="4937759"/>
          </a:xfrm>
        </p:grpSpPr>
        <p:sp>
          <p:nvSpPr>
            <p:cNvPr id="3" name="Rounded Rectangle 2"/>
            <p:cNvSpPr/>
            <p:nvPr/>
          </p:nvSpPr>
          <p:spPr>
            <a:xfrm>
              <a:off x="4175607" y="1463040"/>
              <a:ext cx="3840479" cy="4937759"/>
            </a:xfrm>
            <a:prstGeom prst="roundRect">
              <a:avLst>
                <a:gd name="adj" fmla="val 5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449927" y="1737360"/>
              <a:ext cx="3291839" cy="4389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96231" y="1883664"/>
              <a:ext cx="2999232" cy="409651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57276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6181344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MCK-116</a:t>
            </a:r>
          </a:p>
        </p:txBody>
      </p:sp>
      <p:grpSp>
        <p:nvGrpSpPr>
          <p:cNvPr id="9" name="asset:MCK-116"/>
          <p:cNvGrpSpPr/>
          <p:nvPr/>
        </p:nvGrpSpPr>
        <p:grpSpPr>
          <a:xfrm>
            <a:off x="4844643" y="1179576"/>
            <a:ext cx="2630424" cy="4224528"/>
            <a:chOff x="4844643" y="1179576"/>
            <a:chExt cx="2630424" cy="422452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320101" y="1179576"/>
              <a:ext cx="1551492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320101" y="4718304"/>
              <a:ext cx="1551492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44643" y="1819656"/>
              <a:ext cx="2502407" cy="2944368"/>
            </a:xfrm>
            <a:prstGeom prst="roundRect">
              <a:avLst>
                <a:gd name="adj" fmla="val 2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47051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90947" y="1965960"/>
              <a:ext cx="2209800" cy="2651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090388" y="2065401"/>
              <a:ext cx="2010918" cy="2452878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MCK-117</a:t>
            </a:r>
          </a:p>
        </p:txBody>
      </p:sp>
      <p:grpSp>
        <p:nvGrpSpPr>
          <p:cNvPr id="17" name="asset:MCK-117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54864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622127" y="1700784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0329519" y="1700784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459839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22933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828135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891229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96431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59525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564727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627821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459839" y="3520440"/>
              <a:ext cx="9272015" cy="2578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606143" y="3666744"/>
              <a:ext cx="8979407" cy="22860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메인 차트 위젯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MCK-118</a:t>
            </a:r>
          </a:p>
        </p:txBody>
      </p:sp>
      <p:grpSp>
        <p:nvGrpSpPr>
          <p:cNvPr id="24" name="asset:MCK-118"/>
          <p:cNvGrpSpPr/>
          <p:nvPr/>
        </p:nvGrpSpPr>
        <p:grpSpPr>
          <a:xfrm>
            <a:off x="1554480" y="1417320"/>
            <a:ext cx="8778240" cy="5074920"/>
            <a:chOff x="1554480" y="1417320"/>
            <a:chExt cx="8778240" cy="5074920"/>
          </a:xfrm>
        </p:grpSpPr>
        <p:sp>
          <p:nvSpPr>
            <p:cNvPr id="3" name="Rounded Rectangle 2"/>
            <p:cNvSpPr/>
            <p:nvPr/>
          </p:nvSpPr>
          <p:spPr>
            <a:xfrm>
              <a:off x="1554480" y="1417320"/>
              <a:ext cx="6766560" cy="3657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554480" y="1417320"/>
              <a:ext cx="6766560" cy="3657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55648" y="153162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975104" y="153162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194560" y="153162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691639" y="1874519"/>
              <a:ext cx="649224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37943" y="2020824"/>
              <a:ext cx="6199632" cy="27706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560320" y="2148840"/>
              <a:ext cx="6766560" cy="3657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60320" y="2148840"/>
              <a:ext cx="6766560" cy="3657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761488" y="226314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980944" y="226314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200400" y="226314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697479" y="2606040"/>
              <a:ext cx="649224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43784" y="2752344"/>
              <a:ext cx="6199632" cy="27706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7" name="asset:_front"/>
            <p:cNvSpPr/>
            <p:nvPr/>
          </p:nvSpPr>
          <p:spPr>
            <a:xfrm>
              <a:off x="3566160" y="2834640"/>
              <a:ext cx="6766560" cy="3657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566160" y="2834640"/>
              <a:ext cx="6766560" cy="3657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3767328" y="294894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3986784" y="294894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4206240" y="294894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703320" y="3291840"/>
              <a:ext cx="649224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849624" y="3438144"/>
              <a:ext cx="6199632" cy="27706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MCK-119</a:t>
            </a:r>
          </a:p>
        </p:txBody>
      </p:sp>
      <p:grpSp>
        <p:nvGrpSpPr>
          <p:cNvPr id="15" name="asset:MCK-119"/>
          <p:cNvGrpSpPr/>
          <p:nvPr/>
        </p:nvGrpSpPr>
        <p:grpSpPr>
          <a:xfrm>
            <a:off x="2864967" y="1508760"/>
            <a:ext cx="6461760" cy="4846320"/>
            <a:chOff x="2864967" y="1508760"/>
            <a:chExt cx="646176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2864967" y="1508760"/>
              <a:ext cx="646176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011271" y="1655064"/>
              <a:ext cx="6169151" cy="4553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157575" y="1801368"/>
              <a:ext cx="5876543" cy="426110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삽입)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230727" y="1874520"/>
              <a:ext cx="2584704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10800000">
              <a:off x="5033314" y="3491179"/>
              <a:ext cx="201168" cy="274320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932730" y="3253435"/>
              <a:ext cx="420624" cy="420624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6842607" y="4751222"/>
              <a:ext cx="201168" cy="274320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742023" y="4513478"/>
              <a:ext cx="420624" cy="420624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8005724" y="3394252"/>
              <a:ext cx="201168" cy="274320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905140" y="3156508"/>
              <a:ext cx="420624" cy="420624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5937961" y="5332780"/>
              <a:ext cx="201168" cy="27432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837377" y="5095036"/>
              <a:ext cx="420624" cy="420624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MCK-120</a:t>
            </a:r>
          </a:p>
        </p:txBody>
      </p:sp>
      <p:grpSp>
        <p:nvGrpSpPr>
          <p:cNvPr id="12" name="asset:MCK-120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4572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3807" y="1965960"/>
              <a:ext cx="2377440" cy="43891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3535" y="214884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3535" y="269748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3535" y="324612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13535" y="379476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64127" y="2148840"/>
              <a:ext cx="7040880" cy="40233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0431" y="2295144"/>
              <a:ext cx="6748272" cy="37307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파일 리스트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(행 목록 삽입)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MCK-121</a:t>
            </a:r>
          </a:p>
        </p:txBody>
      </p:sp>
      <p:grpSp>
        <p:nvGrpSpPr>
          <p:cNvPr id="7" name="asset:MCK-121"/>
          <p:cNvGrpSpPr/>
          <p:nvPr/>
        </p:nvGrpSpPr>
        <p:grpSpPr>
          <a:xfrm>
            <a:off x="3120999" y="1330452"/>
            <a:ext cx="5949696" cy="5047488"/>
            <a:chOff x="3120999" y="1330452"/>
            <a:chExt cx="5949696" cy="5047488"/>
          </a:xfrm>
        </p:grpSpPr>
        <p:sp>
          <p:nvSpPr>
            <p:cNvPr id="3" name="Rounded Rectangle 2"/>
            <p:cNvSpPr/>
            <p:nvPr/>
          </p:nvSpPr>
          <p:spPr>
            <a:xfrm>
              <a:off x="3120999" y="1330452"/>
              <a:ext cx="5949696" cy="4517136"/>
            </a:xfrm>
            <a:prstGeom prst="roundRect">
              <a:avLst>
                <a:gd name="adj" fmla="val 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230727" y="1440180"/>
              <a:ext cx="5730240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77031" y="1586484"/>
              <a:ext cx="5437632" cy="40050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(4:3)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230727" y="5920740"/>
              <a:ext cx="5730240" cy="4572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MCK-122</a:t>
            </a:r>
          </a:p>
        </p:txBody>
      </p:sp>
      <p:grpSp>
        <p:nvGrpSpPr>
          <p:cNvPr id="8" name="asset:MCK-122"/>
          <p:cNvGrpSpPr/>
          <p:nvPr/>
        </p:nvGrpSpPr>
        <p:grpSpPr>
          <a:xfrm>
            <a:off x="4037304" y="1216151"/>
            <a:ext cx="4117085" cy="5193793"/>
            <a:chOff x="4037304" y="1216151"/>
            <a:chExt cx="4117085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4494504" y="1216151"/>
              <a:ext cx="3202686" cy="4882896"/>
            </a:xfrm>
            <a:prstGeom prst="roundRect">
              <a:avLst>
                <a:gd name="adj" fmla="val 4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695672" y="1417319"/>
              <a:ext cx="2800350" cy="4480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821688" y="1543335"/>
              <a:ext cx="2548318" cy="4228528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키오스크 화면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(세로터치)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4037304" y="6099048"/>
              <a:ext cx="4117085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247" y="6080760"/>
              <a:ext cx="457200" cy="32918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MCK-123</a:t>
            </a:r>
          </a:p>
        </p:txBody>
      </p:sp>
      <p:grpSp>
        <p:nvGrpSpPr>
          <p:cNvPr id="12" name="asset:MCK-123"/>
          <p:cNvGrpSpPr/>
          <p:nvPr/>
        </p:nvGrpSpPr>
        <p:grpSpPr>
          <a:xfrm>
            <a:off x="2794863" y="1252728"/>
            <a:ext cx="6601968" cy="5358383"/>
            <a:chOff x="2794863" y="1252728"/>
            <a:chExt cx="6601968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2794863" y="1252728"/>
              <a:ext cx="6601968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794863" y="1252728"/>
              <a:ext cx="6601968" cy="457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996031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215487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434943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3754983" y="1325880"/>
              <a:ext cx="1848551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77743" y="1755648"/>
              <a:ext cx="6236207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41167" y="2130552"/>
              <a:ext cx="6309359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87471" y="2276856"/>
              <a:ext cx="6016751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MCK-124</a:t>
            </a:r>
          </a:p>
        </p:txBody>
      </p:sp>
      <p:grpSp>
        <p:nvGrpSpPr>
          <p:cNvPr id="8" name="asset:MCK-124"/>
          <p:cNvGrpSpPr/>
          <p:nvPr/>
        </p:nvGrpSpPr>
        <p:grpSpPr>
          <a:xfrm>
            <a:off x="2250795" y="1549908"/>
            <a:ext cx="7690104" cy="4645152"/>
            <a:chOff x="2250795" y="1549908"/>
            <a:chExt cx="7690104" cy="4645152"/>
          </a:xfrm>
        </p:grpSpPr>
        <p:sp>
          <p:nvSpPr>
            <p:cNvPr id="3" name="Rounded Rectangle 2"/>
            <p:cNvSpPr/>
            <p:nvPr/>
          </p:nvSpPr>
          <p:spPr>
            <a:xfrm>
              <a:off x="2982315" y="1549908"/>
              <a:ext cx="6227064" cy="4261104"/>
            </a:xfrm>
            <a:prstGeom prst="roundRect">
              <a:avLst>
                <a:gd name="adj" fmla="val 3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46907" y="1714500"/>
              <a:ext cx="5897879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93211" y="1860804"/>
              <a:ext cx="5605271" cy="3639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2250795" y="5811012"/>
              <a:ext cx="7690104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6587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MCK-125</a:t>
            </a:r>
          </a:p>
        </p:txBody>
      </p:sp>
      <p:grpSp>
        <p:nvGrpSpPr>
          <p:cNvPr id="8" name="asset:MCK-125"/>
          <p:cNvGrpSpPr/>
          <p:nvPr/>
        </p:nvGrpSpPr>
        <p:grpSpPr>
          <a:xfrm>
            <a:off x="2621127" y="1280159"/>
            <a:ext cx="6949440" cy="5193793"/>
            <a:chOff x="2621127" y="1280159"/>
            <a:chExt cx="694944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2621127" y="1280159"/>
              <a:ext cx="6949440" cy="4480560"/>
            </a:xfrm>
            <a:prstGeom prst="roundRect">
              <a:avLst>
                <a:gd name="adj" fmla="val 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804007" y="1463039"/>
              <a:ext cx="658368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950311" y="1609343"/>
              <a:ext cx="629107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24247" y="6217920"/>
              <a:ext cx="274320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MCK-126</a:t>
            </a:r>
          </a:p>
        </p:txBody>
      </p:sp>
      <p:grpSp>
        <p:nvGrpSpPr>
          <p:cNvPr id="8" name="asset:MCK-126"/>
          <p:cNvGrpSpPr/>
          <p:nvPr/>
        </p:nvGrpSpPr>
        <p:grpSpPr>
          <a:xfrm>
            <a:off x="1999335" y="1751076"/>
            <a:ext cx="8193024" cy="4279392"/>
            <a:chOff x="1999335" y="1751076"/>
            <a:chExt cx="8193024" cy="4279392"/>
          </a:xfrm>
        </p:grpSpPr>
        <p:sp>
          <p:nvSpPr>
            <p:cNvPr id="3" name="Rounded Rectangle 2"/>
            <p:cNvSpPr/>
            <p:nvPr/>
          </p:nvSpPr>
          <p:spPr>
            <a:xfrm>
              <a:off x="1999335" y="1751076"/>
              <a:ext cx="8193024" cy="3584448"/>
            </a:xfrm>
            <a:prstGeom prst="roundRect">
              <a:avLst>
                <a:gd name="adj" fmla="val 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145639" y="1897380"/>
              <a:ext cx="7900416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291943" y="2043684"/>
              <a:ext cx="7607808" cy="29992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33552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03033" y="5774436"/>
              <a:ext cx="2785628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MCK-127</a:t>
            </a:r>
          </a:p>
        </p:txBody>
      </p:sp>
      <p:grpSp>
        <p:nvGrpSpPr>
          <p:cNvPr id="7" name="asset:MCK-127"/>
          <p:cNvGrpSpPr/>
          <p:nvPr/>
        </p:nvGrpSpPr>
        <p:grpSpPr>
          <a:xfrm>
            <a:off x="4875123" y="1353311"/>
            <a:ext cx="2441448" cy="5157216"/>
            <a:chOff x="4875123" y="1353311"/>
            <a:chExt cx="2441448" cy="5157216"/>
          </a:xfrm>
        </p:grpSpPr>
        <p:sp>
          <p:nvSpPr>
            <p:cNvPr id="3" name="Rounded Rectangle 2"/>
            <p:cNvSpPr/>
            <p:nvPr/>
          </p:nvSpPr>
          <p:spPr>
            <a:xfrm>
              <a:off x="4875123" y="1353311"/>
              <a:ext cx="2441448" cy="5157216"/>
            </a:xfrm>
            <a:prstGeom prst="roundRect">
              <a:avLst>
                <a:gd name="adj" fmla="val 16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84851" y="1463039"/>
              <a:ext cx="2221992" cy="4937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84841" y="1563029"/>
              <a:ext cx="2022012" cy="47377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583143" y="1463039"/>
              <a:ext cx="1025408" cy="18288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MCK-128</a:t>
            </a:r>
          </a:p>
        </p:txBody>
      </p:sp>
      <p:grpSp>
        <p:nvGrpSpPr>
          <p:cNvPr id="7" name="asset:MCK-128"/>
          <p:cNvGrpSpPr/>
          <p:nvPr/>
        </p:nvGrpSpPr>
        <p:grpSpPr>
          <a:xfrm>
            <a:off x="3425799" y="2670048"/>
            <a:ext cx="5340096" cy="2523744"/>
            <a:chOff x="3425799" y="2670048"/>
            <a:chExt cx="5340096" cy="2523744"/>
          </a:xfrm>
        </p:grpSpPr>
        <p:sp>
          <p:nvSpPr>
            <p:cNvPr id="3" name="Rounded Rectangle 2"/>
            <p:cNvSpPr/>
            <p:nvPr/>
          </p:nvSpPr>
          <p:spPr>
            <a:xfrm>
              <a:off x="3425799" y="2670048"/>
              <a:ext cx="5340096" cy="2523744"/>
            </a:xfrm>
            <a:prstGeom prst="roundRect">
              <a:avLst>
                <a:gd name="adj" fmla="val 1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35527" y="2779776"/>
              <a:ext cx="5120640" cy="23042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673784" y="2918033"/>
              <a:ext cx="4844125" cy="202777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517239" y="3427171"/>
              <a:ext cx="146304" cy="1009497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MCK-129</a:t>
            </a:r>
          </a:p>
        </p:txBody>
      </p:sp>
      <p:grpSp>
        <p:nvGrpSpPr>
          <p:cNvPr id="8" name="asset:MCK-129"/>
          <p:cNvGrpSpPr/>
          <p:nvPr/>
        </p:nvGrpSpPr>
        <p:grpSpPr>
          <a:xfrm>
            <a:off x="2895447" y="1828800"/>
            <a:ext cx="6400800" cy="4206240"/>
            <a:chOff x="2895447" y="1828800"/>
            <a:chExt cx="64008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2895447" y="1828800"/>
              <a:ext cx="6400800" cy="4206240"/>
            </a:xfrm>
            <a:prstGeom prst="roundRect">
              <a:avLst>
                <a:gd name="adj" fmla="val 5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69767" y="2103120"/>
              <a:ext cx="5852160" cy="3657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16071" y="2249424"/>
              <a:ext cx="5559552" cy="336499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93852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5815583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MCK-130</a:t>
            </a:r>
          </a:p>
        </p:txBody>
      </p:sp>
      <p:grpSp>
        <p:nvGrpSpPr>
          <p:cNvPr id="9" name="asset:MCK-130"/>
          <p:cNvGrpSpPr/>
          <p:nvPr/>
        </p:nvGrpSpPr>
        <p:grpSpPr>
          <a:xfrm>
            <a:off x="4806543" y="1552956"/>
            <a:ext cx="2706624" cy="3477768"/>
            <a:chOff x="4806543" y="1552956"/>
            <a:chExt cx="2706624" cy="347776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296479" y="1552956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296479" y="4344924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06543" y="2193036"/>
              <a:ext cx="2578608" cy="2197608"/>
            </a:xfrm>
            <a:prstGeom prst="roundRect">
              <a:avLst>
                <a:gd name="adj" fmla="val 28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85151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52847" y="2339340"/>
              <a:ext cx="2286000" cy="1905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055717" y="2442210"/>
              <a:ext cx="2080260" cy="16992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