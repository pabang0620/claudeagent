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MCK-002</a:t>
            </a:r>
          </a:p>
        </p:txBody>
      </p:sp>
      <p:grpSp>
        <p:nvGrpSpPr>
          <p:cNvPr id="10" name="asset:MCK-002"/>
          <p:cNvGrpSpPr/>
          <p:nvPr/>
        </p:nvGrpSpPr>
        <p:grpSpPr>
          <a:xfrm>
            <a:off x="502920" y="457200"/>
            <a:ext cx="11155680" cy="5349240"/>
            <a:chOff x="502920" y="457200"/>
            <a:chExt cx="11155680" cy="534924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노트북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화면(베젤) + 하단 베이스 사다리꼴 (제품·서비스 화면 삽입)</a:t>
              </a:r>
            </a:p>
          </p:txBody>
        </p:sp>
        <p:sp>
          <p:nvSpPr>
            <p:cNvPr id="5" name="MCK-002_bg"/>
            <p:cNvSpPr/>
            <p:nvPr/>
          </p:nvSpPr>
          <p:spPr>
            <a:xfrm>
              <a:off x="2514600" y="1417320"/>
              <a:ext cx="7132320" cy="3931920"/>
            </a:xfrm>
            <a:prstGeom prst="roundRect">
              <a:avLst>
                <a:gd name="adj" fmla="val 3000"/>
              </a:avLst>
            </a:prstGeom>
            <a:solidFill>
              <a:srgbClr val="16233B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97480" y="1600200"/>
              <a:ext cx="6766559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843784" y="1746504"/>
              <a:ext cx="6473951" cy="32735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8" name="Trapezoid 7"/>
            <p:cNvSpPr/>
            <p:nvPr/>
          </p:nvSpPr>
          <p:spPr>
            <a:xfrm>
              <a:off x="1737360" y="5349240"/>
              <a:ext cx="8686800" cy="457200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440680" y="5422392"/>
              <a:ext cx="1280160" cy="128016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MCK-003</a:t>
            </a:r>
          </a:p>
        </p:txBody>
      </p:sp>
      <p:grpSp>
        <p:nvGrpSpPr>
          <p:cNvPr id="10" name="asset:MCK-003"/>
          <p:cNvGrpSpPr/>
          <p:nvPr/>
        </p:nvGrpSpPr>
        <p:grpSpPr>
          <a:xfrm>
            <a:off x="502920" y="457200"/>
            <a:ext cx="11155680" cy="5641848"/>
            <a:chOff x="502920" y="457200"/>
            <a:chExt cx="11155680" cy="564184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데스크톱 모니터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화면(베젤) + 넥 + 스탠드 (관리자·대시보드 화면 삽입)</a:t>
              </a:r>
            </a:p>
          </p:txBody>
        </p:sp>
        <p:sp>
          <p:nvSpPr>
            <p:cNvPr id="5" name="MCK-003_bg"/>
            <p:cNvSpPr/>
            <p:nvPr/>
          </p:nvSpPr>
          <p:spPr>
            <a:xfrm>
              <a:off x="2377440" y="1371600"/>
              <a:ext cx="7406640" cy="3977639"/>
            </a:xfrm>
            <a:prstGeom prst="roundRect">
              <a:avLst>
                <a:gd name="adj" fmla="val 3000"/>
              </a:avLst>
            </a:prstGeom>
            <a:solidFill>
              <a:srgbClr val="16233B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78608" y="1572768"/>
              <a:ext cx="7004303" cy="357530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724912" y="1719072"/>
              <a:ext cx="6711695" cy="3282696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760720" y="5349240"/>
              <a:ext cx="640080" cy="5029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617720" y="5806440"/>
              <a:ext cx="2926080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MCK-004</a:t>
            </a:r>
          </a:p>
        </p:txBody>
      </p:sp>
      <p:grpSp>
        <p:nvGrpSpPr>
          <p:cNvPr id="9" name="asset:MCK-004"/>
          <p:cNvGrpSpPr/>
          <p:nvPr/>
        </p:nvGrpSpPr>
        <p:grpSpPr>
          <a:xfrm>
            <a:off x="502920" y="457200"/>
            <a:ext cx="11155680" cy="5852160"/>
            <a:chOff x="502920" y="457200"/>
            <a:chExt cx="11155680" cy="58521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모바일 폰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라운드 바디 + 노치 + 세로 화면 (모바일 앱·반응형 화면 삽입)</a:t>
              </a:r>
            </a:p>
          </p:txBody>
        </p:sp>
        <p:sp>
          <p:nvSpPr>
            <p:cNvPr id="5" name="MCK-004_bg"/>
            <p:cNvSpPr/>
            <p:nvPr/>
          </p:nvSpPr>
          <p:spPr>
            <a:xfrm>
              <a:off x="5074920" y="1371600"/>
              <a:ext cx="2331720" cy="4937760"/>
            </a:xfrm>
            <a:prstGeom prst="roundRect">
              <a:avLst>
                <a:gd name="adj" fmla="val 14000"/>
              </a:avLst>
            </a:prstGeom>
            <a:solidFill>
              <a:srgbClr val="16233B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02936" y="1499616"/>
              <a:ext cx="2075687" cy="46817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296341" y="1593021"/>
              <a:ext cx="1888876" cy="4494916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삽입 영역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83579" y="1499616"/>
              <a:ext cx="914400" cy="201168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MCK-005</a:t>
            </a:r>
          </a:p>
        </p:txBody>
      </p:sp>
      <p:grpSp>
        <p:nvGrpSpPr>
          <p:cNvPr id="10" name="asset:MCK-005"/>
          <p:cNvGrpSpPr/>
          <p:nvPr/>
        </p:nvGrpSpPr>
        <p:grpSpPr>
          <a:xfrm>
            <a:off x="502920" y="457200"/>
            <a:ext cx="11155680" cy="5623560"/>
            <a:chOff x="502920" y="457200"/>
            <a:chExt cx="11155680" cy="562356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태블릿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라운드 바디 + 화면 + 카메라 도트 (4:3 화면·산출물 미리보기 삽입)</a:t>
              </a:r>
            </a:p>
          </p:txBody>
        </p:sp>
        <p:sp>
          <p:nvSpPr>
            <p:cNvPr id="5" name="MCK-005_bg"/>
            <p:cNvSpPr/>
            <p:nvPr/>
          </p:nvSpPr>
          <p:spPr>
            <a:xfrm>
              <a:off x="3078327" y="1508760"/>
              <a:ext cx="6035040" cy="4572000"/>
            </a:xfrm>
            <a:prstGeom prst="roundRect">
              <a:avLst>
                <a:gd name="adj" fmla="val 5000"/>
              </a:avLst>
            </a:prstGeom>
            <a:solidFill>
              <a:srgbClr val="16233B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70935" y="1801368"/>
              <a:ext cx="5449824" cy="39867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517239" y="1947672"/>
              <a:ext cx="5157216" cy="3694176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 삽입 영역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(스크린샷 삽입)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050127" y="161848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995263" y="586130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MCK-010</a:t>
            </a:r>
          </a:p>
        </p:txBody>
      </p:sp>
      <p:grpSp>
        <p:nvGrpSpPr>
          <p:cNvPr id="9" name="asset:MCK-010"/>
          <p:cNvGrpSpPr/>
          <p:nvPr/>
        </p:nvGrpSpPr>
        <p:grpSpPr>
          <a:xfrm>
            <a:off x="502920" y="457200"/>
            <a:ext cx="11155680" cy="6617970"/>
            <a:chOff x="502920" y="457200"/>
            <a:chExt cx="11155680" cy="661797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프레젠테이션 화면 목업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16:9 스크린 + 하단 캡션바 (발표 슬라이드·산출물 미리보기 삽입)</a:t>
              </a:r>
            </a:p>
          </p:txBody>
        </p:sp>
        <p:sp>
          <p:nvSpPr>
            <p:cNvPr id="5" name="MCK-010_bg"/>
            <p:cNvSpPr/>
            <p:nvPr/>
          </p:nvSpPr>
          <p:spPr>
            <a:xfrm>
              <a:off x="1688439" y="1444752"/>
              <a:ext cx="8814816" cy="5054346"/>
            </a:xfrm>
            <a:prstGeom prst="roundRect">
              <a:avLst>
                <a:gd name="adj" fmla="val 2000"/>
              </a:avLst>
            </a:prstGeom>
            <a:solidFill>
              <a:srgbClr val="16233B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798167" y="1554480"/>
              <a:ext cx="8595360" cy="48348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44471" y="1700784"/>
              <a:ext cx="8302752" cy="454228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 삽입 영역 (16:9)</a:t>
              </a:r>
            </a:p>
            <a:p>
              <a:pPr algn="ct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(슬라이드 스크린샷 삽입)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798167" y="6572250"/>
              <a:ext cx="8595360" cy="5029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 (치환)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