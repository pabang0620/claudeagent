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MCK-179</a:t>
            </a:r>
          </a:p>
        </p:txBody>
      </p:sp>
      <p:grpSp>
        <p:nvGrpSpPr>
          <p:cNvPr id="12" name="asset:MCK-179"/>
          <p:cNvGrpSpPr/>
          <p:nvPr/>
        </p:nvGrpSpPr>
        <p:grpSpPr>
          <a:xfrm>
            <a:off x="2584551" y="1252728"/>
            <a:ext cx="7022592" cy="5358383"/>
            <a:chOff x="2584551" y="1252728"/>
            <a:chExt cx="7022592" cy="5358383"/>
          </a:xfrm>
        </p:grpSpPr>
        <p:sp>
          <p:nvSpPr>
            <p:cNvPr id="3" name="Rounded Rectangle 2"/>
            <p:cNvSpPr/>
            <p:nvPr/>
          </p:nvSpPr>
          <p:spPr>
            <a:xfrm>
              <a:off x="2584551" y="1252728"/>
              <a:ext cx="7022592" cy="5358383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584551" y="1252728"/>
              <a:ext cx="7022592" cy="457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785719" y="1412748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3005175" y="1412748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3224631" y="1412748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 Same Side Corner Rectangle 7"/>
            <p:cNvSpPr/>
            <p:nvPr/>
          </p:nvSpPr>
          <p:spPr>
            <a:xfrm>
              <a:off x="3544671" y="1325880"/>
              <a:ext cx="1966325" cy="329184"/>
            </a:xfrm>
            <a:prstGeom prst="round2Same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탭 · 제목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767431" y="1755648"/>
              <a:ext cx="6656831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https://  주소 표시줄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730855" y="2130552"/>
              <a:ext cx="6729983" cy="4206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877159" y="2276856"/>
              <a:ext cx="6437375" cy="391363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브라우저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MCK-180</a:t>
            </a:r>
          </a:p>
        </p:txBody>
      </p:sp>
      <p:grpSp>
        <p:nvGrpSpPr>
          <p:cNvPr id="8" name="asset:MCK-180"/>
          <p:cNvGrpSpPr/>
          <p:nvPr/>
        </p:nvGrpSpPr>
        <p:grpSpPr>
          <a:xfrm>
            <a:off x="2578455" y="1549908"/>
            <a:ext cx="7034784" cy="4645152"/>
            <a:chOff x="2578455" y="1549908"/>
            <a:chExt cx="7034784" cy="4645152"/>
          </a:xfrm>
        </p:grpSpPr>
        <p:sp>
          <p:nvSpPr>
            <p:cNvPr id="3" name="Rounded Rectangle 2"/>
            <p:cNvSpPr/>
            <p:nvPr/>
          </p:nvSpPr>
          <p:spPr>
            <a:xfrm>
              <a:off x="3309975" y="1549908"/>
              <a:ext cx="5571744" cy="4261104"/>
            </a:xfrm>
            <a:prstGeom prst="roundRect">
              <a:avLst>
                <a:gd name="adj" fmla="val 3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474567" y="1714500"/>
              <a:ext cx="5242560" cy="3931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620871" y="1860804"/>
              <a:ext cx="4949952" cy="363931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노트북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Trapezoid 5"/>
            <p:cNvSpPr/>
            <p:nvPr/>
          </p:nvSpPr>
          <p:spPr>
            <a:xfrm>
              <a:off x="2578455" y="5811012"/>
              <a:ext cx="7034784" cy="384048"/>
            </a:xfrm>
            <a:prstGeom prst="trapezoid">
              <a:avLst>
                <a:gd name="adj" fmla="val 6000"/>
              </a:avLst>
            </a:prstGeom>
            <a:solidFill>
              <a:srgbClr val="D9D9D9"/>
            </a:solidFill>
            <a:ln w="1270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455767" y="5865876"/>
              <a:ext cx="1280160" cy="109728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MCK-181</a:t>
            </a:r>
          </a:p>
        </p:txBody>
      </p:sp>
      <p:grpSp>
        <p:nvGrpSpPr>
          <p:cNvPr id="8" name="asset:MCK-181"/>
          <p:cNvGrpSpPr/>
          <p:nvPr/>
        </p:nvGrpSpPr>
        <p:grpSpPr>
          <a:xfrm>
            <a:off x="3341217" y="1280159"/>
            <a:ext cx="5509260" cy="5193793"/>
            <a:chOff x="3341217" y="1280159"/>
            <a:chExt cx="5509260" cy="5193793"/>
          </a:xfrm>
        </p:grpSpPr>
        <p:sp>
          <p:nvSpPr>
            <p:cNvPr id="3" name="Rounded Rectangle 2"/>
            <p:cNvSpPr/>
            <p:nvPr/>
          </p:nvSpPr>
          <p:spPr>
            <a:xfrm>
              <a:off x="3341217" y="1280159"/>
              <a:ext cx="5509260" cy="4480560"/>
            </a:xfrm>
            <a:prstGeom prst="roundRect">
              <a:avLst>
                <a:gd name="adj" fmla="val 2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524097" y="1463039"/>
              <a:ext cx="5143500" cy="411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670401" y="1609343"/>
              <a:ext cx="4850892" cy="382219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모니터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821527" y="5760720"/>
              <a:ext cx="548640" cy="45720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rapezoid 6"/>
            <p:cNvSpPr/>
            <p:nvPr/>
          </p:nvSpPr>
          <p:spPr>
            <a:xfrm>
              <a:off x="4938903" y="6217920"/>
              <a:ext cx="2313889" cy="256032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MCK-182</a:t>
            </a:r>
          </a:p>
        </p:txBody>
      </p:sp>
      <p:grpSp>
        <p:nvGrpSpPr>
          <p:cNvPr id="8" name="asset:MCK-182"/>
          <p:cNvGrpSpPr/>
          <p:nvPr/>
        </p:nvGrpSpPr>
        <p:grpSpPr>
          <a:xfrm>
            <a:off x="2493111" y="1751076"/>
            <a:ext cx="7205472" cy="4279392"/>
            <a:chOff x="2493111" y="1751076"/>
            <a:chExt cx="7205472" cy="4279392"/>
          </a:xfrm>
        </p:grpSpPr>
        <p:sp>
          <p:nvSpPr>
            <p:cNvPr id="3" name="Rounded Rectangle 2"/>
            <p:cNvSpPr/>
            <p:nvPr/>
          </p:nvSpPr>
          <p:spPr>
            <a:xfrm>
              <a:off x="2493111" y="1751076"/>
              <a:ext cx="7205472" cy="3584448"/>
            </a:xfrm>
            <a:prstGeom prst="roundRect">
              <a:avLst>
                <a:gd name="adj" fmla="val 2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639415" y="1897380"/>
              <a:ext cx="6912864" cy="32918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785719" y="2043684"/>
              <a:ext cx="6620256" cy="299923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와이드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775807" y="5335524"/>
              <a:ext cx="640080" cy="43891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rapezoid 6"/>
            <p:cNvSpPr/>
            <p:nvPr/>
          </p:nvSpPr>
          <p:spPr>
            <a:xfrm>
              <a:off x="4870917" y="5774436"/>
              <a:ext cx="2449860" cy="256032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MCK-183</a:t>
            </a:r>
          </a:p>
        </p:txBody>
      </p:sp>
      <p:grpSp>
        <p:nvGrpSpPr>
          <p:cNvPr id="7" name="asset:MCK-183"/>
          <p:cNvGrpSpPr/>
          <p:nvPr/>
        </p:nvGrpSpPr>
        <p:grpSpPr>
          <a:xfrm>
            <a:off x="4660239" y="1465072"/>
            <a:ext cx="2871215" cy="4933696"/>
            <a:chOff x="4660239" y="1465072"/>
            <a:chExt cx="2871215" cy="4933696"/>
          </a:xfrm>
        </p:grpSpPr>
        <p:sp>
          <p:nvSpPr>
            <p:cNvPr id="3" name="Rounded Rectangle 2"/>
            <p:cNvSpPr/>
            <p:nvPr/>
          </p:nvSpPr>
          <p:spPr>
            <a:xfrm>
              <a:off x="4660239" y="1465072"/>
              <a:ext cx="2871215" cy="4933696"/>
            </a:xfrm>
            <a:prstGeom prst="roundRect">
              <a:avLst>
                <a:gd name="adj" fmla="val 16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769967" y="1574800"/>
              <a:ext cx="2651760" cy="471423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889296" y="1694129"/>
              <a:ext cx="2413101" cy="447558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모바일 화면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(세로)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492892" y="1574800"/>
              <a:ext cx="1205910" cy="18288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MCK-184</a:t>
            </a:r>
          </a:p>
        </p:txBody>
      </p:sp>
      <p:grpSp>
        <p:nvGrpSpPr>
          <p:cNvPr id="7" name="asset:MCK-184"/>
          <p:cNvGrpSpPr/>
          <p:nvPr/>
        </p:nvGrpSpPr>
        <p:grpSpPr>
          <a:xfrm>
            <a:off x="4157319" y="2450591"/>
            <a:ext cx="3877056" cy="2962656"/>
            <a:chOff x="4157319" y="2450591"/>
            <a:chExt cx="3877056" cy="2962656"/>
          </a:xfrm>
        </p:grpSpPr>
        <p:sp>
          <p:nvSpPr>
            <p:cNvPr id="3" name="Rounded Rectangle 2"/>
            <p:cNvSpPr/>
            <p:nvPr/>
          </p:nvSpPr>
          <p:spPr>
            <a:xfrm>
              <a:off x="4157319" y="2450591"/>
              <a:ext cx="3877056" cy="2962656"/>
            </a:xfrm>
            <a:prstGeom prst="roundRect">
              <a:avLst>
                <a:gd name="adj" fmla="val 12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267047" y="2560320"/>
              <a:ext cx="3657600" cy="2743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413351" y="2706624"/>
              <a:ext cx="3364992" cy="245059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모바일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(가로)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248759" y="3339388"/>
              <a:ext cx="146304" cy="1185062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MCK-185</a:t>
            </a:r>
          </a:p>
        </p:txBody>
      </p:sp>
      <p:grpSp>
        <p:nvGrpSpPr>
          <p:cNvPr id="8" name="asset:MCK-185"/>
          <p:cNvGrpSpPr/>
          <p:nvPr/>
        </p:nvGrpSpPr>
        <p:grpSpPr>
          <a:xfrm>
            <a:off x="4449927" y="1463040"/>
            <a:ext cx="3291840" cy="4937759"/>
            <a:chOff x="4449927" y="1463040"/>
            <a:chExt cx="3291840" cy="4937759"/>
          </a:xfrm>
        </p:grpSpPr>
        <p:sp>
          <p:nvSpPr>
            <p:cNvPr id="3" name="Rounded Rectangle 2"/>
            <p:cNvSpPr/>
            <p:nvPr/>
          </p:nvSpPr>
          <p:spPr>
            <a:xfrm>
              <a:off x="4449927" y="1463040"/>
              <a:ext cx="3291840" cy="4937759"/>
            </a:xfrm>
            <a:prstGeom prst="roundRect">
              <a:avLst>
                <a:gd name="adj" fmla="val 5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724247" y="1737360"/>
              <a:ext cx="2743200" cy="43891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847691" y="1860804"/>
              <a:ext cx="2496312" cy="414223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태블릿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6050127" y="1572768"/>
              <a:ext cx="91440" cy="91440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5995263" y="6181344"/>
              <a:ext cx="201168" cy="20116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MCK-186</a:t>
            </a:r>
          </a:p>
        </p:txBody>
      </p:sp>
      <p:grpSp>
        <p:nvGrpSpPr>
          <p:cNvPr id="9" name="asset:MCK-186"/>
          <p:cNvGrpSpPr/>
          <p:nvPr/>
        </p:nvGrpSpPr>
        <p:grpSpPr>
          <a:xfrm>
            <a:off x="4888839" y="1179576"/>
            <a:ext cx="2542032" cy="4224528"/>
            <a:chOff x="4888839" y="1179576"/>
            <a:chExt cx="2542032" cy="4224528"/>
          </a:xfrm>
        </p:grpSpPr>
        <p:sp>
          <p:nvSpPr>
            <p:cNvPr id="3" name="Trapezoid 2"/>
            <p:cNvSpPr/>
            <p:nvPr/>
          </p:nvSpPr>
          <p:spPr>
            <a:xfrm rot="10800000">
              <a:off x="5347502" y="1179576"/>
              <a:ext cx="1496689" cy="685800"/>
            </a:xfrm>
            <a:prstGeom prst="trapezoi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rapezoid 3"/>
            <p:cNvSpPr/>
            <p:nvPr/>
          </p:nvSpPr>
          <p:spPr>
            <a:xfrm>
              <a:off x="5347502" y="4718304"/>
              <a:ext cx="1496689" cy="685800"/>
            </a:xfrm>
            <a:prstGeom prst="trapezoi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888839" y="1819656"/>
              <a:ext cx="2414015" cy="2944368"/>
            </a:xfrm>
            <a:prstGeom prst="roundRect">
              <a:avLst>
                <a:gd name="adj" fmla="val 28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302855" y="3163824"/>
              <a:ext cx="128016" cy="256032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035143" y="1965960"/>
              <a:ext cx="2121408" cy="2651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130606" y="2061423"/>
              <a:ext cx="1930481" cy="2460833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워치 화면</a:t>
              </a:r>
            </a:p>
            <a:p>
              <a:pPr algn="ctr"/>
              <a:r>
                <a:rPr sz="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(원형앱)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MCK-187</a:t>
            </a:r>
          </a:p>
        </p:txBody>
      </p:sp>
      <p:grpSp>
        <p:nvGrpSpPr>
          <p:cNvPr id="13" name="asset:MCK-187"/>
          <p:cNvGrpSpPr/>
          <p:nvPr/>
        </p:nvGrpSpPr>
        <p:grpSpPr>
          <a:xfrm>
            <a:off x="1203807" y="1508760"/>
            <a:ext cx="9784080" cy="4846320"/>
            <a:chOff x="1203807" y="1508760"/>
            <a:chExt cx="978408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1203807" y="1508760"/>
              <a:ext cx="9784080" cy="4846320"/>
            </a:xfrm>
            <a:prstGeom prst="roundRect">
              <a:avLst>
                <a:gd name="adj" fmla="val 2000"/>
              </a:avLst>
            </a:prstGeom>
            <a:solidFill>
              <a:srgbClr val="F7F9FC"/>
            </a:solidFill>
            <a:ln w="190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203807" y="1508760"/>
              <a:ext cx="9784080" cy="54864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대시보드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0622127" y="1700784"/>
              <a:ext cx="164592" cy="164592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0329519" y="1700784"/>
              <a:ext cx="164592" cy="164592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459839" y="2240280"/>
              <a:ext cx="2938271" cy="38587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592061" y="2372502"/>
              <a:ext cx="2673827" cy="3594323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칸반 열 1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(카드 삽입)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26711" y="2240280"/>
              <a:ext cx="2938271" cy="38587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758933" y="2372502"/>
              <a:ext cx="2673827" cy="3594323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칸반 열 2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(카드 삽입)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793583" y="2240280"/>
              <a:ext cx="2938271" cy="38587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925805" y="2372502"/>
              <a:ext cx="2673827" cy="3594323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칸반 열 3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(카드 삽입)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MCK-188</a:t>
            </a:r>
          </a:p>
        </p:txBody>
      </p:sp>
      <p:grpSp>
        <p:nvGrpSpPr>
          <p:cNvPr id="17" name="asset:MCK-188"/>
          <p:cNvGrpSpPr/>
          <p:nvPr/>
        </p:nvGrpSpPr>
        <p:grpSpPr>
          <a:xfrm>
            <a:off x="1249527" y="1920239"/>
            <a:ext cx="9692640" cy="4023360"/>
            <a:chOff x="1249527" y="1920239"/>
            <a:chExt cx="9692640" cy="4023360"/>
          </a:xfrm>
        </p:grpSpPr>
        <p:sp>
          <p:nvSpPr>
            <p:cNvPr id="3" name="Rounded Rectangle 2"/>
            <p:cNvSpPr/>
            <p:nvPr/>
          </p:nvSpPr>
          <p:spPr>
            <a:xfrm>
              <a:off x="1249527" y="1920239"/>
              <a:ext cx="4663440" cy="402336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249527" y="1920239"/>
              <a:ext cx="4663440" cy="36576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450695" y="2034539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670151" y="2034539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889607" y="2034539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386687" y="2377439"/>
              <a:ext cx="4389120" cy="3429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532991" y="2523744"/>
              <a:ext cx="4096511" cy="313639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보조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10" name="asset:_front"/>
            <p:cNvSpPr/>
            <p:nvPr/>
          </p:nvSpPr>
          <p:spPr>
            <a:xfrm>
              <a:off x="6278727" y="1920239"/>
              <a:ext cx="4663440" cy="402336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278727" y="1920239"/>
              <a:ext cx="4663440" cy="36576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6479895" y="2034539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6699351" y="2034539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6918807" y="2034539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415887" y="2377439"/>
              <a:ext cx="4389120" cy="3429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562191" y="2523744"/>
              <a:ext cx="4096511" cy="313639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주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MCK-189</a:t>
            </a:r>
          </a:p>
        </p:txBody>
      </p:sp>
      <p:grpSp>
        <p:nvGrpSpPr>
          <p:cNvPr id="15" name="asset:MCK-189"/>
          <p:cNvGrpSpPr/>
          <p:nvPr/>
        </p:nvGrpSpPr>
        <p:grpSpPr>
          <a:xfrm>
            <a:off x="4278477" y="1508760"/>
            <a:ext cx="3634739" cy="4846320"/>
            <a:chOff x="4278477" y="1508760"/>
            <a:chExt cx="3634739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4278477" y="1508760"/>
              <a:ext cx="3634739" cy="48463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424781" y="1655064"/>
              <a:ext cx="3342132" cy="45537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571085" y="1801368"/>
              <a:ext cx="3049524" cy="4261103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지도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(맵 삽입)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644237" y="1874520"/>
              <a:ext cx="1453895" cy="40233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장소 검색</a:t>
              </a:r>
            </a:p>
          </p:txBody>
        </p:sp>
        <p:sp>
          <p:nvSpPr>
            <p:cNvPr id="7" name="Isosceles Triangle 6"/>
            <p:cNvSpPr/>
            <p:nvPr/>
          </p:nvSpPr>
          <p:spPr>
            <a:xfrm rot="10800000">
              <a:off x="5542178" y="3491179"/>
              <a:ext cx="201168" cy="274320"/>
            </a:xfrm>
            <a:prstGeom prst="triangl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5441594" y="3253435"/>
              <a:ext cx="420624" cy="420624"/>
            </a:xfrm>
            <a:prstGeom prst="ellipse">
              <a:avLst/>
            </a:prstGeom>
            <a:solidFill>
              <a:srgbClr val="C0392B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9" name="Isosceles Triangle 8"/>
            <p:cNvSpPr/>
            <p:nvPr/>
          </p:nvSpPr>
          <p:spPr>
            <a:xfrm rot="10800000">
              <a:off x="6559905" y="4751222"/>
              <a:ext cx="201168" cy="274320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6459321" y="4513478"/>
              <a:ext cx="420624" cy="420624"/>
            </a:xfrm>
            <a:prstGeom prst="ellipse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1" name="Isosceles Triangle 10"/>
            <p:cNvSpPr/>
            <p:nvPr/>
          </p:nvSpPr>
          <p:spPr>
            <a:xfrm rot="10800000">
              <a:off x="7214158" y="3394252"/>
              <a:ext cx="201168" cy="274320"/>
            </a:xfrm>
            <a:prstGeom prst="triangl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7113574" y="3156508"/>
              <a:ext cx="420624" cy="420624"/>
            </a:xfrm>
            <a:prstGeom prst="ellipse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3" name="Isosceles Triangle 12"/>
            <p:cNvSpPr/>
            <p:nvPr/>
          </p:nvSpPr>
          <p:spPr>
            <a:xfrm rot="10800000">
              <a:off x="6051042" y="5332780"/>
              <a:ext cx="201168" cy="274320"/>
            </a:xfrm>
            <a:prstGeom prst="triangl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5950458" y="5095036"/>
              <a:ext cx="420624" cy="420624"/>
            </a:xfrm>
            <a:prstGeom prst="ellipse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MCK-190</a:t>
            </a:r>
          </a:p>
        </p:txBody>
      </p:sp>
      <p:grpSp>
        <p:nvGrpSpPr>
          <p:cNvPr id="12" name="asset:MCK-190"/>
          <p:cNvGrpSpPr/>
          <p:nvPr/>
        </p:nvGrpSpPr>
        <p:grpSpPr>
          <a:xfrm>
            <a:off x="1203807" y="1508760"/>
            <a:ext cx="9784080" cy="4846320"/>
            <a:chOff x="1203807" y="1508760"/>
            <a:chExt cx="978408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1203807" y="1508760"/>
              <a:ext cx="9784080" cy="48463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203807" y="1508760"/>
              <a:ext cx="9784080" cy="457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파일 탐색기 · 산출물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203807" y="1965960"/>
              <a:ext cx="2377440" cy="438912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313535" y="214884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제안서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313535" y="269748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설계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313535" y="324612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시험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313535" y="379476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매뉴얼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764127" y="2148840"/>
              <a:ext cx="7040880" cy="402335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910431" y="2295144"/>
              <a:ext cx="6748272" cy="373075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컬럼 뷰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(다단 삽입)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MCK-191</a:t>
            </a:r>
          </a:p>
        </p:txBody>
      </p:sp>
      <p:grpSp>
        <p:nvGrpSpPr>
          <p:cNvPr id="7" name="asset:MCK-191"/>
          <p:cNvGrpSpPr/>
          <p:nvPr/>
        </p:nvGrpSpPr>
        <p:grpSpPr>
          <a:xfrm>
            <a:off x="2762859" y="1330452"/>
            <a:ext cx="6665976" cy="5047488"/>
            <a:chOff x="2762859" y="1330452"/>
            <a:chExt cx="6665976" cy="5047488"/>
          </a:xfrm>
        </p:grpSpPr>
        <p:sp>
          <p:nvSpPr>
            <p:cNvPr id="3" name="Rounded Rectangle 2"/>
            <p:cNvSpPr/>
            <p:nvPr/>
          </p:nvSpPr>
          <p:spPr>
            <a:xfrm>
              <a:off x="2762859" y="1330452"/>
              <a:ext cx="6665976" cy="4517136"/>
            </a:xfrm>
            <a:prstGeom prst="roundRect">
              <a:avLst>
                <a:gd name="adj" fmla="val 2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872587" y="1440180"/>
              <a:ext cx="6446520" cy="4297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018891" y="1586484"/>
              <a:ext cx="6153912" cy="40050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발표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(3:2)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872587" y="5920740"/>
              <a:ext cx="6446520" cy="45720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발표 제목 · 캡션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MCK-192</a:t>
            </a:r>
          </a:p>
        </p:txBody>
      </p:sp>
      <p:grpSp>
        <p:nvGrpSpPr>
          <p:cNvPr id="8" name="asset:MCK-192"/>
          <p:cNvGrpSpPr/>
          <p:nvPr/>
        </p:nvGrpSpPr>
        <p:grpSpPr>
          <a:xfrm>
            <a:off x="3882999" y="1383792"/>
            <a:ext cx="4425696" cy="4858512"/>
            <a:chOff x="3882999" y="1383792"/>
            <a:chExt cx="4425696" cy="4858512"/>
          </a:xfrm>
        </p:grpSpPr>
        <p:sp>
          <p:nvSpPr>
            <p:cNvPr id="3" name="Rounded Rectangle 2"/>
            <p:cNvSpPr/>
            <p:nvPr/>
          </p:nvSpPr>
          <p:spPr>
            <a:xfrm>
              <a:off x="4340199" y="1383792"/>
              <a:ext cx="3511296" cy="4547616"/>
            </a:xfrm>
            <a:prstGeom prst="roundRect">
              <a:avLst>
                <a:gd name="adj" fmla="val 4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41367" y="1584960"/>
              <a:ext cx="3108960" cy="41452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681270" y="1724863"/>
              <a:ext cx="2829153" cy="3865473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키오스크 화면</a:t>
              </a:r>
            </a:p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(세로터치)</a:t>
              </a:r>
            </a:p>
          </p:txBody>
        </p:sp>
        <p:sp>
          <p:nvSpPr>
            <p:cNvPr id="6" name="Trapezoid 5"/>
            <p:cNvSpPr/>
            <p:nvPr/>
          </p:nvSpPr>
          <p:spPr>
            <a:xfrm>
              <a:off x="3882999" y="5931408"/>
              <a:ext cx="4425696" cy="292608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867247" y="5913120"/>
              <a:ext cx="457200" cy="329184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MCK-193</a:t>
            </a:r>
          </a:p>
        </p:txBody>
      </p:sp>
      <p:grpSp>
        <p:nvGrpSpPr>
          <p:cNvPr id="12" name="asset:MCK-193"/>
          <p:cNvGrpSpPr/>
          <p:nvPr/>
        </p:nvGrpSpPr>
        <p:grpSpPr>
          <a:xfrm>
            <a:off x="2584551" y="1252728"/>
            <a:ext cx="7022592" cy="5358383"/>
            <a:chOff x="2584551" y="1252728"/>
            <a:chExt cx="7022592" cy="5358383"/>
          </a:xfrm>
        </p:grpSpPr>
        <p:sp>
          <p:nvSpPr>
            <p:cNvPr id="3" name="Rounded Rectangle 2"/>
            <p:cNvSpPr/>
            <p:nvPr/>
          </p:nvSpPr>
          <p:spPr>
            <a:xfrm>
              <a:off x="2584551" y="1252728"/>
              <a:ext cx="7022592" cy="5358383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584551" y="1252728"/>
              <a:ext cx="7022592" cy="4572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785719" y="1412748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3005175" y="1412748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3224631" y="1412748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 Same Side Corner Rectangle 7"/>
            <p:cNvSpPr/>
            <p:nvPr/>
          </p:nvSpPr>
          <p:spPr>
            <a:xfrm>
              <a:off x="3544671" y="1325880"/>
              <a:ext cx="1966325" cy="329184"/>
            </a:xfrm>
            <a:prstGeom prst="round2Same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탭 · 제목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767431" y="1755648"/>
              <a:ext cx="6656831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https://  주소 표시줄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730855" y="2130552"/>
              <a:ext cx="6729983" cy="4206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877159" y="2276856"/>
              <a:ext cx="6437375" cy="391363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브라우저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MCK-194</a:t>
            </a:r>
          </a:p>
        </p:txBody>
      </p:sp>
      <p:grpSp>
        <p:nvGrpSpPr>
          <p:cNvPr id="8" name="asset:MCK-194"/>
          <p:cNvGrpSpPr/>
          <p:nvPr/>
        </p:nvGrpSpPr>
        <p:grpSpPr>
          <a:xfrm>
            <a:off x="2578455" y="1549908"/>
            <a:ext cx="7034784" cy="4645152"/>
            <a:chOff x="2578455" y="1549908"/>
            <a:chExt cx="7034784" cy="4645152"/>
          </a:xfrm>
        </p:grpSpPr>
        <p:sp>
          <p:nvSpPr>
            <p:cNvPr id="3" name="Rounded Rectangle 2"/>
            <p:cNvSpPr/>
            <p:nvPr/>
          </p:nvSpPr>
          <p:spPr>
            <a:xfrm>
              <a:off x="3309975" y="1549908"/>
              <a:ext cx="5571744" cy="4261104"/>
            </a:xfrm>
            <a:prstGeom prst="roundRect">
              <a:avLst>
                <a:gd name="adj" fmla="val 3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474567" y="1714500"/>
              <a:ext cx="5242560" cy="3931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620871" y="1860804"/>
              <a:ext cx="4949952" cy="363931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노트북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Trapezoid 5"/>
            <p:cNvSpPr/>
            <p:nvPr/>
          </p:nvSpPr>
          <p:spPr>
            <a:xfrm>
              <a:off x="2578455" y="5811012"/>
              <a:ext cx="7034784" cy="384048"/>
            </a:xfrm>
            <a:prstGeom prst="trapezoid">
              <a:avLst>
                <a:gd name="adj" fmla="val 6000"/>
              </a:avLst>
            </a:prstGeom>
            <a:solidFill>
              <a:srgbClr val="D9D9D9"/>
            </a:solidFill>
            <a:ln w="127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455767" y="5865876"/>
              <a:ext cx="1280160" cy="109728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MCK-195</a:t>
            </a:r>
          </a:p>
        </p:txBody>
      </p:sp>
      <p:grpSp>
        <p:nvGrpSpPr>
          <p:cNvPr id="8" name="asset:MCK-195"/>
          <p:cNvGrpSpPr/>
          <p:nvPr/>
        </p:nvGrpSpPr>
        <p:grpSpPr>
          <a:xfrm>
            <a:off x="3341217" y="1280159"/>
            <a:ext cx="5509260" cy="5193793"/>
            <a:chOff x="3341217" y="1280159"/>
            <a:chExt cx="5509260" cy="5193793"/>
          </a:xfrm>
        </p:grpSpPr>
        <p:sp>
          <p:nvSpPr>
            <p:cNvPr id="3" name="Rounded Rectangle 2"/>
            <p:cNvSpPr/>
            <p:nvPr/>
          </p:nvSpPr>
          <p:spPr>
            <a:xfrm>
              <a:off x="3341217" y="1280159"/>
              <a:ext cx="5509260" cy="4480560"/>
            </a:xfrm>
            <a:prstGeom prst="roundRect">
              <a:avLst>
                <a:gd name="adj" fmla="val 2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524097" y="1463039"/>
              <a:ext cx="5143500" cy="411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670401" y="1609343"/>
              <a:ext cx="4850892" cy="382219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모니터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821527" y="5760720"/>
              <a:ext cx="548640" cy="45720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rapezoid 6"/>
            <p:cNvSpPr/>
            <p:nvPr/>
          </p:nvSpPr>
          <p:spPr>
            <a:xfrm>
              <a:off x="4938903" y="6217920"/>
              <a:ext cx="2313889" cy="256032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MCK-196</a:t>
            </a:r>
          </a:p>
        </p:txBody>
      </p:sp>
      <p:grpSp>
        <p:nvGrpSpPr>
          <p:cNvPr id="8" name="asset:MCK-196"/>
          <p:cNvGrpSpPr/>
          <p:nvPr/>
        </p:nvGrpSpPr>
        <p:grpSpPr>
          <a:xfrm>
            <a:off x="2493111" y="1751076"/>
            <a:ext cx="7205472" cy="4279392"/>
            <a:chOff x="2493111" y="1751076"/>
            <a:chExt cx="7205472" cy="4279392"/>
          </a:xfrm>
        </p:grpSpPr>
        <p:sp>
          <p:nvSpPr>
            <p:cNvPr id="3" name="Rounded Rectangle 2"/>
            <p:cNvSpPr/>
            <p:nvPr/>
          </p:nvSpPr>
          <p:spPr>
            <a:xfrm>
              <a:off x="2493111" y="1751076"/>
              <a:ext cx="7205472" cy="3584448"/>
            </a:xfrm>
            <a:prstGeom prst="roundRect">
              <a:avLst>
                <a:gd name="adj" fmla="val 2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639415" y="1897380"/>
              <a:ext cx="6912864" cy="32918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785719" y="2043684"/>
              <a:ext cx="6620256" cy="299923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와이드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775807" y="5335524"/>
              <a:ext cx="640080" cy="43891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rapezoid 6"/>
            <p:cNvSpPr/>
            <p:nvPr/>
          </p:nvSpPr>
          <p:spPr>
            <a:xfrm>
              <a:off x="4870917" y="5774436"/>
              <a:ext cx="2449860" cy="256032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MCK-197</a:t>
            </a:r>
          </a:p>
        </p:txBody>
      </p:sp>
      <p:grpSp>
        <p:nvGrpSpPr>
          <p:cNvPr id="7" name="asset:MCK-197"/>
          <p:cNvGrpSpPr/>
          <p:nvPr/>
        </p:nvGrpSpPr>
        <p:grpSpPr>
          <a:xfrm>
            <a:off x="4660239" y="1465072"/>
            <a:ext cx="2871215" cy="4933696"/>
            <a:chOff x="4660239" y="1465072"/>
            <a:chExt cx="2871215" cy="4933696"/>
          </a:xfrm>
        </p:grpSpPr>
        <p:sp>
          <p:nvSpPr>
            <p:cNvPr id="3" name="Rounded Rectangle 2"/>
            <p:cNvSpPr/>
            <p:nvPr/>
          </p:nvSpPr>
          <p:spPr>
            <a:xfrm>
              <a:off x="4660239" y="1465072"/>
              <a:ext cx="2871215" cy="4933696"/>
            </a:xfrm>
            <a:prstGeom prst="roundRect">
              <a:avLst>
                <a:gd name="adj" fmla="val 16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769967" y="1574800"/>
              <a:ext cx="2651760" cy="471423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889296" y="1694129"/>
              <a:ext cx="2413101" cy="447558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모바일 화면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(세로)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492892" y="1574800"/>
              <a:ext cx="1205910" cy="18288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MCK-198</a:t>
            </a:r>
          </a:p>
        </p:txBody>
      </p:sp>
      <p:grpSp>
        <p:nvGrpSpPr>
          <p:cNvPr id="7" name="asset:MCK-198"/>
          <p:cNvGrpSpPr/>
          <p:nvPr/>
        </p:nvGrpSpPr>
        <p:grpSpPr>
          <a:xfrm>
            <a:off x="4157319" y="2450591"/>
            <a:ext cx="3877056" cy="2962656"/>
            <a:chOff x="4157319" y="2450591"/>
            <a:chExt cx="3877056" cy="2962656"/>
          </a:xfrm>
        </p:grpSpPr>
        <p:sp>
          <p:nvSpPr>
            <p:cNvPr id="3" name="Rounded Rectangle 2"/>
            <p:cNvSpPr/>
            <p:nvPr/>
          </p:nvSpPr>
          <p:spPr>
            <a:xfrm>
              <a:off x="4157319" y="2450591"/>
              <a:ext cx="3877056" cy="2962656"/>
            </a:xfrm>
            <a:prstGeom prst="roundRect">
              <a:avLst>
                <a:gd name="adj" fmla="val 12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267047" y="2560320"/>
              <a:ext cx="3657600" cy="2743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413351" y="2706624"/>
              <a:ext cx="3364992" cy="245059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모바일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(가로)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248759" y="3339388"/>
              <a:ext cx="146304" cy="1185062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MCK-199</a:t>
            </a:r>
          </a:p>
        </p:txBody>
      </p:sp>
      <p:grpSp>
        <p:nvGrpSpPr>
          <p:cNvPr id="8" name="asset:MCK-199"/>
          <p:cNvGrpSpPr/>
          <p:nvPr/>
        </p:nvGrpSpPr>
        <p:grpSpPr>
          <a:xfrm>
            <a:off x="4449927" y="1463040"/>
            <a:ext cx="3291840" cy="4937759"/>
            <a:chOff x="4449927" y="1463040"/>
            <a:chExt cx="3291840" cy="4937759"/>
          </a:xfrm>
        </p:grpSpPr>
        <p:sp>
          <p:nvSpPr>
            <p:cNvPr id="3" name="Rounded Rectangle 2"/>
            <p:cNvSpPr/>
            <p:nvPr/>
          </p:nvSpPr>
          <p:spPr>
            <a:xfrm>
              <a:off x="4449927" y="1463040"/>
              <a:ext cx="3291840" cy="4937759"/>
            </a:xfrm>
            <a:prstGeom prst="roundRect">
              <a:avLst>
                <a:gd name="adj" fmla="val 5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724247" y="1737360"/>
              <a:ext cx="2743200" cy="43891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847691" y="1860804"/>
              <a:ext cx="2496312" cy="414223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태블릿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6050127" y="1572768"/>
              <a:ext cx="91440" cy="91440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5995263" y="6181344"/>
              <a:ext cx="201168" cy="20116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MCK-200</a:t>
            </a:r>
          </a:p>
        </p:txBody>
      </p:sp>
      <p:grpSp>
        <p:nvGrpSpPr>
          <p:cNvPr id="9" name="asset:MCK-200"/>
          <p:cNvGrpSpPr/>
          <p:nvPr/>
        </p:nvGrpSpPr>
        <p:grpSpPr>
          <a:xfrm>
            <a:off x="4888839" y="1179576"/>
            <a:ext cx="2542032" cy="4224528"/>
            <a:chOff x="4888839" y="1179576"/>
            <a:chExt cx="2542032" cy="4224528"/>
          </a:xfrm>
        </p:grpSpPr>
        <p:sp>
          <p:nvSpPr>
            <p:cNvPr id="3" name="Trapezoid 2"/>
            <p:cNvSpPr/>
            <p:nvPr/>
          </p:nvSpPr>
          <p:spPr>
            <a:xfrm rot="10800000">
              <a:off x="5347502" y="1179576"/>
              <a:ext cx="1496689" cy="685800"/>
            </a:xfrm>
            <a:prstGeom prst="trapezoi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rapezoid 3"/>
            <p:cNvSpPr/>
            <p:nvPr/>
          </p:nvSpPr>
          <p:spPr>
            <a:xfrm>
              <a:off x="5347502" y="4718304"/>
              <a:ext cx="1496689" cy="685800"/>
            </a:xfrm>
            <a:prstGeom prst="trapezoi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888839" y="1819656"/>
              <a:ext cx="2414015" cy="2944368"/>
            </a:xfrm>
            <a:prstGeom prst="roundRect">
              <a:avLst>
                <a:gd name="adj" fmla="val 2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302855" y="3163824"/>
              <a:ext cx="128016" cy="256032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035143" y="1965960"/>
              <a:ext cx="2121408" cy="2651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130606" y="2061423"/>
              <a:ext cx="1930481" cy="2460833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워치 화면</a:t>
              </a:r>
            </a:p>
            <a:p>
              <a:pPr algn="ctr"/>
              <a:r>
                <a:rPr sz="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(원형앱)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