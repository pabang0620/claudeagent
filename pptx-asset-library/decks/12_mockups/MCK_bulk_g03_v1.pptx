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MCK-059</a:t>
            </a:r>
          </a:p>
        </p:txBody>
      </p:sp>
      <p:grpSp>
        <p:nvGrpSpPr>
          <p:cNvPr id="8" name="asset:MCK-059"/>
          <p:cNvGrpSpPr/>
          <p:nvPr/>
        </p:nvGrpSpPr>
        <p:grpSpPr>
          <a:xfrm>
            <a:off x="2895447" y="1463040"/>
            <a:ext cx="6400799" cy="4937759"/>
            <a:chOff x="2895447" y="1463040"/>
            <a:chExt cx="6400799" cy="4937759"/>
          </a:xfrm>
        </p:grpSpPr>
        <p:sp>
          <p:nvSpPr>
            <p:cNvPr id="3" name="Rounded Rectangle 2"/>
            <p:cNvSpPr/>
            <p:nvPr/>
          </p:nvSpPr>
          <p:spPr>
            <a:xfrm>
              <a:off x="2895447" y="1463040"/>
              <a:ext cx="6400799" cy="4937759"/>
            </a:xfrm>
            <a:prstGeom prst="roundRect">
              <a:avLst>
                <a:gd name="adj" fmla="val 5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3169767" y="1737360"/>
              <a:ext cx="5852159" cy="43891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3316071" y="1883664"/>
              <a:ext cx="5559551" cy="4096511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태블릿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6" name="Oval 5"/>
            <p:cNvSpPr/>
            <p:nvPr/>
          </p:nvSpPr>
          <p:spPr>
            <a:xfrm>
              <a:off x="6050127" y="1572768"/>
              <a:ext cx="91440" cy="91440"/>
            </a:xfrm>
            <a:prstGeom prst="ellipse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Oval 6"/>
            <p:cNvSpPr/>
            <p:nvPr/>
          </p:nvSpPr>
          <p:spPr>
            <a:xfrm>
              <a:off x="5995263" y="6181344"/>
              <a:ext cx="201168" cy="201168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MCK-060</a:t>
            </a:r>
          </a:p>
        </p:txBody>
      </p:sp>
      <p:grpSp>
        <p:nvGrpSpPr>
          <p:cNvPr id="9" name="asset:MCK-060"/>
          <p:cNvGrpSpPr/>
          <p:nvPr/>
        </p:nvGrpSpPr>
        <p:grpSpPr>
          <a:xfrm>
            <a:off x="4806543" y="1362456"/>
            <a:ext cx="2706624" cy="3858768"/>
            <a:chOff x="4806543" y="1362456"/>
            <a:chExt cx="2706624" cy="3858768"/>
          </a:xfrm>
        </p:grpSpPr>
        <p:sp>
          <p:nvSpPr>
            <p:cNvPr id="3" name="Trapezoid 2"/>
            <p:cNvSpPr/>
            <p:nvPr/>
          </p:nvSpPr>
          <p:spPr>
            <a:xfrm rot="10800000">
              <a:off x="5296479" y="1362456"/>
              <a:ext cx="1598736" cy="685800"/>
            </a:xfrm>
            <a:prstGeom prst="trapezoid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Trapezoid 3"/>
            <p:cNvSpPr/>
            <p:nvPr/>
          </p:nvSpPr>
          <p:spPr>
            <a:xfrm>
              <a:off x="5296479" y="4535424"/>
              <a:ext cx="1598736" cy="685800"/>
            </a:xfrm>
            <a:prstGeom prst="trapezoid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4806543" y="2002536"/>
              <a:ext cx="2578608" cy="2578608"/>
            </a:xfrm>
            <a:prstGeom prst="roundRect">
              <a:avLst>
                <a:gd name="adj" fmla="val 28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7385151" y="3163824"/>
              <a:ext cx="128016" cy="256032"/>
            </a:xfrm>
            <a:prstGeom prst="round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4952847" y="2148840"/>
              <a:ext cx="2286000" cy="2286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5055717" y="2251710"/>
              <a:ext cx="2080260" cy="208026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8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워치 화면</a:t>
              </a:r>
            </a:p>
            <a:p>
              <a:pPr algn="ctr"/>
              <a:r>
                <a:rPr sz="8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(원형앱)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MCK-061</a:t>
            </a:r>
          </a:p>
        </p:txBody>
      </p:sp>
      <p:grpSp>
        <p:nvGrpSpPr>
          <p:cNvPr id="17" name="asset:MCK-061"/>
          <p:cNvGrpSpPr/>
          <p:nvPr/>
        </p:nvGrpSpPr>
        <p:grpSpPr>
          <a:xfrm>
            <a:off x="1203807" y="1508760"/>
            <a:ext cx="9784080" cy="4846320"/>
            <a:chOff x="1203807" y="1508760"/>
            <a:chExt cx="9784080" cy="4846320"/>
          </a:xfrm>
        </p:grpSpPr>
        <p:sp>
          <p:nvSpPr>
            <p:cNvPr id="3" name="Rounded Rectangle 2"/>
            <p:cNvSpPr/>
            <p:nvPr/>
          </p:nvSpPr>
          <p:spPr>
            <a:xfrm>
              <a:off x="1203807" y="1508760"/>
              <a:ext cx="9784080" cy="4846320"/>
            </a:xfrm>
            <a:prstGeom prst="roundRect">
              <a:avLst>
                <a:gd name="adj" fmla="val 2000"/>
              </a:avLst>
            </a:prstGeom>
            <a:solidFill>
              <a:srgbClr val="F7F9FC"/>
            </a:solidFill>
            <a:ln w="1905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1203807" y="1508760"/>
              <a:ext cx="9784080" cy="54864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대시보드</a:t>
              </a:r>
            </a:p>
          </p:txBody>
        </p:sp>
        <p:sp>
          <p:nvSpPr>
            <p:cNvPr id="5" name="Oval 4"/>
            <p:cNvSpPr/>
            <p:nvPr/>
          </p:nvSpPr>
          <p:spPr>
            <a:xfrm>
              <a:off x="10622127" y="1700784"/>
              <a:ext cx="164592" cy="164592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10329519" y="1700784"/>
              <a:ext cx="164592" cy="164592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459839" y="2240280"/>
              <a:ext cx="2938271" cy="10515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522933" y="2303373"/>
              <a:ext cx="2812084" cy="92537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KPI 위젯</a:t>
              </a:r>
            </a:p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(삽입)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4626711" y="2240280"/>
              <a:ext cx="2938271" cy="10515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4689805" y="2303373"/>
              <a:ext cx="2812084" cy="92537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KPI 위젯</a:t>
              </a:r>
            </a:p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(삽입)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7793583" y="2240280"/>
              <a:ext cx="2938271" cy="10515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7856677" y="2303373"/>
              <a:ext cx="2812084" cy="92537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KPI 위젯</a:t>
              </a:r>
            </a:p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(삽입)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1459839" y="3520440"/>
              <a:ext cx="4521707" cy="257860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1606143" y="3666744"/>
              <a:ext cx="4229099" cy="22860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차트·표 위젯</a:t>
              </a:r>
            </a:p>
            <a:p>
              <a:pPr algn="ctr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6210147" y="3520440"/>
              <a:ext cx="4521707" cy="257860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6356451" y="3666744"/>
              <a:ext cx="4229099" cy="22860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차트·표 위젯</a:t>
              </a:r>
            </a:p>
            <a:p>
              <a:pPr algn="ctr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MCK-062</a:t>
            </a:r>
          </a:p>
        </p:txBody>
      </p:sp>
      <p:grpSp>
        <p:nvGrpSpPr>
          <p:cNvPr id="17" name="asset:MCK-062"/>
          <p:cNvGrpSpPr/>
          <p:nvPr/>
        </p:nvGrpSpPr>
        <p:grpSpPr>
          <a:xfrm>
            <a:off x="1737360" y="1554480"/>
            <a:ext cx="8778239" cy="4754880"/>
            <a:chOff x="1737360" y="1554480"/>
            <a:chExt cx="8778239" cy="4754880"/>
          </a:xfrm>
        </p:grpSpPr>
        <p:sp>
          <p:nvSpPr>
            <p:cNvPr id="3" name="Rounded Rectangle 2"/>
            <p:cNvSpPr/>
            <p:nvPr/>
          </p:nvSpPr>
          <p:spPr>
            <a:xfrm>
              <a:off x="1737360" y="1554480"/>
              <a:ext cx="7498079" cy="3931920"/>
            </a:xfrm>
            <a:prstGeom prst="roundRect">
              <a:avLst>
                <a:gd name="adj" fmla="val 3000"/>
              </a:avLst>
            </a:prstGeom>
            <a:solidFill>
              <a:srgbClr val="FFFFFF"/>
            </a:solidFill>
            <a:ln w="1778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1737360" y="1554480"/>
              <a:ext cx="7498079" cy="36576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Oval 4"/>
            <p:cNvSpPr/>
            <p:nvPr/>
          </p:nvSpPr>
          <p:spPr>
            <a:xfrm>
              <a:off x="1938528" y="1668780"/>
              <a:ext cx="137160" cy="137160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2157984" y="1668780"/>
              <a:ext cx="137160" cy="13716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Oval 6"/>
            <p:cNvSpPr/>
            <p:nvPr/>
          </p:nvSpPr>
          <p:spPr>
            <a:xfrm>
              <a:off x="2377440" y="1668780"/>
              <a:ext cx="137160" cy="13716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874519" y="2011680"/>
              <a:ext cx="7223759" cy="33375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2020824" y="2157984"/>
              <a:ext cx="6931151" cy="304495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보조 화면</a:t>
              </a:r>
            </a:p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10" name="asset:_front"/>
            <p:cNvSpPr/>
            <p:nvPr/>
          </p:nvSpPr>
          <p:spPr>
            <a:xfrm>
              <a:off x="3017520" y="2468880"/>
              <a:ext cx="7498079" cy="3840480"/>
            </a:xfrm>
            <a:prstGeom prst="roundRect">
              <a:avLst>
                <a:gd name="adj" fmla="val 3000"/>
              </a:avLst>
            </a:prstGeom>
            <a:solidFill>
              <a:srgbClr val="FFFFFF"/>
            </a:solidFill>
            <a:ln w="1778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3017520" y="2468880"/>
              <a:ext cx="7498079" cy="36576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Oval 11"/>
            <p:cNvSpPr/>
            <p:nvPr/>
          </p:nvSpPr>
          <p:spPr>
            <a:xfrm>
              <a:off x="3218688" y="2583180"/>
              <a:ext cx="137160" cy="137160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Oval 12"/>
            <p:cNvSpPr/>
            <p:nvPr/>
          </p:nvSpPr>
          <p:spPr>
            <a:xfrm>
              <a:off x="3438144" y="2583180"/>
              <a:ext cx="137160" cy="13716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Oval 13"/>
            <p:cNvSpPr/>
            <p:nvPr/>
          </p:nvSpPr>
          <p:spPr>
            <a:xfrm>
              <a:off x="3657600" y="2583180"/>
              <a:ext cx="137160" cy="13716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3154679" y="2926080"/>
              <a:ext cx="7223759" cy="32461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3300984" y="3072384"/>
              <a:ext cx="6931151" cy="295351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주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MCK-063</a:t>
            </a:r>
          </a:p>
        </p:txBody>
      </p:sp>
      <p:grpSp>
        <p:nvGrpSpPr>
          <p:cNvPr id="15" name="asset:MCK-063"/>
          <p:cNvGrpSpPr/>
          <p:nvPr/>
        </p:nvGrpSpPr>
        <p:grpSpPr>
          <a:xfrm>
            <a:off x="1788007" y="1508760"/>
            <a:ext cx="8615680" cy="4846320"/>
            <a:chOff x="1788007" y="1508760"/>
            <a:chExt cx="8615680" cy="4846320"/>
          </a:xfrm>
        </p:grpSpPr>
        <p:sp>
          <p:nvSpPr>
            <p:cNvPr id="3" name="Rounded Rectangle 2"/>
            <p:cNvSpPr/>
            <p:nvPr/>
          </p:nvSpPr>
          <p:spPr>
            <a:xfrm>
              <a:off x="1788007" y="1508760"/>
              <a:ext cx="8615680" cy="484632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1905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1934311" y="1655064"/>
              <a:ext cx="8323072" cy="4553712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2080615" y="1801368"/>
              <a:ext cx="8030464" cy="4261103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지도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(맵 삽입)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2153767" y="1874520"/>
              <a:ext cx="3108960" cy="40233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장소 검색</a:t>
              </a:r>
            </a:p>
          </p:txBody>
        </p:sp>
        <p:sp>
          <p:nvSpPr>
            <p:cNvPr id="7" name="Isosceles Triangle 6"/>
            <p:cNvSpPr/>
            <p:nvPr/>
          </p:nvSpPr>
          <p:spPr>
            <a:xfrm rot="10800000">
              <a:off x="4645609" y="3491179"/>
              <a:ext cx="201168" cy="274320"/>
            </a:xfrm>
            <a:prstGeom prst="triangl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Oval 7"/>
            <p:cNvSpPr/>
            <p:nvPr/>
          </p:nvSpPr>
          <p:spPr>
            <a:xfrm>
              <a:off x="4545025" y="3253435"/>
              <a:ext cx="420624" cy="420624"/>
            </a:xfrm>
            <a:prstGeom prst="ellipse">
              <a:avLst/>
            </a:prstGeom>
            <a:solidFill>
              <a:srgbClr val="C0392B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</p:txBody>
        </p:sp>
        <p:sp>
          <p:nvSpPr>
            <p:cNvPr id="9" name="Isosceles Triangle 8"/>
            <p:cNvSpPr/>
            <p:nvPr/>
          </p:nvSpPr>
          <p:spPr>
            <a:xfrm rot="10800000">
              <a:off x="7057999" y="4751222"/>
              <a:ext cx="201168" cy="274320"/>
            </a:xfrm>
            <a:prstGeom prst="triangl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Oval 9"/>
            <p:cNvSpPr/>
            <p:nvPr/>
          </p:nvSpPr>
          <p:spPr>
            <a:xfrm>
              <a:off x="6957415" y="4513478"/>
              <a:ext cx="420624" cy="420624"/>
            </a:xfrm>
            <a:prstGeom prst="ellipse">
              <a:avLst/>
            </a:prstGeom>
            <a:solidFill>
              <a:srgbClr val="2E75D6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</p:txBody>
        </p:sp>
        <p:sp>
          <p:nvSpPr>
            <p:cNvPr id="11" name="Isosceles Triangle 10"/>
            <p:cNvSpPr/>
            <p:nvPr/>
          </p:nvSpPr>
          <p:spPr>
            <a:xfrm rot="10800000">
              <a:off x="8608822" y="3394252"/>
              <a:ext cx="201168" cy="274320"/>
            </a:xfrm>
            <a:prstGeom prst="triangl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Oval 11"/>
            <p:cNvSpPr/>
            <p:nvPr/>
          </p:nvSpPr>
          <p:spPr>
            <a:xfrm>
              <a:off x="8508238" y="3156508"/>
              <a:ext cx="420624" cy="420624"/>
            </a:xfrm>
            <a:prstGeom prst="ellipse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</p:txBody>
        </p:sp>
        <p:sp>
          <p:nvSpPr>
            <p:cNvPr id="13" name="Isosceles Triangle 12"/>
            <p:cNvSpPr/>
            <p:nvPr/>
          </p:nvSpPr>
          <p:spPr>
            <a:xfrm rot="10800000">
              <a:off x="5851804" y="5332780"/>
              <a:ext cx="201168" cy="274320"/>
            </a:xfrm>
            <a:prstGeom prst="triangl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Oval 13"/>
            <p:cNvSpPr/>
            <p:nvPr/>
          </p:nvSpPr>
          <p:spPr>
            <a:xfrm>
              <a:off x="5751220" y="5095036"/>
              <a:ext cx="420624" cy="420624"/>
            </a:xfrm>
            <a:prstGeom prst="ellipse">
              <a:avLst/>
            </a:prstGeom>
            <a:solidFill>
              <a:srgbClr val="7B2D8E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MCK-064</a:t>
            </a:r>
          </a:p>
        </p:txBody>
      </p:sp>
      <p:grpSp>
        <p:nvGrpSpPr>
          <p:cNvPr id="12" name="asset:MCK-064"/>
          <p:cNvGrpSpPr/>
          <p:nvPr/>
        </p:nvGrpSpPr>
        <p:grpSpPr>
          <a:xfrm>
            <a:off x="1203807" y="1508760"/>
            <a:ext cx="9784080" cy="4846320"/>
            <a:chOff x="1203807" y="1508760"/>
            <a:chExt cx="9784080" cy="4846320"/>
          </a:xfrm>
        </p:grpSpPr>
        <p:sp>
          <p:nvSpPr>
            <p:cNvPr id="3" name="Rounded Rectangle 2"/>
            <p:cNvSpPr/>
            <p:nvPr/>
          </p:nvSpPr>
          <p:spPr>
            <a:xfrm>
              <a:off x="1203807" y="1508760"/>
              <a:ext cx="9784080" cy="484632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1905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1203807" y="1508760"/>
              <a:ext cx="9784080" cy="45720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파일 탐색기 · 산출물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203807" y="1965960"/>
              <a:ext cx="2377440" cy="438912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313535" y="2148840"/>
              <a:ext cx="2157984" cy="438912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📁 제안서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1313535" y="2697480"/>
              <a:ext cx="2157984" cy="438912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📁 설계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1313535" y="3246120"/>
              <a:ext cx="2157984" cy="438912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📁 시험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1313535" y="3794760"/>
              <a:ext cx="2157984" cy="438912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📁 매뉴얼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3764127" y="2148840"/>
              <a:ext cx="7040880" cy="4023359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3910431" y="2295144"/>
              <a:ext cx="6748272" cy="3730751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파일 목록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(그리드 삽입)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MCK-065</a:t>
            </a:r>
          </a:p>
        </p:txBody>
      </p:sp>
      <p:grpSp>
        <p:nvGrpSpPr>
          <p:cNvPr id="7" name="asset:MCK-065"/>
          <p:cNvGrpSpPr/>
          <p:nvPr/>
        </p:nvGrpSpPr>
        <p:grpSpPr>
          <a:xfrm>
            <a:off x="2165959" y="1330452"/>
            <a:ext cx="7859776" cy="5047488"/>
            <a:chOff x="2165959" y="1330452"/>
            <a:chExt cx="7859776" cy="5047488"/>
          </a:xfrm>
        </p:grpSpPr>
        <p:sp>
          <p:nvSpPr>
            <p:cNvPr id="3" name="Rounded Rectangle 2"/>
            <p:cNvSpPr/>
            <p:nvPr/>
          </p:nvSpPr>
          <p:spPr>
            <a:xfrm>
              <a:off x="2165959" y="1330452"/>
              <a:ext cx="7859776" cy="4517136"/>
            </a:xfrm>
            <a:prstGeom prst="roundRect">
              <a:avLst>
                <a:gd name="adj" fmla="val 2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2275687" y="1440180"/>
              <a:ext cx="7640320" cy="4297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2421991" y="1586484"/>
              <a:ext cx="7347712" cy="400507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발표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(16:9)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2275687" y="5920740"/>
              <a:ext cx="7640320" cy="457200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발표 제목 · 캡션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MCK-066</a:t>
            </a:r>
          </a:p>
        </p:txBody>
      </p:sp>
      <p:grpSp>
        <p:nvGrpSpPr>
          <p:cNvPr id="8" name="asset:MCK-066"/>
          <p:cNvGrpSpPr/>
          <p:nvPr/>
        </p:nvGrpSpPr>
        <p:grpSpPr>
          <a:xfrm>
            <a:off x="4177322" y="1216151"/>
            <a:ext cx="3837051" cy="5193793"/>
            <a:chOff x="4177322" y="1216151"/>
            <a:chExt cx="3837051" cy="5193793"/>
          </a:xfrm>
        </p:grpSpPr>
        <p:sp>
          <p:nvSpPr>
            <p:cNvPr id="3" name="Rounded Rectangle 2"/>
            <p:cNvSpPr/>
            <p:nvPr/>
          </p:nvSpPr>
          <p:spPr>
            <a:xfrm>
              <a:off x="4634522" y="1216151"/>
              <a:ext cx="2922651" cy="4882896"/>
            </a:xfrm>
            <a:prstGeom prst="roundRect">
              <a:avLst>
                <a:gd name="adj" fmla="val 4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4835690" y="1417319"/>
              <a:ext cx="2520315" cy="44805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4949104" y="1530734"/>
              <a:ext cx="2293486" cy="4253731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키오스크 화면</a:t>
              </a:r>
            </a:p>
            <a:p>
              <a:pPr algn="ctr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(세로터치)</a:t>
              </a:r>
            </a:p>
          </p:txBody>
        </p:sp>
        <p:sp>
          <p:nvSpPr>
            <p:cNvPr id="6" name="Trapezoid 5"/>
            <p:cNvSpPr/>
            <p:nvPr/>
          </p:nvSpPr>
          <p:spPr>
            <a:xfrm>
              <a:off x="4177322" y="6099048"/>
              <a:ext cx="3837051" cy="292608"/>
            </a:xfrm>
            <a:prstGeom prst="trapezoid">
              <a:avLst/>
            </a:prstGeom>
            <a:solidFill>
              <a:srgbClr val="D9D9D9"/>
            </a:solidFill>
            <a:ln w="12700">
              <a:solidFill>
                <a:srgbClr val="80808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5867247" y="6080760"/>
              <a:ext cx="457200" cy="329184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MCK-067</a:t>
            </a:r>
          </a:p>
        </p:txBody>
      </p:sp>
      <p:grpSp>
        <p:nvGrpSpPr>
          <p:cNvPr id="12" name="asset:MCK-067"/>
          <p:cNvGrpSpPr/>
          <p:nvPr/>
        </p:nvGrpSpPr>
        <p:grpSpPr>
          <a:xfrm>
            <a:off x="3145383" y="1252728"/>
            <a:ext cx="5900928" cy="5358383"/>
            <a:chOff x="3145383" y="1252728"/>
            <a:chExt cx="5900928" cy="5358383"/>
          </a:xfrm>
        </p:grpSpPr>
        <p:sp>
          <p:nvSpPr>
            <p:cNvPr id="3" name="Rounded Rectangle 2"/>
            <p:cNvSpPr/>
            <p:nvPr/>
          </p:nvSpPr>
          <p:spPr>
            <a:xfrm>
              <a:off x="3145383" y="1252728"/>
              <a:ext cx="5900928" cy="5358383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19050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3145383" y="1252728"/>
              <a:ext cx="5900928" cy="457200"/>
            </a:xfrm>
            <a:prstGeom prst="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Oval 4"/>
            <p:cNvSpPr/>
            <p:nvPr/>
          </p:nvSpPr>
          <p:spPr>
            <a:xfrm>
              <a:off x="3346551" y="1412748"/>
              <a:ext cx="137160" cy="137160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3566007" y="1412748"/>
              <a:ext cx="137160" cy="13716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Oval 6"/>
            <p:cNvSpPr/>
            <p:nvPr/>
          </p:nvSpPr>
          <p:spPr>
            <a:xfrm>
              <a:off x="3785463" y="1412748"/>
              <a:ext cx="137160" cy="13716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ound Same Side Corner Rectangle 7"/>
            <p:cNvSpPr/>
            <p:nvPr/>
          </p:nvSpPr>
          <p:spPr>
            <a:xfrm>
              <a:off x="4105503" y="1325880"/>
              <a:ext cx="1652259" cy="329184"/>
            </a:xfrm>
            <a:prstGeom prst="round2Same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탭 · 제목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3328263" y="1755648"/>
              <a:ext cx="5535167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https://  주소 표시줄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3291687" y="2130552"/>
              <a:ext cx="5608320" cy="420624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3437991" y="2276856"/>
              <a:ext cx="5315711" cy="3913631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브라우저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MCK-068</a:t>
            </a:r>
          </a:p>
        </p:txBody>
      </p:sp>
      <p:grpSp>
        <p:nvGrpSpPr>
          <p:cNvPr id="8" name="asset:MCK-068"/>
          <p:cNvGrpSpPr/>
          <p:nvPr/>
        </p:nvGrpSpPr>
        <p:grpSpPr>
          <a:xfrm>
            <a:off x="2054199" y="1549908"/>
            <a:ext cx="8083296" cy="4645152"/>
            <a:chOff x="2054199" y="1549908"/>
            <a:chExt cx="8083296" cy="4645152"/>
          </a:xfrm>
        </p:grpSpPr>
        <p:sp>
          <p:nvSpPr>
            <p:cNvPr id="3" name="Rounded Rectangle 2"/>
            <p:cNvSpPr/>
            <p:nvPr/>
          </p:nvSpPr>
          <p:spPr>
            <a:xfrm>
              <a:off x="2785719" y="1549908"/>
              <a:ext cx="6620256" cy="4261104"/>
            </a:xfrm>
            <a:prstGeom prst="roundRect">
              <a:avLst>
                <a:gd name="adj" fmla="val 3000"/>
              </a:avLst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2950311" y="1714500"/>
              <a:ext cx="6291072" cy="39319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3096615" y="1860804"/>
              <a:ext cx="5998464" cy="363931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노트북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6" name="Trapezoid 5"/>
            <p:cNvSpPr/>
            <p:nvPr/>
          </p:nvSpPr>
          <p:spPr>
            <a:xfrm>
              <a:off x="2054199" y="5811012"/>
              <a:ext cx="8083296" cy="384048"/>
            </a:xfrm>
            <a:prstGeom prst="trapezoid">
              <a:avLst>
                <a:gd name="adj" fmla="val 6000"/>
              </a:avLst>
            </a:prstGeom>
            <a:solidFill>
              <a:srgbClr val="D9D9D9"/>
            </a:solidFill>
            <a:ln w="12700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5455767" y="5865876"/>
              <a:ext cx="1280160" cy="109728"/>
            </a:xfrm>
            <a:prstGeom prst="round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MCK-069</a:t>
            </a:r>
          </a:p>
        </p:txBody>
      </p:sp>
      <p:grpSp>
        <p:nvGrpSpPr>
          <p:cNvPr id="8" name="asset:MCK-069"/>
          <p:cNvGrpSpPr/>
          <p:nvPr/>
        </p:nvGrpSpPr>
        <p:grpSpPr>
          <a:xfrm>
            <a:off x="3169767" y="1280159"/>
            <a:ext cx="5852160" cy="5193793"/>
            <a:chOff x="3169767" y="1280159"/>
            <a:chExt cx="5852160" cy="5193793"/>
          </a:xfrm>
        </p:grpSpPr>
        <p:sp>
          <p:nvSpPr>
            <p:cNvPr id="3" name="Rounded Rectangle 2"/>
            <p:cNvSpPr/>
            <p:nvPr/>
          </p:nvSpPr>
          <p:spPr>
            <a:xfrm>
              <a:off x="3169767" y="1280159"/>
              <a:ext cx="5852160" cy="4480560"/>
            </a:xfrm>
            <a:prstGeom prst="roundRect">
              <a:avLst>
                <a:gd name="adj" fmla="val 2000"/>
              </a:avLst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3352647" y="1463039"/>
              <a:ext cx="5486400" cy="41148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3498951" y="1609343"/>
              <a:ext cx="5193792" cy="3822191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모니터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5821527" y="5760720"/>
              <a:ext cx="548640" cy="457200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rapezoid 6"/>
            <p:cNvSpPr/>
            <p:nvPr/>
          </p:nvSpPr>
          <p:spPr>
            <a:xfrm>
              <a:off x="4866894" y="6217920"/>
              <a:ext cx="2457907" cy="256032"/>
            </a:xfrm>
            <a:prstGeom prst="trapezoid">
              <a:avLst/>
            </a:prstGeom>
            <a:solidFill>
              <a:srgbClr val="D9D9D9"/>
            </a:solidFill>
            <a:ln w="12700">
              <a:solidFill>
                <a:srgbClr val="80808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MCK-070</a:t>
            </a:r>
          </a:p>
        </p:txBody>
      </p:sp>
      <p:grpSp>
        <p:nvGrpSpPr>
          <p:cNvPr id="8" name="asset:MCK-070"/>
          <p:cNvGrpSpPr/>
          <p:nvPr/>
        </p:nvGrpSpPr>
        <p:grpSpPr>
          <a:xfrm>
            <a:off x="828903" y="1956816"/>
            <a:ext cx="10533888" cy="3867912"/>
            <a:chOff x="828903" y="1956816"/>
            <a:chExt cx="10533888" cy="3867912"/>
          </a:xfrm>
        </p:grpSpPr>
        <p:sp>
          <p:nvSpPr>
            <p:cNvPr id="3" name="Rounded Rectangle 2"/>
            <p:cNvSpPr/>
            <p:nvPr/>
          </p:nvSpPr>
          <p:spPr>
            <a:xfrm>
              <a:off x="828903" y="1956816"/>
              <a:ext cx="10533888" cy="3172968"/>
            </a:xfrm>
            <a:prstGeom prst="roundRect">
              <a:avLst>
                <a:gd name="adj" fmla="val 2000"/>
              </a:avLst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975207" y="2103120"/>
              <a:ext cx="10241280" cy="28803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1121511" y="2249424"/>
              <a:ext cx="9948672" cy="258775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와이드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5775807" y="5129784"/>
              <a:ext cx="640080" cy="438912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rapezoid 6"/>
            <p:cNvSpPr/>
            <p:nvPr/>
          </p:nvSpPr>
          <p:spPr>
            <a:xfrm>
              <a:off x="4449927" y="5568696"/>
              <a:ext cx="3291840" cy="256032"/>
            </a:xfrm>
            <a:prstGeom prst="trapezoid">
              <a:avLst/>
            </a:prstGeom>
            <a:solidFill>
              <a:srgbClr val="D9D9D9"/>
            </a:solidFill>
            <a:ln w="12700">
              <a:solidFill>
                <a:srgbClr val="80808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MCK-071</a:t>
            </a:r>
          </a:p>
        </p:txBody>
      </p:sp>
      <p:grpSp>
        <p:nvGrpSpPr>
          <p:cNvPr id="7" name="asset:MCK-071"/>
          <p:cNvGrpSpPr/>
          <p:nvPr/>
        </p:nvGrpSpPr>
        <p:grpSpPr>
          <a:xfrm>
            <a:off x="4751679" y="1353311"/>
            <a:ext cx="2688336" cy="5157216"/>
            <a:chOff x="4751679" y="1353311"/>
            <a:chExt cx="2688336" cy="5157216"/>
          </a:xfrm>
        </p:grpSpPr>
        <p:sp>
          <p:nvSpPr>
            <p:cNvPr id="3" name="Rounded Rectangle 2"/>
            <p:cNvSpPr/>
            <p:nvPr/>
          </p:nvSpPr>
          <p:spPr>
            <a:xfrm>
              <a:off x="4751679" y="1353311"/>
              <a:ext cx="2688336" cy="5157216"/>
            </a:xfrm>
            <a:prstGeom prst="roundRect">
              <a:avLst>
                <a:gd name="adj" fmla="val 16000"/>
              </a:avLst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4861407" y="1463039"/>
              <a:ext cx="2468880" cy="49377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4972507" y="1574139"/>
              <a:ext cx="2246680" cy="471556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모바일 화면</a:t>
              </a:r>
            </a:p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(세로)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5531297" y="1463039"/>
              <a:ext cx="1129101" cy="182880"/>
            </a:xfrm>
            <a:prstGeom prst="round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MCK-072</a:t>
            </a:r>
          </a:p>
        </p:txBody>
      </p:sp>
      <p:grpSp>
        <p:nvGrpSpPr>
          <p:cNvPr id="7" name="asset:MCK-072"/>
          <p:cNvGrpSpPr/>
          <p:nvPr/>
        </p:nvGrpSpPr>
        <p:grpSpPr>
          <a:xfrm>
            <a:off x="3425799" y="2542032"/>
            <a:ext cx="5340096" cy="2779776"/>
            <a:chOff x="3425799" y="2542032"/>
            <a:chExt cx="5340096" cy="2779776"/>
          </a:xfrm>
        </p:grpSpPr>
        <p:sp>
          <p:nvSpPr>
            <p:cNvPr id="3" name="Rounded Rectangle 2"/>
            <p:cNvSpPr/>
            <p:nvPr/>
          </p:nvSpPr>
          <p:spPr>
            <a:xfrm>
              <a:off x="3425799" y="2542032"/>
              <a:ext cx="5340096" cy="2779776"/>
            </a:xfrm>
            <a:prstGeom prst="roundRect">
              <a:avLst>
                <a:gd name="adj" fmla="val 12000"/>
              </a:avLst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3535527" y="2651760"/>
              <a:ext cx="5120640" cy="25603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3681831" y="2798064"/>
              <a:ext cx="4828031" cy="226771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가로 모바일 화면</a:t>
              </a:r>
            </a:p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(가로)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3517239" y="3375964"/>
              <a:ext cx="146304" cy="1111910"/>
            </a:xfrm>
            <a:prstGeom prst="round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MCK-073</a:t>
            </a:r>
          </a:p>
        </p:txBody>
      </p:sp>
      <p:grpSp>
        <p:nvGrpSpPr>
          <p:cNvPr id="8" name="asset:MCK-073"/>
          <p:cNvGrpSpPr/>
          <p:nvPr/>
        </p:nvGrpSpPr>
        <p:grpSpPr>
          <a:xfrm>
            <a:off x="4175607" y="1463040"/>
            <a:ext cx="3840479" cy="4937759"/>
            <a:chOff x="4175607" y="1463040"/>
            <a:chExt cx="3840479" cy="4937759"/>
          </a:xfrm>
        </p:grpSpPr>
        <p:sp>
          <p:nvSpPr>
            <p:cNvPr id="3" name="Rounded Rectangle 2"/>
            <p:cNvSpPr/>
            <p:nvPr/>
          </p:nvSpPr>
          <p:spPr>
            <a:xfrm>
              <a:off x="4175607" y="1463040"/>
              <a:ext cx="3840479" cy="4937759"/>
            </a:xfrm>
            <a:prstGeom prst="roundRect">
              <a:avLst>
                <a:gd name="adj" fmla="val 5000"/>
              </a:avLst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4449927" y="1737360"/>
              <a:ext cx="3291839" cy="43891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4596231" y="1883664"/>
              <a:ext cx="2999232" cy="4096511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태블릿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6" name="Oval 5"/>
            <p:cNvSpPr/>
            <p:nvPr/>
          </p:nvSpPr>
          <p:spPr>
            <a:xfrm>
              <a:off x="6050127" y="1572768"/>
              <a:ext cx="91440" cy="91440"/>
            </a:xfrm>
            <a:prstGeom prst="ellipse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Oval 6"/>
            <p:cNvSpPr/>
            <p:nvPr/>
          </p:nvSpPr>
          <p:spPr>
            <a:xfrm>
              <a:off x="5995263" y="6181344"/>
              <a:ext cx="201168" cy="201168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MCK-074</a:t>
            </a:r>
          </a:p>
        </p:txBody>
      </p:sp>
      <p:grpSp>
        <p:nvGrpSpPr>
          <p:cNvPr id="9" name="asset:MCK-074"/>
          <p:cNvGrpSpPr/>
          <p:nvPr/>
        </p:nvGrpSpPr>
        <p:grpSpPr>
          <a:xfrm>
            <a:off x="4844643" y="1179576"/>
            <a:ext cx="2630424" cy="4224528"/>
            <a:chOff x="4844643" y="1179576"/>
            <a:chExt cx="2630424" cy="4224528"/>
          </a:xfrm>
        </p:grpSpPr>
        <p:sp>
          <p:nvSpPr>
            <p:cNvPr id="3" name="Trapezoid 2"/>
            <p:cNvSpPr/>
            <p:nvPr/>
          </p:nvSpPr>
          <p:spPr>
            <a:xfrm rot="10800000">
              <a:off x="5320101" y="1179576"/>
              <a:ext cx="1551492" cy="685800"/>
            </a:xfrm>
            <a:prstGeom prst="trapezoid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Trapezoid 3"/>
            <p:cNvSpPr/>
            <p:nvPr/>
          </p:nvSpPr>
          <p:spPr>
            <a:xfrm>
              <a:off x="5320101" y="4718304"/>
              <a:ext cx="1551492" cy="685800"/>
            </a:xfrm>
            <a:prstGeom prst="trapezoid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4844643" y="1819656"/>
              <a:ext cx="2502407" cy="2944368"/>
            </a:xfrm>
            <a:prstGeom prst="roundRect">
              <a:avLst>
                <a:gd name="adj" fmla="val 28000"/>
              </a:avLst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7347051" y="3163824"/>
              <a:ext cx="128016" cy="256032"/>
            </a:xfrm>
            <a:prstGeom prst="round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4990947" y="1965960"/>
              <a:ext cx="2209800" cy="26517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5090388" y="2065401"/>
              <a:ext cx="2010918" cy="2452878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8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워치 화면</a:t>
              </a:r>
            </a:p>
            <a:p>
              <a:pPr algn="ctr"/>
              <a:r>
                <a:rPr sz="8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(원형앱)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MCK-075</a:t>
            </a:r>
          </a:p>
        </p:txBody>
      </p:sp>
      <p:grpSp>
        <p:nvGrpSpPr>
          <p:cNvPr id="17" name="asset:MCK-075"/>
          <p:cNvGrpSpPr/>
          <p:nvPr/>
        </p:nvGrpSpPr>
        <p:grpSpPr>
          <a:xfrm>
            <a:off x="1203807" y="1508760"/>
            <a:ext cx="9784080" cy="4846320"/>
            <a:chOff x="1203807" y="1508760"/>
            <a:chExt cx="9784080" cy="4846320"/>
          </a:xfrm>
        </p:grpSpPr>
        <p:sp>
          <p:nvSpPr>
            <p:cNvPr id="3" name="Rounded Rectangle 2"/>
            <p:cNvSpPr/>
            <p:nvPr/>
          </p:nvSpPr>
          <p:spPr>
            <a:xfrm>
              <a:off x="1203807" y="1508760"/>
              <a:ext cx="9784080" cy="4846320"/>
            </a:xfrm>
            <a:prstGeom prst="roundRect">
              <a:avLst>
                <a:gd name="adj" fmla="val 2000"/>
              </a:avLst>
            </a:prstGeom>
            <a:solidFill>
              <a:srgbClr val="F7F9FC"/>
            </a:solidFill>
            <a:ln w="19050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1203807" y="1508760"/>
              <a:ext cx="9784080" cy="548640"/>
            </a:xfrm>
            <a:prstGeom prst="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대시보드</a:t>
              </a:r>
            </a:p>
          </p:txBody>
        </p:sp>
        <p:sp>
          <p:nvSpPr>
            <p:cNvPr id="5" name="Oval 4"/>
            <p:cNvSpPr/>
            <p:nvPr/>
          </p:nvSpPr>
          <p:spPr>
            <a:xfrm>
              <a:off x="10622127" y="1700784"/>
              <a:ext cx="164592" cy="164592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10329519" y="1700784"/>
              <a:ext cx="164592" cy="164592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459839" y="2240280"/>
              <a:ext cx="2167127" cy="10515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522933" y="2303373"/>
              <a:ext cx="2040940" cy="92537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KPI</a:t>
              </a:r>
            </a:p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(삽입)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828135" y="2240280"/>
              <a:ext cx="2167127" cy="10515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3891229" y="2303373"/>
              <a:ext cx="2040940" cy="92537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KPI</a:t>
              </a:r>
            </a:p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(삽입)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196431" y="2240280"/>
              <a:ext cx="2167127" cy="10515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6259525" y="2303373"/>
              <a:ext cx="2040940" cy="92537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KPI</a:t>
              </a:r>
            </a:p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(삽입)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8564727" y="2240280"/>
              <a:ext cx="2167127" cy="10515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8627821" y="2303373"/>
              <a:ext cx="2040940" cy="92537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KPI</a:t>
              </a:r>
            </a:p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(삽입)</a:t>
              </a:r>
            </a:p>
          </p:txBody>
        </p:sp>
        <p:sp>
          <p:nvSpPr>
            <p:cNvPr id="15" name="Rectangle 14"/>
            <p:cNvSpPr/>
            <p:nvPr/>
          </p:nvSpPr>
          <p:spPr>
            <a:xfrm>
              <a:off x="1459839" y="3520440"/>
              <a:ext cx="9272015" cy="257860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1606143" y="3666744"/>
              <a:ext cx="8979407" cy="228600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메인 차트 위젯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MCK-076</a:t>
            </a:r>
          </a:p>
        </p:txBody>
      </p:sp>
      <p:grpSp>
        <p:nvGrpSpPr>
          <p:cNvPr id="24" name="asset:MCK-076"/>
          <p:cNvGrpSpPr/>
          <p:nvPr/>
        </p:nvGrpSpPr>
        <p:grpSpPr>
          <a:xfrm>
            <a:off x="1554480" y="1417320"/>
            <a:ext cx="8778240" cy="5074920"/>
            <a:chOff x="1554480" y="1417320"/>
            <a:chExt cx="8778240" cy="5074920"/>
          </a:xfrm>
        </p:grpSpPr>
        <p:sp>
          <p:nvSpPr>
            <p:cNvPr id="3" name="Rounded Rectangle 2"/>
            <p:cNvSpPr/>
            <p:nvPr/>
          </p:nvSpPr>
          <p:spPr>
            <a:xfrm>
              <a:off x="1554480" y="1417320"/>
              <a:ext cx="6766560" cy="3657600"/>
            </a:xfrm>
            <a:prstGeom prst="roundRect">
              <a:avLst>
                <a:gd name="adj" fmla="val 3000"/>
              </a:avLst>
            </a:prstGeom>
            <a:solidFill>
              <a:srgbClr val="FFFFFF"/>
            </a:solidFill>
            <a:ln w="17780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1554480" y="1417320"/>
              <a:ext cx="6766560" cy="365760"/>
            </a:xfrm>
            <a:prstGeom prst="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Oval 4"/>
            <p:cNvSpPr/>
            <p:nvPr/>
          </p:nvSpPr>
          <p:spPr>
            <a:xfrm>
              <a:off x="1755648" y="1531620"/>
              <a:ext cx="137160" cy="137160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1975104" y="1531620"/>
              <a:ext cx="137160" cy="13716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Oval 6"/>
            <p:cNvSpPr/>
            <p:nvPr/>
          </p:nvSpPr>
          <p:spPr>
            <a:xfrm>
              <a:off x="2194560" y="1531620"/>
              <a:ext cx="137160" cy="13716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691639" y="1874519"/>
              <a:ext cx="6492240" cy="306324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837943" y="2020824"/>
              <a:ext cx="6199632" cy="277063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보조 화면</a:t>
              </a:r>
            </a:p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2560320" y="2148840"/>
              <a:ext cx="6766560" cy="3657600"/>
            </a:xfrm>
            <a:prstGeom prst="roundRect">
              <a:avLst>
                <a:gd name="adj" fmla="val 3000"/>
              </a:avLst>
            </a:prstGeom>
            <a:solidFill>
              <a:srgbClr val="FFFFFF"/>
            </a:solidFill>
            <a:ln w="17780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2560320" y="2148840"/>
              <a:ext cx="6766560" cy="365760"/>
            </a:xfrm>
            <a:prstGeom prst="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Oval 11"/>
            <p:cNvSpPr/>
            <p:nvPr/>
          </p:nvSpPr>
          <p:spPr>
            <a:xfrm>
              <a:off x="2761488" y="2263140"/>
              <a:ext cx="137160" cy="137160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Oval 12"/>
            <p:cNvSpPr/>
            <p:nvPr/>
          </p:nvSpPr>
          <p:spPr>
            <a:xfrm>
              <a:off x="2980944" y="2263140"/>
              <a:ext cx="137160" cy="13716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Oval 13"/>
            <p:cNvSpPr/>
            <p:nvPr/>
          </p:nvSpPr>
          <p:spPr>
            <a:xfrm>
              <a:off x="3200400" y="2263140"/>
              <a:ext cx="137160" cy="13716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697479" y="2606040"/>
              <a:ext cx="6492240" cy="306324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2843784" y="2752344"/>
              <a:ext cx="6199632" cy="277063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보조 화면</a:t>
              </a:r>
            </a:p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17" name="asset:_front"/>
            <p:cNvSpPr/>
            <p:nvPr/>
          </p:nvSpPr>
          <p:spPr>
            <a:xfrm>
              <a:off x="3566160" y="2834640"/>
              <a:ext cx="6766560" cy="3657600"/>
            </a:xfrm>
            <a:prstGeom prst="roundRect">
              <a:avLst>
                <a:gd name="adj" fmla="val 3000"/>
              </a:avLst>
            </a:prstGeom>
            <a:solidFill>
              <a:srgbClr val="FFFFFF"/>
            </a:solidFill>
            <a:ln w="17780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3566160" y="2834640"/>
              <a:ext cx="6766560" cy="365760"/>
            </a:xfrm>
            <a:prstGeom prst="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Oval 18"/>
            <p:cNvSpPr/>
            <p:nvPr/>
          </p:nvSpPr>
          <p:spPr>
            <a:xfrm>
              <a:off x="3767328" y="2948940"/>
              <a:ext cx="137160" cy="137160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Oval 19"/>
            <p:cNvSpPr/>
            <p:nvPr/>
          </p:nvSpPr>
          <p:spPr>
            <a:xfrm>
              <a:off x="3986784" y="2948940"/>
              <a:ext cx="137160" cy="13716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Oval 20"/>
            <p:cNvSpPr/>
            <p:nvPr/>
          </p:nvSpPr>
          <p:spPr>
            <a:xfrm>
              <a:off x="4206240" y="2948940"/>
              <a:ext cx="137160" cy="13716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3703320" y="3291840"/>
              <a:ext cx="6492240" cy="306324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3849624" y="3438144"/>
              <a:ext cx="6199632" cy="277063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주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MCK-077</a:t>
            </a:r>
          </a:p>
        </p:txBody>
      </p:sp>
      <p:grpSp>
        <p:nvGrpSpPr>
          <p:cNvPr id="15" name="asset:MCK-077"/>
          <p:cNvGrpSpPr/>
          <p:nvPr/>
        </p:nvGrpSpPr>
        <p:grpSpPr>
          <a:xfrm>
            <a:off x="2864967" y="1508760"/>
            <a:ext cx="6461760" cy="4846320"/>
            <a:chOff x="2864967" y="1508760"/>
            <a:chExt cx="6461760" cy="4846320"/>
          </a:xfrm>
        </p:grpSpPr>
        <p:sp>
          <p:nvSpPr>
            <p:cNvPr id="3" name="Rounded Rectangle 2"/>
            <p:cNvSpPr/>
            <p:nvPr/>
          </p:nvSpPr>
          <p:spPr>
            <a:xfrm>
              <a:off x="2864967" y="1508760"/>
              <a:ext cx="6461760" cy="484632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19050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3011271" y="1655064"/>
              <a:ext cx="6169151" cy="4553712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3157575" y="1801368"/>
              <a:ext cx="5876543" cy="4261103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지도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(맵 삽입)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3230727" y="1874520"/>
              <a:ext cx="2584704" cy="40233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장소 검색</a:t>
              </a:r>
            </a:p>
          </p:txBody>
        </p:sp>
        <p:sp>
          <p:nvSpPr>
            <p:cNvPr id="7" name="Isosceles Triangle 6"/>
            <p:cNvSpPr/>
            <p:nvPr/>
          </p:nvSpPr>
          <p:spPr>
            <a:xfrm rot="10800000">
              <a:off x="5033314" y="3491179"/>
              <a:ext cx="201168" cy="274320"/>
            </a:xfrm>
            <a:prstGeom prst="triangl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Oval 7"/>
            <p:cNvSpPr/>
            <p:nvPr/>
          </p:nvSpPr>
          <p:spPr>
            <a:xfrm>
              <a:off x="4932730" y="3253435"/>
              <a:ext cx="420624" cy="420624"/>
            </a:xfrm>
            <a:prstGeom prst="ellipse">
              <a:avLst/>
            </a:prstGeom>
            <a:solidFill>
              <a:srgbClr val="C0392B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</p:txBody>
        </p:sp>
        <p:sp>
          <p:nvSpPr>
            <p:cNvPr id="9" name="Isosceles Triangle 8"/>
            <p:cNvSpPr/>
            <p:nvPr/>
          </p:nvSpPr>
          <p:spPr>
            <a:xfrm rot="10800000">
              <a:off x="6842607" y="4751222"/>
              <a:ext cx="201168" cy="274320"/>
            </a:xfrm>
            <a:prstGeom prst="triangl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Oval 9"/>
            <p:cNvSpPr/>
            <p:nvPr/>
          </p:nvSpPr>
          <p:spPr>
            <a:xfrm>
              <a:off x="6742023" y="4513478"/>
              <a:ext cx="420624" cy="420624"/>
            </a:xfrm>
            <a:prstGeom prst="ellipse">
              <a:avLst/>
            </a:prstGeom>
            <a:solidFill>
              <a:srgbClr val="2E75D6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</p:txBody>
        </p:sp>
        <p:sp>
          <p:nvSpPr>
            <p:cNvPr id="11" name="Isosceles Triangle 10"/>
            <p:cNvSpPr/>
            <p:nvPr/>
          </p:nvSpPr>
          <p:spPr>
            <a:xfrm rot="10800000">
              <a:off x="8005724" y="3394252"/>
              <a:ext cx="201168" cy="274320"/>
            </a:xfrm>
            <a:prstGeom prst="triangl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Oval 11"/>
            <p:cNvSpPr/>
            <p:nvPr/>
          </p:nvSpPr>
          <p:spPr>
            <a:xfrm>
              <a:off x="7905140" y="3156508"/>
              <a:ext cx="420624" cy="420624"/>
            </a:xfrm>
            <a:prstGeom prst="ellipse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</p:txBody>
        </p:sp>
        <p:sp>
          <p:nvSpPr>
            <p:cNvPr id="13" name="Isosceles Triangle 12"/>
            <p:cNvSpPr/>
            <p:nvPr/>
          </p:nvSpPr>
          <p:spPr>
            <a:xfrm rot="10800000">
              <a:off x="5937961" y="5332780"/>
              <a:ext cx="201168" cy="274320"/>
            </a:xfrm>
            <a:prstGeom prst="triangl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Oval 13"/>
            <p:cNvSpPr/>
            <p:nvPr/>
          </p:nvSpPr>
          <p:spPr>
            <a:xfrm>
              <a:off x="5837377" y="5095036"/>
              <a:ext cx="420624" cy="420624"/>
            </a:xfrm>
            <a:prstGeom prst="ellipse">
              <a:avLst/>
            </a:prstGeom>
            <a:solidFill>
              <a:srgbClr val="7B2D8E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MCK-078</a:t>
            </a:r>
          </a:p>
        </p:txBody>
      </p:sp>
      <p:grpSp>
        <p:nvGrpSpPr>
          <p:cNvPr id="12" name="asset:MCK-078"/>
          <p:cNvGrpSpPr/>
          <p:nvPr/>
        </p:nvGrpSpPr>
        <p:grpSpPr>
          <a:xfrm>
            <a:off x="1203807" y="1508760"/>
            <a:ext cx="9784080" cy="4846320"/>
            <a:chOff x="1203807" y="1508760"/>
            <a:chExt cx="9784080" cy="4846320"/>
          </a:xfrm>
        </p:grpSpPr>
        <p:sp>
          <p:nvSpPr>
            <p:cNvPr id="3" name="Rounded Rectangle 2"/>
            <p:cNvSpPr/>
            <p:nvPr/>
          </p:nvSpPr>
          <p:spPr>
            <a:xfrm>
              <a:off x="1203807" y="1508760"/>
              <a:ext cx="9784080" cy="484632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19050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1203807" y="1508760"/>
              <a:ext cx="9784080" cy="457200"/>
            </a:xfrm>
            <a:prstGeom prst="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파일 탐색기 · 산출물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203807" y="1965960"/>
              <a:ext cx="2377440" cy="438912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313535" y="2148840"/>
              <a:ext cx="2157984" cy="438912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📁 제안서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1313535" y="2697480"/>
              <a:ext cx="2157984" cy="438912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📁 설계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1313535" y="3246120"/>
              <a:ext cx="2157984" cy="438912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📁 시험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1313535" y="3794760"/>
              <a:ext cx="2157984" cy="438912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📁 매뉴얼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3764127" y="2148840"/>
              <a:ext cx="7040880" cy="4023359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3910431" y="2295144"/>
              <a:ext cx="6748272" cy="3730751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파일 리스트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(행 목록 삽입)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MCK-079</a:t>
            </a:r>
          </a:p>
        </p:txBody>
      </p:sp>
      <p:grpSp>
        <p:nvGrpSpPr>
          <p:cNvPr id="7" name="asset:MCK-079"/>
          <p:cNvGrpSpPr/>
          <p:nvPr/>
        </p:nvGrpSpPr>
        <p:grpSpPr>
          <a:xfrm>
            <a:off x="3120999" y="1330452"/>
            <a:ext cx="5949696" cy="5047488"/>
            <a:chOff x="3120999" y="1330452"/>
            <a:chExt cx="5949696" cy="5047488"/>
          </a:xfrm>
        </p:grpSpPr>
        <p:sp>
          <p:nvSpPr>
            <p:cNvPr id="3" name="Rounded Rectangle 2"/>
            <p:cNvSpPr/>
            <p:nvPr/>
          </p:nvSpPr>
          <p:spPr>
            <a:xfrm>
              <a:off x="3120999" y="1330452"/>
              <a:ext cx="5949696" cy="4517136"/>
            </a:xfrm>
            <a:prstGeom prst="roundRect">
              <a:avLst>
                <a:gd name="adj" fmla="val 2000"/>
              </a:avLst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3230727" y="1440180"/>
              <a:ext cx="5730240" cy="4297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3377031" y="1586484"/>
              <a:ext cx="5437632" cy="400507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발표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(4:3)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3230727" y="5920740"/>
              <a:ext cx="5730240" cy="457200"/>
            </a:xfrm>
            <a:prstGeom prst="round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발표 제목 · 캡션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MCK-080</a:t>
            </a:r>
          </a:p>
        </p:txBody>
      </p:sp>
      <p:grpSp>
        <p:nvGrpSpPr>
          <p:cNvPr id="8" name="asset:MCK-080"/>
          <p:cNvGrpSpPr/>
          <p:nvPr/>
        </p:nvGrpSpPr>
        <p:grpSpPr>
          <a:xfrm>
            <a:off x="4037304" y="1216151"/>
            <a:ext cx="4117085" cy="5193793"/>
            <a:chOff x="4037304" y="1216151"/>
            <a:chExt cx="4117085" cy="5193793"/>
          </a:xfrm>
        </p:grpSpPr>
        <p:sp>
          <p:nvSpPr>
            <p:cNvPr id="3" name="Rounded Rectangle 2"/>
            <p:cNvSpPr/>
            <p:nvPr/>
          </p:nvSpPr>
          <p:spPr>
            <a:xfrm>
              <a:off x="4494504" y="1216151"/>
              <a:ext cx="3202686" cy="4882896"/>
            </a:xfrm>
            <a:prstGeom prst="roundRect">
              <a:avLst>
                <a:gd name="adj" fmla="val 4000"/>
              </a:avLst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4695672" y="1417319"/>
              <a:ext cx="2800350" cy="44805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4821688" y="1543335"/>
              <a:ext cx="2548318" cy="4228528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키오스크 화면</a:t>
              </a:r>
            </a:p>
            <a:p>
              <a:pPr algn="ctr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(세로터치)</a:t>
              </a:r>
            </a:p>
          </p:txBody>
        </p:sp>
        <p:sp>
          <p:nvSpPr>
            <p:cNvPr id="6" name="Trapezoid 5"/>
            <p:cNvSpPr/>
            <p:nvPr/>
          </p:nvSpPr>
          <p:spPr>
            <a:xfrm>
              <a:off x="4037304" y="6099048"/>
              <a:ext cx="4117085" cy="292608"/>
            </a:xfrm>
            <a:prstGeom prst="trapezoid">
              <a:avLst/>
            </a:prstGeom>
            <a:solidFill>
              <a:srgbClr val="D9D9D9"/>
            </a:solidFill>
            <a:ln w="12700">
              <a:solidFill>
                <a:srgbClr val="80808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5867247" y="6080760"/>
              <a:ext cx="457200" cy="329184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MCK-081</a:t>
            </a:r>
          </a:p>
        </p:txBody>
      </p:sp>
      <p:grpSp>
        <p:nvGrpSpPr>
          <p:cNvPr id="12" name="asset:MCK-081"/>
          <p:cNvGrpSpPr/>
          <p:nvPr/>
        </p:nvGrpSpPr>
        <p:grpSpPr>
          <a:xfrm>
            <a:off x="3145383" y="1252728"/>
            <a:ext cx="5900928" cy="5358383"/>
            <a:chOff x="3145383" y="1252728"/>
            <a:chExt cx="5900928" cy="5358383"/>
          </a:xfrm>
        </p:grpSpPr>
        <p:sp>
          <p:nvSpPr>
            <p:cNvPr id="3" name="Rounded Rectangle 2"/>
            <p:cNvSpPr/>
            <p:nvPr/>
          </p:nvSpPr>
          <p:spPr>
            <a:xfrm>
              <a:off x="3145383" y="1252728"/>
              <a:ext cx="5900928" cy="5358383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19050">
              <a:solidFill>
                <a:srgbClr val="1F386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3145383" y="1252728"/>
              <a:ext cx="5900928" cy="457200"/>
            </a:xfrm>
            <a:prstGeom prst="rect">
              <a:avLst/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Oval 4"/>
            <p:cNvSpPr/>
            <p:nvPr/>
          </p:nvSpPr>
          <p:spPr>
            <a:xfrm>
              <a:off x="3346551" y="1412748"/>
              <a:ext cx="137160" cy="137160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3566007" y="1412748"/>
              <a:ext cx="137160" cy="13716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Oval 6"/>
            <p:cNvSpPr/>
            <p:nvPr/>
          </p:nvSpPr>
          <p:spPr>
            <a:xfrm>
              <a:off x="3785463" y="1412748"/>
              <a:ext cx="137160" cy="13716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ound Same Side Corner Rectangle 7"/>
            <p:cNvSpPr/>
            <p:nvPr/>
          </p:nvSpPr>
          <p:spPr>
            <a:xfrm>
              <a:off x="4105503" y="1325880"/>
              <a:ext cx="1652259" cy="329184"/>
            </a:xfrm>
            <a:prstGeom prst="round2Same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탭 · 제목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3328263" y="1755648"/>
              <a:ext cx="5535167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https://  주소 표시줄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3291687" y="2130552"/>
              <a:ext cx="5608320" cy="420624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3437991" y="2276856"/>
              <a:ext cx="5315711" cy="3913631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브라우저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MCK-082</a:t>
            </a:r>
          </a:p>
        </p:txBody>
      </p:sp>
      <p:grpSp>
        <p:nvGrpSpPr>
          <p:cNvPr id="8" name="asset:MCK-082"/>
          <p:cNvGrpSpPr/>
          <p:nvPr/>
        </p:nvGrpSpPr>
        <p:grpSpPr>
          <a:xfrm>
            <a:off x="2054199" y="1549908"/>
            <a:ext cx="8083296" cy="4645152"/>
            <a:chOff x="2054199" y="1549908"/>
            <a:chExt cx="8083296" cy="4645152"/>
          </a:xfrm>
        </p:grpSpPr>
        <p:sp>
          <p:nvSpPr>
            <p:cNvPr id="3" name="Rounded Rectangle 2"/>
            <p:cNvSpPr/>
            <p:nvPr/>
          </p:nvSpPr>
          <p:spPr>
            <a:xfrm>
              <a:off x="2785719" y="1549908"/>
              <a:ext cx="6620256" cy="4261104"/>
            </a:xfrm>
            <a:prstGeom prst="roundRect">
              <a:avLst>
                <a:gd name="adj" fmla="val 3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2950311" y="1714500"/>
              <a:ext cx="6291072" cy="39319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3096615" y="1860804"/>
              <a:ext cx="5998464" cy="363931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노트북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6" name="Trapezoid 5"/>
            <p:cNvSpPr/>
            <p:nvPr/>
          </p:nvSpPr>
          <p:spPr>
            <a:xfrm>
              <a:off x="2054199" y="5811012"/>
              <a:ext cx="8083296" cy="384048"/>
            </a:xfrm>
            <a:prstGeom prst="trapezoid">
              <a:avLst>
                <a:gd name="adj" fmla="val 6000"/>
              </a:avLst>
            </a:prstGeom>
            <a:solidFill>
              <a:srgbClr val="D9D9D9"/>
            </a:solidFill>
            <a:ln w="12700">
              <a:solidFill>
                <a:srgbClr val="1F386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5455767" y="5865876"/>
              <a:ext cx="1280160" cy="109728"/>
            </a:xfrm>
            <a:prstGeom prst="round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