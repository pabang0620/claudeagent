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MCK-059</a:t>
            </a:r>
          </a:p>
        </p:txBody>
      </p:sp>
      <p:grpSp>
        <p:nvGrpSpPr>
          <p:cNvPr id="8" name="asset:MCK-059"/>
          <p:cNvGrpSpPr/>
          <p:nvPr/>
        </p:nvGrpSpPr>
        <p:grpSpPr>
          <a:xfrm>
            <a:off x="2895447" y="1463040"/>
            <a:ext cx="6400799" cy="4937759"/>
            <a:chOff x="2895447" y="1463040"/>
            <a:chExt cx="640079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463040"/>
              <a:ext cx="6400799" cy="4937759"/>
            </a:xfrm>
            <a:prstGeom prst="roundRect">
              <a:avLst>
                <a:gd name="adj" fmla="val 5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1737360"/>
              <a:ext cx="585215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1883664"/>
              <a:ext cx="5559551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MCK-060</a:t>
            </a:r>
          </a:p>
        </p:txBody>
      </p:sp>
      <p:grpSp>
        <p:nvGrpSpPr>
          <p:cNvPr id="9" name="asset:MCK-060"/>
          <p:cNvGrpSpPr/>
          <p:nvPr/>
        </p:nvGrpSpPr>
        <p:grpSpPr>
          <a:xfrm>
            <a:off x="4806543" y="1362456"/>
            <a:ext cx="2706624" cy="3858768"/>
            <a:chOff x="4806543" y="1362456"/>
            <a:chExt cx="2706624" cy="3858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3624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5354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002536"/>
              <a:ext cx="2578608" cy="2578608"/>
            </a:xfrm>
            <a:prstGeom prst="roundRect">
              <a:avLst>
                <a:gd name="adj" fmla="val 2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148840"/>
              <a:ext cx="228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251710"/>
              <a:ext cx="2080260" cy="2080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MCK-061</a:t>
            </a:r>
          </a:p>
        </p:txBody>
      </p:sp>
      <p:grpSp>
        <p:nvGrpSpPr>
          <p:cNvPr id="17" name="asset:MCK-061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6711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89805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93583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856677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59839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06143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10147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56451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MCK-062</a:t>
            </a:r>
          </a:p>
        </p:txBody>
      </p:sp>
      <p:grpSp>
        <p:nvGrpSpPr>
          <p:cNvPr id="17" name="asset:MCK-062"/>
          <p:cNvGrpSpPr/>
          <p:nvPr/>
        </p:nvGrpSpPr>
        <p:grpSpPr>
          <a:xfrm>
            <a:off x="1737360" y="1554480"/>
            <a:ext cx="8778239" cy="4754880"/>
            <a:chOff x="1737360" y="1554480"/>
            <a:chExt cx="8778239" cy="4754880"/>
          </a:xfrm>
        </p:grpSpPr>
        <p:sp>
          <p:nvSpPr>
            <p:cNvPr id="3" name="Rounded Rectangle 2"/>
            <p:cNvSpPr/>
            <p:nvPr/>
          </p:nvSpPr>
          <p:spPr>
            <a:xfrm>
              <a:off x="1737360" y="1554480"/>
              <a:ext cx="7498079" cy="39319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737360" y="1554480"/>
              <a:ext cx="7498079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938528" y="16687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157984" y="16687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377440" y="16687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74519" y="2011680"/>
              <a:ext cx="7223759" cy="3337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20824" y="2157984"/>
              <a:ext cx="6931151" cy="30449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asset:_front"/>
            <p:cNvSpPr/>
            <p:nvPr/>
          </p:nvSpPr>
          <p:spPr>
            <a:xfrm>
              <a:off x="3017520" y="2468880"/>
              <a:ext cx="7498079" cy="38404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17520" y="2468880"/>
              <a:ext cx="7498079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218688" y="25831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438144" y="25831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657600" y="25831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54679" y="2926080"/>
              <a:ext cx="7223759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00984" y="3072384"/>
              <a:ext cx="6931151" cy="29535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MCK-063</a:t>
            </a:r>
          </a:p>
        </p:txBody>
      </p:sp>
      <p:grpSp>
        <p:nvGrpSpPr>
          <p:cNvPr id="15" name="asset:MCK-063"/>
          <p:cNvGrpSpPr/>
          <p:nvPr/>
        </p:nvGrpSpPr>
        <p:grpSpPr>
          <a:xfrm>
            <a:off x="1788007" y="1508760"/>
            <a:ext cx="8615680" cy="4846320"/>
            <a:chOff x="1788007" y="1508760"/>
            <a:chExt cx="86156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788007" y="1508760"/>
              <a:ext cx="86156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34311" y="1655064"/>
              <a:ext cx="8323072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080615" y="1801368"/>
              <a:ext cx="8030464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53767" y="1874520"/>
              <a:ext cx="310896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645609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545025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705799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5741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608822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508238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851804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751220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MCK-064</a:t>
            </a:r>
          </a:p>
        </p:txBody>
      </p:sp>
      <p:grpSp>
        <p:nvGrpSpPr>
          <p:cNvPr id="12" name="asset:MCK-064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목록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(그리드 삽입)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MCK-065</a:t>
            </a:r>
          </a:p>
        </p:txBody>
      </p:sp>
      <p:grpSp>
        <p:nvGrpSpPr>
          <p:cNvPr id="7" name="asset:MCK-065"/>
          <p:cNvGrpSpPr/>
          <p:nvPr/>
        </p:nvGrpSpPr>
        <p:grpSpPr>
          <a:xfrm>
            <a:off x="2165959" y="1330452"/>
            <a:ext cx="7859776" cy="5047488"/>
            <a:chOff x="2165959" y="1330452"/>
            <a:chExt cx="785977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165959" y="1330452"/>
              <a:ext cx="7859776" cy="4517136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75687" y="1440180"/>
              <a:ext cx="764032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21991" y="1586484"/>
              <a:ext cx="734771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(16:9)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75687" y="5920740"/>
              <a:ext cx="7640320" cy="4572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MCK-066</a:t>
            </a:r>
          </a:p>
        </p:txBody>
      </p:sp>
      <p:grpSp>
        <p:nvGrpSpPr>
          <p:cNvPr id="8" name="asset:MCK-066"/>
          <p:cNvGrpSpPr/>
          <p:nvPr/>
        </p:nvGrpSpPr>
        <p:grpSpPr>
          <a:xfrm>
            <a:off x="4177322" y="1216151"/>
            <a:ext cx="3837051" cy="5193793"/>
            <a:chOff x="4177322" y="1216151"/>
            <a:chExt cx="3837051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634522" y="1216151"/>
              <a:ext cx="2922651" cy="4882896"/>
            </a:xfrm>
            <a:prstGeom prst="roundRect">
              <a:avLst>
                <a:gd name="adj" fmla="val 4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35690" y="1417319"/>
              <a:ext cx="2520315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49104" y="1530734"/>
              <a:ext cx="2293486" cy="42537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177322" y="6099048"/>
              <a:ext cx="3837051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MCK-067</a:t>
            </a:r>
          </a:p>
        </p:txBody>
      </p:sp>
      <p:grpSp>
        <p:nvGrpSpPr>
          <p:cNvPr id="12" name="asset:MCK-067"/>
          <p:cNvGrpSpPr/>
          <p:nvPr/>
        </p:nvGrpSpPr>
        <p:grpSpPr>
          <a:xfrm>
            <a:off x="3145383" y="1252728"/>
            <a:ext cx="5900928" cy="5358383"/>
            <a:chOff x="3145383" y="1252728"/>
            <a:chExt cx="590092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3145383" y="1252728"/>
              <a:ext cx="590092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5383" y="1252728"/>
              <a:ext cx="5900928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655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6600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78546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4105503" y="1325880"/>
              <a:ext cx="1652259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8263" y="1755648"/>
              <a:ext cx="553516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91687" y="2130552"/>
              <a:ext cx="5608320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37991" y="2276856"/>
              <a:ext cx="531571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MCK-068</a:t>
            </a:r>
          </a:p>
        </p:txBody>
      </p:sp>
      <p:grpSp>
        <p:nvGrpSpPr>
          <p:cNvPr id="8" name="asset:MCK-068"/>
          <p:cNvGrpSpPr/>
          <p:nvPr/>
        </p:nvGrpSpPr>
        <p:grpSpPr>
          <a:xfrm>
            <a:off x="2054199" y="1549908"/>
            <a:ext cx="8083296" cy="4645152"/>
            <a:chOff x="2054199" y="1549908"/>
            <a:chExt cx="8083296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785719" y="1549908"/>
              <a:ext cx="6620256" cy="4261104"/>
            </a:xfrm>
            <a:prstGeom prst="roundRect">
              <a:avLst>
                <a:gd name="adj" fmla="val 3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950311" y="1714500"/>
              <a:ext cx="6291072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096615" y="1860804"/>
              <a:ext cx="5998464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054199" y="5811012"/>
              <a:ext cx="8083296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MCK-069</a:t>
            </a:r>
          </a:p>
        </p:txBody>
      </p:sp>
      <p:grpSp>
        <p:nvGrpSpPr>
          <p:cNvPr id="8" name="asset:MCK-069"/>
          <p:cNvGrpSpPr/>
          <p:nvPr/>
        </p:nvGrpSpPr>
        <p:grpSpPr>
          <a:xfrm>
            <a:off x="3169767" y="1280159"/>
            <a:ext cx="5852160" cy="5193793"/>
            <a:chOff x="3169767" y="1280159"/>
            <a:chExt cx="58521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3169767" y="1280159"/>
              <a:ext cx="5852160" cy="4480560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352647" y="1463039"/>
              <a:ext cx="54864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498951" y="1609343"/>
              <a:ext cx="51937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866894" y="6217920"/>
              <a:ext cx="2457907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MCK-070</a:t>
            </a:r>
          </a:p>
        </p:txBody>
      </p:sp>
      <p:grpSp>
        <p:nvGrpSpPr>
          <p:cNvPr id="8" name="asset:MCK-070"/>
          <p:cNvGrpSpPr/>
          <p:nvPr/>
        </p:nvGrpSpPr>
        <p:grpSpPr>
          <a:xfrm>
            <a:off x="828903" y="1956816"/>
            <a:ext cx="10533888" cy="3867912"/>
            <a:chOff x="828903" y="1956816"/>
            <a:chExt cx="10533888" cy="3867912"/>
          </a:xfrm>
        </p:grpSpPr>
        <p:sp>
          <p:nvSpPr>
            <p:cNvPr id="3" name="Rounded Rectangle 2"/>
            <p:cNvSpPr/>
            <p:nvPr/>
          </p:nvSpPr>
          <p:spPr>
            <a:xfrm>
              <a:off x="828903" y="1956816"/>
              <a:ext cx="10533888" cy="3172968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75207" y="2103120"/>
              <a:ext cx="10241280" cy="2880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121511" y="2249424"/>
              <a:ext cx="9948672" cy="25877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12978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449927" y="5568696"/>
              <a:ext cx="329184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MCK-071</a:t>
            </a:r>
          </a:p>
        </p:txBody>
      </p:sp>
      <p:grpSp>
        <p:nvGrpSpPr>
          <p:cNvPr id="7" name="asset:MCK-071"/>
          <p:cNvGrpSpPr/>
          <p:nvPr/>
        </p:nvGrpSpPr>
        <p:grpSpPr>
          <a:xfrm>
            <a:off x="4751679" y="1353311"/>
            <a:ext cx="2688336" cy="5157216"/>
            <a:chOff x="4751679" y="1353311"/>
            <a:chExt cx="2688336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751679" y="1353311"/>
              <a:ext cx="2688336" cy="5157216"/>
            </a:xfrm>
            <a:prstGeom prst="roundRect">
              <a:avLst>
                <a:gd name="adj" fmla="val 16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61407" y="1463039"/>
              <a:ext cx="2468880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72507" y="1574139"/>
              <a:ext cx="2246680" cy="47155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31297" y="1463039"/>
              <a:ext cx="1129101" cy="18288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MCK-072</a:t>
            </a:r>
          </a:p>
        </p:txBody>
      </p:sp>
      <p:grpSp>
        <p:nvGrpSpPr>
          <p:cNvPr id="7" name="asset:MCK-072"/>
          <p:cNvGrpSpPr/>
          <p:nvPr/>
        </p:nvGrpSpPr>
        <p:grpSpPr>
          <a:xfrm>
            <a:off x="3425799" y="2542032"/>
            <a:ext cx="5340096" cy="2779776"/>
            <a:chOff x="3425799" y="2542032"/>
            <a:chExt cx="5340096" cy="2779776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542032"/>
              <a:ext cx="5340096" cy="2779776"/>
            </a:xfrm>
            <a:prstGeom prst="roundRect">
              <a:avLst>
                <a:gd name="adj" fmla="val 1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651760"/>
              <a:ext cx="512064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81831" y="2798064"/>
              <a:ext cx="4828031" cy="22677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375964"/>
              <a:ext cx="146304" cy="111191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MCK-073</a:t>
            </a:r>
          </a:p>
        </p:txBody>
      </p:sp>
      <p:grpSp>
        <p:nvGrpSpPr>
          <p:cNvPr id="8" name="asset:MCK-073"/>
          <p:cNvGrpSpPr/>
          <p:nvPr/>
        </p:nvGrpSpPr>
        <p:grpSpPr>
          <a:xfrm>
            <a:off x="4175607" y="1463040"/>
            <a:ext cx="3840479" cy="4937759"/>
            <a:chOff x="4175607" y="1463040"/>
            <a:chExt cx="384047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4175607" y="1463040"/>
              <a:ext cx="3840479" cy="4937759"/>
            </a:xfrm>
            <a:prstGeom prst="roundRect">
              <a:avLst>
                <a:gd name="adj" fmla="val 5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449927" y="1737360"/>
              <a:ext cx="329183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96231" y="1883664"/>
              <a:ext cx="2999232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MCK-074</a:t>
            </a:r>
          </a:p>
        </p:txBody>
      </p:sp>
      <p:grpSp>
        <p:nvGrpSpPr>
          <p:cNvPr id="9" name="asset:MCK-074"/>
          <p:cNvGrpSpPr/>
          <p:nvPr/>
        </p:nvGrpSpPr>
        <p:grpSpPr>
          <a:xfrm>
            <a:off x="4844643" y="1179576"/>
            <a:ext cx="2630424" cy="4224528"/>
            <a:chOff x="4844643" y="1179576"/>
            <a:chExt cx="2630424" cy="422452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320101" y="1179576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320101" y="4718304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44643" y="1819656"/>
              <a:ext cx="2502407" cy="2944368"/>
            </a:xfrm>
            <a:prstGeom prst="roundRect">
              <a:avLst>
                <a:gd name="adj" fmla="val 28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470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90947" y="1965960"/>
              <a:ext cx="2209800" cy="2651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90388" y="2065401"/>
              <a:ext cx="2010918" cy="245287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MCK-075</a:t>
            </a:r>
          </a:p>
        </p:txBody>
      </p:sp>
      <p:grpSp>
        <p:nvGrpSpPr>
          <p:cNvPr id="17" name="asset:MCK-075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828135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91229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96431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9525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564727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627821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59839" y="3520440"/>
              <a:ext cx="9272015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06143" y="3666744"/>
              <a:ext cx="8979407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차트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MCK-076</a:t>
            </a:r>
          </a:p>
        </p:txBody>
      </p:sp>
      <p:grpSp>
        <p:nvGrpSpPr>
          <p:cNvPr id="24" name="asset:MCK-076"/>
          <p:cNvGrpSpPr/>
          <p:nvPr/>
        </p:nvGrpSpPr>
        <p:grpSpPr>
          <a:xfrm>
            <a:off x="1554480" y="1417320"/>
            <a:ext cx="8778240" cy="5074920"/>
            <a:chOff x="1554480" y="1417320"/>
            <a:chExt cx="8778240" cy="5074920"/>
          </a:xfrm>
        </p:grpSpPr>
        <p:sp>
          <p:nvSpPr>
            <p:cNvPr id="3" name="Rounded Rectangle 2"/>
            <p:cNvSpPr/>
            <p:nvPr/>
          </p:nvSpPr>
          <p:spPr>
            <a:xfrm>
              <a:off x="1554480" y="141732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554480" y="1417320"/>
              <a:ext cx="676656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55648" y="153162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75104" y="153162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194560" y="153162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1639" y="1874519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37943" y="202082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60320" y="21488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60320" y="2148840"/>
              <a:ext cx="676656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6148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98094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0040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97479" y="26060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43784" y="27523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566160" y="28346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66160" y="2834640"/>
              <a:ext cx="676656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767328" y="29489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986784" y="29489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206240" y="29489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03320" y="32918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49624" y="34381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MCK-077</a:t>
            </a:r>
          </a:p>
        </p:txBody>
      </p:sp>
      <p:grpSp>
        <p:nvGrpSpPr>
          <p:cNvPr id="15" name="asset:MCK-077"/>
          <p:cNvGrpSpPr/>
          <p:nvPr/>
        </p:nvGrpSpPr>
        <p:grpSpPr>
          <a:xfrm>
            <a:off x="2864967" y="1508760"/>
            <a:ext cx="6461760" cy="4846320"/>
            <a:chOff x="2864967" y="1508760"/>
            <a:chExt cx="646176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864967" y="1508760"/>
              <a:ext cx="646176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011271" y="1655064"/>
              <a:ext cx="616915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157575" y="1801368"/>
              <a:ext cx="587654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1874520"/>
              <a:ext cx="2584704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5033314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932730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842607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742023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005724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905140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37961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37377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MCK-078</a:t>
            </a:r>
          </a:p>
        </p:txBody>
      </p:sp>
      <p:grpSp>
        <p:nvGrpSpPr>
          <p:cNvPr id="12" name="asset:MCK-078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리스트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(행 목록 삽입)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MCK-079</a:t>
            </a:r>
          </a:p>
        </p:txBody>
      </p:sp>
      <p:grpSp>
        <p:nvGrpSpPr>
          <p:cNvPr id="7" name="asset:MCK-079"/>
          <p:cNvGrpSpPr/>
          <p:nvPr/>
        </p:nvGrpSpPr>
        <p:grpSpPr>
          <a:xfrm>
            <a:off x="3120999" y="1330452"/>
            <a:ext cx="5949696" cy="5047488"/>
            <a:chOff x="3120999" y="1330452"/>
            <a:chExt cx="594969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3120999" y="1330452"/>
              <a:ext cx="5949696" cy="4517136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230727" y="1440180"/>
              <a:ext cx="573024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77031" y="1586484"/>
              <a:ext cx="543763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(4:3)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5920740"/>
              <a:ext cx="5730240" cy="4572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MCK-080</a:t>
            </a:r>
          </a:p>
        </p:txBody>
      </p:sp>
      <p:grpSp>
        <p:nvGrpSpPr>
          <p:cNvPr id="8" name="asset:MCK-080"/>
          <p:cNvGrpSpPr/>
          <p:nvPr/>
        </p:nvGrpSpPr>
        <p:grpSpPr>
          <a:xfrm>
            <a:off x="4037304" y="1216151"/>
            <a:ext cx="4117085" cy="5193793"/>
            <a:chOff x="4037304" y="1216151"/>
            <a:chExt cx="4117085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494504" y="1216151"/>
              <a:ext cx="3202686" cy="4882896"/>
            </a:xfrm>
            <a:prstGeom prst="roundRect">
              <a:avLst>
                <a:gd name="adj" fmla="val 4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695672" y="1417319"/>
              <a:ext cx="280035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21688" y="1543335"/>
              <a:ext cx="2548318" cy="422852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037304" y="6099048"/>
              <a:ext cx="4117085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MCK-081</a:t>
            </a:r>
          </a:p>
        </p:txBody>
      </p:sp>
      <p:grpSp>
        <p:nvGrpSpPr>
          <p:cNvPr id="12" name="asset:MCK-081"/>
          <p:cNvGrpSpPr/>
          <p:nvPr/>
        </p:nvGrpSpPr>
        <p:grpSpPr>
          <a:xfrm>
            <a:off x="3145383" y="1252728"/>
            <a:ext cx="5900928" cy="5358383"/>
            <a:chOff x="3145383" y="1252728"/>
            <a:chExt cx="590092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3145383" y="1252728"/>
              <a:ext cx="590092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5383" y="1252728"/>
              <a:ext cx="5900928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655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6600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78546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4105503" y="1325880"/>
              <a:ext cx="1652259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8263" y="1755648"/>
              <a:ext cx="553516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91687" y="2130552"/>
              <a:ext cx="5608320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37991" y="2276856"/>
              <a:ext cx="531571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MCK-082</a:t>
            </a:r>
          </a:p>
        </p:txBody>
      </p:sp>
      <p:grpSp>
        <p:nvGrpSpPr>
          <p:cNvPr id="8" name="asset:MCK-082"/>
          <p:cNvGrpSpPr/>
          <p:nvPr/>
        </p:nvGrpSpPr>
        <p:grpSpPr>
          <a:xfrm>
            <a:off x="2054199" y="1549908"/>
            <a:ext cx="8083296" cy="4645152"/>
            <a:chOff x="2054199" y="1549908"/>
            <a:chExt cx="8083296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785719" y="1549908"/>
              <a:ext cx="6620256" cy="4261104"/>
            </a:xfrm>
            <a:prstGeom prst="roundRect">
              <a:avLst>
                <a:gd name="adj" fmla="val 3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950311" y="1714500"/>
              <a:ext cx="6291072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096615" y="1860804"/>
              <a:ext cx="5998464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054199" y="5811012"/>
              <a:ext cx="8083296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