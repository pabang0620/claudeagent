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MCK-011</a:t>
            </a:r>
          </a:p>
        </p:txBody>
      </p:sp>
      <p:grpSp>
        <p:nvGrpSpPr>
          <p:cNvPr id="12" name="asset:MCK-011"/>
          <p:cNvGrpSpPr/>
          <p:nvPr/>
        </p:nvGrpSpPr>
        <p:grpSpPr>
          <a:xfrm>
            <a:off x="2210663" y="1252728"/>
            <a:ext cx="7770368" cy="5358383"/>
            <a:chOff x="2210663" y="1252728"/>
            <a:chExt cx="777036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210663" y="1252728"/>
              <a:ext cx="777036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10663" y="1252728"/>
              <a:ext cx="7770368" cy="457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41183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63128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85074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170783" y="1325880"/>
              <a:ext cx="2175703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93543" y="1755648"/>
              <a:ext cx="740460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56967" y="2130552"/>
              <a:ext cx="7477759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03271" y="2276856"/>
              <a:ext cx="718515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MCK-012</a:t>
            </a:r>
          </a:p>
        </p:txBody>
      </p:sp>
      <p:grpSp>
        <p:nvGrpSpPr>
          <p:cNvPr id="8" name="asset:MCK-012"/>
          <p:cNvGrpSpPr/>
          <p:nvPr/>
        </p:nvGrpSpPr>
        <p:grpSpPr>
          <a:xfrm>
            <a:off x="1725015" y="1561338"/>
            <a:ext cx="8741664" cy="4622292"/>
            <a:chOff x="1725015" y="1561338"/>
            <a:chExt cx="8741664" cy="4622292"/>
          </a:xfrm>
        </p:grpSpPr>
        <p:sp>
          <p:nvSpPr>
            <p:cNvPr id="3" name="Rounded Rectangle 2"/>
            <p:cNvSpPr/>
            <p:nvPr/>
          </p:nvSpPr>
          <p:spPr>
            <a:xfrm>
              <a:off x="2456535" y="1561338"/>
              <a:ext cx="7278624" cy="4238244"/>
            </a:xfrm>
            <a:prstGeom prst="roundRect">
              <a:avLst>
                <a:gd name="adj" fmla="val 3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21127" y="1725930"/>
              <a:ext cx="6949440" cy="39090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67431" y="1872234"/>
              <a:ext cx="6656831" cy="36164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1725015" y="5799582"/>
              <a:ext cx="874166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5444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MCK-013</a:t>
            </a:r>
          </a:p>
        </p:txBody>
      </p:sp>
      <p:grpSp>
        <p:nvGrpSpPr>
          <p:cNvPr id="8" name="asset:MCK-013"/>
          <p:cNvGrpSpPr/>
          <p:nvPr/>
        </p:nvGrpSpPr>
        <p:grpSpPr>
          <a:xfrm>
            <a:off x="2255367" y="1280159"/>
            <a:ext cx="7680960" cy="5193793"/>
            <a:chOff x="2255367" y="1280159"/>
            <a:chExt cx="76809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2255367" y="1280159"/>
              <a:ext cx="7680960" cy="4480560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438247" y="1463039"/>
              <a:ext cx="73152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584551" y="1609343"/>
              <a:ext cx="70225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24247" y="6217920"/>
              <a:ext cx="274320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MCK-014</a:t>
            </a:r>
          </a:p>
        </p:txBody>
      </p:sp>
      <p:grpSp>
        <p:nvGrpSpPr>
          <p:cNvPr id="8" name="asset:MCK-014"/>
          <p:cNvGrpSpPr/>
          <p:nvPr/>
        </p:nvGrpSpPr>
        <p:grpSpPr>
          <a:xfrm>
            <a:off x="2109063" y="1751076"/>
            <a:ext cx="7973568" cy="4279392"/>
            <a:chOff x="2109063" y="1751076"/>
            <a:chExt cx="7973568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2109063" y="1751076"/>
              <a:ext cx="7973568" cy="3584448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55367" y="1897380"/>
              <a:ext cx="7680960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01671" y="2043684"/>
              <a:ext cx="7388352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40341" y="5774436"/>
              <a:ext cx="2711013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MCK-015</a:t>
            </a:r>
          </a:p>
        </p:txBody>
      </p:sp>
      <p:grpSp>
        <p:nvGrpSpPr>
          <p:cNvPr id="7" name="asset:MCK-015"/>
          <p:cNvGrpSpPr/>
          <p:nvPr/>
        </p:nvGrpSpPr>
        <p:grpSpPr>
          <a:xfrm>
            <a:off x="4816650" y="1353311"/>
            <a:ext cx="2558394" cy="5157216"/>
            <a:chOff x="4816650" y="1353311"/>
            <a:chExt cx="2558394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816650" y="1353311"/>
              <a:ext cx="2558394" cy="5157216"/>
            </a:xfrm>
            <a:prstGeom prst="roundRect">
              <a:avLst>
                <a:gd name="adj" fmla="val 16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26378" y="1463039"/>
              <a:ext cx="2338938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31630" y="1568292"/>
              <a:ext cx="2128434" cy="4727255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58584" y="1463039"/>
              <a:ext cx="1074525" cy="18288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MCK-016</a:t>
            </a:r>
          </a:p>
        </p:txBody>
      </p:sp>
      <p:grpSp>
        <p:nvGrpSpPr>
          <p:cNvPr id="7" name="asset:MCK-016"/>
          <p:cNvGrpSpPr/>
          <p:nvPr/>
        </p:nvGrpSpPr>
        <p:grpSpPr>
          <a:xfrm>
            <a:off x="3547719" y="2450591"/>
            <a:ext cx="5096256" cy="2962656"/>
            <a:chOff x="3547719" y="2450591"/>
            <a:chExt cx="5096256" cy="2962656"/>
          </a:xfrm>
        </p:grpSpPr>
        <p:sp>
          <p:nvSpPr>
            <p:cNvPr id="3" name="Rounded Rectangle 2"/>
            <p:cNvSpPr/>
            <p:nvPr/>
          </p:nvSpPr>
          <p:spPr>
            <a:xfrm>
              <a:off x="3547719" y="2450591"/>
              <a:ext cx="5096256" cy="2962656"/>
            </a:xfrm>
            <a:prstGeom prst="roundRect">
              <a:avLst>
                <a:gd name="adj" fmla="val 1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657447" y="2560320"/>
              <a:ext cx="4876800" cy="2743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803751" y="2706624"/>
              <a:ext cx="4584191" cy="24505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639159" y="3339388"/>
              <a:ext cx="146304" cy="118506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MCK-017</a:t>
            </a:r>
          </a:p>
        </p:txBody>
      </p:sp>
      <p:grpSp>
        <p:nvGrpSpPr>
          <p:cNvPr id="8" name="asset:MCK-017"/>
          <p:cNvGrpSpPr/>
          <p:nvPr/>
        </p:nvGrpSpPr>
        <p:grpSpPr>
          <a:xfrm>
            <a:off x="2895447" y="1463040"/>
            <a:ext cx="6400799" cy="4937759"/>
            <a:chOff x="2895447" y="1463040"/>
            <a:chExt cx="6400799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2895447" y="1463040"/>
              <a:ext cx="6400799" cy="4937759"/>
            </a:xfrm>
            <a:prstGeom prst="roundRect">
              <a:avLst>
                <a:gd name="adj" fmla="val 5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69767" y="1737360"/>
              <a:ext cx="5852159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16071" y="1883664"/>
              <a:ext cx="5559551" cy="409651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MCK-018</a:t>
            </a:r>
          </a:p>
        </p:txBody>
      </p:sp>
      <p:grpSp>
        <p:nvGrpSpPr>
          <p:cNvPr id="9" name="asset:MCK-018"/>
          <p:cNvGrpSpPr/>
          <p:nvPr/>
        </p:nvGrpSpPr>
        <p:grpSpPr>
          <a:xfrm>
            <a:off x="4806543" y="1362456"/>
            <a:ext cx="2706624" cy="3858768"/>
            <a:chOff x="4806543" y="1362456"/>
            <a:chExt cx="2706624" cy="385876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296479" y="1362456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296479" y="4535424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6543" y="2002536"/>
              <a:ext cx="2578608" cy="2578608"/>
            </a:xfrm>
            <a:prstGeom prst="roundRect">
              <a:avLst>
                <a:gd name="adj" fmla="val 28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851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2847" y="2148840"/>
              <a:ext cx="2286000" cy="228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55717" y="2251710"/>
              <a:ext cx="2080260" cy="20802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MCK-019</a:t>
            </a:r>
          </a:p>
        </p:txBody>
      </p:sp>
      <p:grpSp>
        <p:nvGrpSpPr>
          <p:cNvPr id="17" name="asset:MCK-019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9839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2933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26711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89805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793583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856677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59839" y="3520440"/>
              <a:ext cx="4521707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06143" y="3666744"/>
              <a:ext cx="4229099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10147" y="3520440"/>
              <a:ext cx="4521707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56451" y="3666744"/>
              <a:ext cx="4229099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MCK-020</a:t>
            </a:r>
          </a:p>
        </p:txBody>
      </p:sp>
      <p:grpSp>
        <p:nvGrpSpPr>
          <p:cNvPr id="17" name="asset:MCK-020"/>
          <p:cNvGrpSpPr/>
          <p:nvPr/>
        </p:nvGrpSpPr>
        <p:grpSpPr>
          <a:xfrm>
            <a:off x="1737360" y="1554480"/>
            <a:ext cx="8778239" cy="4754880"/>
            <a:chOff x="1737360" y="1554480"/>
            <a:chExt cx="8778239" cy="4754880"/>
          </a:xfrm>
        </p:grpSpPr>
        <p:sp>
          <p:nvSpPr>
            <p:cNvPr id="3" name="Rounded Rectangle 2"/>
            <p:cNvSpPr/>
            <p:nvPr/>
          </p:nvSpPr>
          <p:spPr>
            <a:xfrm>
              <a:off x="1737360" y="1554480"/>
              <a:ext cx="7498079" cy="39319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737360" y="1554480"/>
              <a:ext cx="7498079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938528" y="16687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157984" y="16687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377440" y="16687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874519" y="2011680"/>
              <a:ext cx="7223759" cy="3337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20824" y="2157984"/>
              <a:ext cx="6931151" cy="304495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asset:_front"/>
            <p:cNvSpPr/>
            <p:nvPr/>
          </p:nvSpPr>
          <p:spPr>
            <a:xfrm>
              <a:off x="3017520" y="2468880"/>
              <a:ext cx="7498079" cy="38404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17520" y="2468880"/>
              <a:ext cx="7498079" cy="3657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218688" y="25831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438144" y="25831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657600" y="25831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154679" y="2926080"/>
              <a:ext cx="7223759" cy="3246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300984" y="3072384"/>
              <a:ext cx="6931151" cy="29535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MCK-021</a:t>
            </a:r>
          </a:p>
        </p:txBody>
      </p:sp>
      <p:grpSp>
        <p:nvGrpSpPr>
          <p:cNvPr id="15" name="asset:MCK-021"/>
          <p:cNvGrpSpPr/>
          <p:nvPr/>
        </p:nvGrpSpPr>
        <p:grpSpPr>
          <a:xfrm>
            <a:off x="1788007" y="1508760"/>
            <a:ext cx="8615680" cy="4846320"/>
            <a:chOff x="1788007" y="1508760"/>
            <a:chExt cx="86156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788007" y="1508760"/>
              <a:ext cx="86156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34311" y="1655064"/>
              <a:ext cx="8323072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080615" y="1801368"/>
              <a:ext cx="8030464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153767" y="1874520"/>
              <a:ext cx="310896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4645609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545025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7057999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957415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608822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508238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851804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751220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MCK-022</a:t>
            </a:r>
          </a:p>
        </p:txBody>
      </p:sp>
      <p:grpSp>
        <p:nvGrpSpPr>
          <p:cNvPr id="12" name="asset:MCK-022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목록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(그리드 삽입)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MCK-023</a:t>
            </a:r>
          </a:p>
        </p:txBody>
      </p:sp>
      <p:grpSp>
        <p:nvGrpSpPr>
          <p:cNvPr id="7" name="asset:MCK-023"/>
          <p:cNvGrpSpPr/>
          <p:nvPr/>
        </p:nvGrpSpPr>
        <p:grpSpPr>
          <a:xfrm>
            <a:off x="2165959" y="1330452"/>
            <a:ext cx="7859776" cy="5047488"/>
            <a:chOff x="2165959" y="1330452"/>
            <a:chExt cx="7859776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2165959" y="1330452"/>
              <a:ext cx="7859776" cy="4517136"/>
            </a:xfrm>
            <a:prstGeom prst="roundRect">
              <a:avLst>
                <a:gd name="adj" fmla="val 2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75687" y="1440180"/>
              <a:ext cx="764032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21991" y="1586484"/>
              <a:ext cx="7347712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(16:9)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75687" y="5920740"/>
              <a:ext cx="7640320" cy="45720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MCK-024</a:t>
            </a:r>
          </a:p>
        </p:txBody>
      </p:sp>
      <p:grpSp>
        <p:nvGrpSpPr>
          <p:cNvPr id="8" name="asset:MCK-024"/>
          <p:cNvGrpSpPr/>
          <p:nvPr/>
        </p:nvGrpSpPr>
        <p:grpSpPr>
          <a:xfrm>
            <a:off x="4177322" y="1216151"/>
            <a:ext cx="3837051" cy="5193793"/>
            <a:chOff x="4177322" y="1216151"/>
            <a:chExt cx="3837051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634522" y="1216151"/>
              <a:ext cx="2922651" cy="4882896"/>
            </a:xfrm>
            <a:prstGeom prst="roundRect">
              <a:avLst>
                <a:gd name="adj" fmla="val 4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835690" y="1417319"/>
              <a:ext cx="2520315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49104" y="1530734"/>
              <a:ext cx="2293486" cy="42537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177322" y="6099048"/>
              <a:ext cx="3837051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MCK-025</a:t>
            </a:r>
          </a:p>
        </p:txBody>
      </p:sp>
      <p:grpSp>
        <p:nvGrpSpPr>
          <p:cNvPr id="12" name="asset:MCK-025"/>
          <p:cNvGrpSpPr/>
          <p:nvPr/>
        </p:nvGrpSpPr>
        <p:grpSpPr>
          <a:xfrm>
            <a:off x="2210663" y="1252728"/>
            <a:ext cx="7770368" cy="5358383"/>
            <a:chOff x="2210663" y="1252728"/>
            <a:chExt cx="777036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210663" y="1252728"/>
              <a:ext cx="777036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10663" y="1252728"/>
              <a:ext cx="7770368" cy="457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41183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63128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85074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170783" y="1325880"/>
              <a:ext cx="2175703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93543" y="1755648"/>
              <a:ext cx="740460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56967" y="2130552"/>
              <a:ext cx="7477759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03271" y="2276856"/>
              <a:ext cx="718515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MCK-026</a:t>
            </a:r>
          </a:p>
        </p:txBody>
      </p:sp>
      <p:grpSp>
        <p:nvGrpSpPr>
          <p:cNvPr id="8" name="asset:MCK-026"/>
          <p:cNvGrpSpPr/>
          <p:nvPr/>
        </p:nvGrpSpPr>
        <p:grpSpPr>
          <a:xfrm>
            <a:off x="1725015" y="1561338"/>
            <a:ext cx="8741664" cy="4622292"/>
            <a:chOff x="1725015" y="1561338"/>
            <a:chExt cx="8741664" cy="4622292"/>
          </a:xfrm>
        </p:grpSpPr>
        <p:sp>
          <p:nvSpPr>
            <p:cNvPr id="3" name="Rounded Rectangle 2"/>
            <p:cNvSpPr/>
            <p:nvPr/>
          </p:nvSpPr>
          <p:spPr>
            <a:xfrm>
              <a:off x="2456535" y="1561338"/>
              <a:ext cx="7278624" cy="4238244"/>
            </a:xfrm>
            <a:prstGeom prst="roundRect">
              <a:avLst>
                <a:gd name="adj" fmla="val 3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21127" y="1725930"/>
              <a:ext cx="6949440" cy="39090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67431" y="1872234"/>
              <a:ext cx="6656831" cy="36164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1725015" y="5799582"/>
              <a:ext cx="874166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5444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MCK-027</a:t>
            </a:r>
          </a:p>
        </p:txBody>
      </p:sp>
      <p:grpSp>
        <p:nvGrpSpPr>
          <p:cNvPr id="8" name="asset:MCK-027"/>
          <p:cNvGrpSpPr/>
          <p:nvPr/>
        </p:nvGrpSpPr>
        <p:grpSpPr>
          <a:xfrm>
            <a:off x="2255367" y="1280159"/>
            <a:ext cx="7680960" cy="5193793"/>
            <a:chOff x="2255367" y="1280159"/>
            <a:chExt cx="76809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2255367" y="1280159"/>
              <a:ext cx="7680960" cy="4480560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438247" y="1463039"/>
              <a:ext cx="73152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584551" y="1609343"/>
              <a:ext cx="70225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24247" y="6217920"/>
              <a:ext cx="274320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MCK-028</a:t>
            </a:r>
          </a:p>
        </p:txBody>
      </p:sp>
      <p:grpSp>
        <p:nvGrpSpPr>
          <p:cNvPr id="8" name="asset:MCK-028"/>
          <p:cNvGrpSpPr/>
          <p:nvPr/>
        </p:nvGrpSpPr>
        <p:grpSpPr>
          <a:xfrm>
            <a:off x="2109063" y="1751076"/>
            <a:ext cx="7973568" cy="4279392"/>
            <a:chOff x="2109063" y="1751076"/>
            <a:chExt cx="7973568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2109063" y="1751076"/>
              <a:ext cx="7973568" cy="3584448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55367" y="1897380"/>
              <a:ext cx="7680960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01671" y="2043684"/>
              <a:ext cx="7388352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40341" y="5774436"/>
              <a:ext cx="2711013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MCK-029</a:t>
            </a:r>
          </a:p>
        </p:txBody>
      </p:sp>
      <p:grpSp>
        <p:nvGrpSpPr>
          <p:cNvPr id="7" name="asset:MCK-029"/>
          <p:cNvGrpSpPr/>
          <p:nvPr/>
        </p:nvGrpSpPr>
        <p:grpSpPr>
          <a:xfrm>
            <a:off x="4816650" y="1353311"/>
            <a:ext cx="2558394" cy="5157216"/>
            <a:chOff x="4816650" y="1353311"/>
            <a:chExt cx="2558394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816650" y="1353311"/>
              <a:ext cx="2558394" cy="5157216"/>
            </a:xfrm>
            <a:prstGeom prst="roundRect">
              <a:avLst>
                <a:gd name="adj" fmla="val 1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26378" y="1463039"/>
              <a:ext cx="2338938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31630" y="1568292"/>
              <a:ext cx="2128434" cy="4727255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58584" y="1463039"/>
              <a:ext cx="1074525" cy="18288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MCK-030</a:t>
            </a:r>
          </a:p>
        </p:txBody>
      </p:sp>
      <p:grpSp>
        <p:nvGrpSpPr>
          <p:cNvPr id="7" name="asset:MCK-030"/>
          <p:cNvGrpSpPr/>
          <p:nvPr/>
        </p:nvGrpSpPr>
        <p:grpSpPr>
          <a:xfrm>
            <a:off x="3547719" y="2450591"/>
            <a:ext cx="5096256" cy="2962656"/>
            <a:chOff x="3547719" y="2450591"/>
            <a:chExt cx="5096256" cy="2962656"/>
          </a:xfrm>
        </p:grpSpPr>
        <p:sp>
          <p:nvSpPr>
            <p:cNvPr id="3" name="Rounded Rectangle 2"/>
            <p:cNvSpPr/>
            <p:nvPr/>
          </p:nvSpPr>
          <p:spPr>
            <a:xfrm>
              <a:off x="3547719" y="2450591"/>
              <a:ext cx="5096256" cy="2962656"/>
            </a:xfrm>
            <a:prstGeom prst="roundRect">
              <a:avLst>
                <a:gd name="adj" fmla="val 1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657447" y="2560320"/>
              <a:ext cx="4876800" cy="2743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803751" y="2706624"/>
              <a:ext cx="4584191" cy="24505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639159" y="3339388"/>
              <a:ext cx="146304" cy="118506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MCK-031</a:t>
            </a:r>
          </a:p>
        </p:txBody>
      </p:sp>
      <p:grpSp>
        <p:nvGrpSpPr>
          <p:cNvPr id="8" name="asset:MCK-031"/>
          <p:cNvGrpSpPr/>
          <p:nvPr/>
        </p:nvGrpSpPr>
        <p:grpSpPr>
          <a:xfrm>
            <a:off x="2895447" y="1463040"/>
            <a:ext cx="6400799" cy="4937759"/>
            <a:chOff x="2895447" y="1463040"/>
            <a:chExt cx="6400799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2895447" y="1463040"/>
              <a:ext cx="6400799" cy="4937759"/>
            </a:xfrm>
            <a:prstGeom prst="roundRect">
              <a:avLst>
                <a:gd name="adj" fmla="val 5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69767" y="1737360"/>
              <a:ext cx="5852159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16071" y="1883664"/>
              <a:ext cx="5559551" cy="409651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MCK-032</a:t>
            </a:r>
          </a:p>
        </p:txBody>
      </p:sp>
      <p:grpSp>
        <p:nvGrpSpPr>
          <p:cNvPr id="9" name="asset:MCK-032"/>
          <p:cNvGrpSpPr/>
          <p:nvPr/>
        </p:nvGrpSpPr>
        <p:grpSpPr>
          <a:xfrm>
            <a:off x="4806543" y="1362456"/>
            <a:ext cx="2706624" cy="3858768"/>
            <a:chOff x="4806543" y="1362456"/>
            <a:chExt cx="2706624" cy="385876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296479" y="1362456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296479" y="4535424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6543" y="2002536"/>
              <a:ext cx="2578608" cy="2578608"/>
            </a:xfrm>
            <a:prstGeom prst="roundRect">
              <a:avLst>
                <a:gd name="adj" fmla="val 2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851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2847" y="2148840"/>
              <a:ext cx="2286000" cy="228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55717" y="2251710"/>
              <a:ext cx="2080260" cy="20802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MCK-033</a:t>
            </a:r>
          </a:p>
        </p:txBody>
      </p:sp>
      <p:grpSp>
        <p:nvGrpSpPr>
          <p:cNvPr id="17" name="asset:MCK-033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9839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2933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26711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89805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793583" y="2240280"/>
              <a:ext cx="2938271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856677" y="2303373"/>
              <a:ext cx="2812084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 위젯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59839" y="3520440"/>
              <a:ext cx="4521707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06143" y="3666744"/>
              <a:ext cx="4229099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10147" y="3520440"/>
              <a:ext cx="4521707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356451" y="3666744"/>
              <a:ext cx="4229099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차트·표 위젯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MCK-034</a:t>
            </a:r>
          </a:p>
        </p:txBody>
      </p:sp>
      <p:grpSp>
        <p:nvGrpSpPr>
          <p:cNvPr id="17" name="asset:MCK-034"/>
          <p:cNvGrpSpPr/>
          <p:nvPr/>
        </p:nvGrpSpPr>
        <p:grpSpPr>
          <a:xfrm>
            <a:off x="1737360" y="1554480"/>
            <a:ext cx="8778239" cy="4754880"/>
            <a:chOff x="1737360" y="1554480"/>
            <a:chExt cx="8778239" cy="4754880"/>
          </a:xfrm>
        </p:grpSpPr>
        <p:sp>
          <p:nvSpPr>
            <p:cNvPr id="3" name="Rounded Rectangle 2"/>
            <p:cNvSpPr/>
            <p:nvPr/>
          </p:nvSpPr>
          <p:spPr>
            <a:xfrm>
              <a:off x="1737360" y="1554480"/>
              <a:ext cx="7498079" cy="39319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737360" y="1554480"/>
              <a:ext cx="7498079" cy="3657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938528" y="16687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157984" y="16687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377440" y="16687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874519" y="2011680"/>
              <a:ext cx="7223759" cy="3337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20824" y="2157984"/>
              <a:ext cx="6931151" cy="304495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asset:_front"/>
            <p:cNvSpPr/>
            <p:nvPr/>
          </p:nvSpPr>
          <p:spPr>
            <a:xfrm>
              <a:off x="3017520" y="2468880"/>
              <a:ext cx="7498079" cy="38404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17520" y="2468880"/>
              <a:ext cx="7498079" cy="3657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218688" y="25831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438144" y="25831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657600" y="25831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154679" y="2926080"/>
              <a:ext cx="7223759" cy="3246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300984" y="3072384"/>
              <a:ext cx="6931151" cy="29535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