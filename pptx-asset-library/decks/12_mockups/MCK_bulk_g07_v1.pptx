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MCK-155</a:t>
            </a:r>
          </a:p>
        </p:txBody>
      </p:sp>
      <p:grpSp>
        <p:nvGrpSpPr>
          <p:cNvPr id="7" name="asset:MCK-155"/>
          <p:cNvGrpSpPr/>
          <p:nvPr/>
        </p:nvGrpSpPr>
        <p:grpSpPr>
          <a:xfrm>
            <a:off x="4875123" y="1353311"/>
            <a:ext cx="2441448" cy="5157216"/>
            <a:chOff x="4875123" y="1353311"/>
            <a:chExt cx="2441448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875123" y="1353311"/>
              <a:ext cx="2441448" cy="5157216"/>
            </a:xfrm>
            <a:prstGeom prst="roundRect">
              <a:avLst>
                <a:gd name="adj" fmla="val 16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84851" y="1463039"/>
              <a:ext cx="2221992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84841" y="1563029"/>
              <a:ext cx="2022012" cy="47377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83143" y="1463039"/>
              <a:ext cx="1025408" cy="18288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MCK-156</a:t>
            </a:r>
          </a:p>
        </p:txBody>
      </p:sp>
      <p:grpSp>
        <p:nvGrpSpPr>
          <p:cNvPr id="7" name="asset:MCK-156"/>
          <p:cNvGrpSpPr/>
          <p:nvPr/>
        </p:nvGrpSpPr>
        <p:grpSpPr>
          <a:xfrm>
            <a:off x="3425799" y="2670048"/>
            <a:ext cx="5340096" cy="2523744"/>
            <a:chOff x="3425799" y="2670048"/>
            <a:chExt cx="5340096" cy="2523744"/>
          </a:xfrm>
        </p:grpSpPr>
        <p:sp>
          <p:nvSpPr>
            <p:cNvPr id="3" name="Rounded Rectangle 2"/>
            <p:cNvSpPr/>
            <p:nvPr/>
          </p:nvSpPr>
          <p:spPr>
            <a:xfrm>
              <a:off x="3425799" y="2670048"/>
              <a:ext cx="5340096" cy="2523744"/>
            </a:xfrm>
            <a:prstGeom prst="roundRect">
              <a:avLst>
                <a:gd name="adj" fmla="val 1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35527" y="2779776"/>
              <a:ext cx="5120640" cy="23042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73784" y="2918033"/>
              <a:ext cx="4844125" cy="202777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17239" y="3427171"/>
              <a:ext cx="146304" cy="1009497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MCK-157</a:t>
            </a:r>
          </a:p>
        </p:txBody>
      </p:sp>
      <p:grpSp>
        <p:nvGrpSpPr>
          <p:cNvPr id="8" name="asset:MCK-157"/>
          <p:cNvGrpSpPr/>
          <p:nvPr/>
        </p:nvGrpSpPr>
        <p:grpSpPr>
          <a:xfrm>
            <a:off x="2895447" y="1828800"/>
            <a:ext cx="6400800" cy="4206240"/>
            <a:chOff x="2895447" y="1828800"/>
            <a:chExt cx="64008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2895447" y="1828800"/>
              <a:ext cx="6400800" cy="4206240"/>
            </a:xfrm>
            <a:prstGeom prst="roundRect">
              <a:avLst>
                <a:gd name="adj" fmla="val 5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69767" y="2103120"/>
              <a:ext cx="5852160" cy="3657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16071" y="2249424"/>
              <a:ext cx="5559552" cy="33649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93852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5815583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MCK-158</a:t>
            </a:r>
          </a:p>
        </p:txBody>
      </p:sp>
      <p:grpSp>
        <p:nvGrpSpPr>
          <p:cNvPr id="9" name="asset:MCK-158"/>
          <p:cNvGrpSpPr/>
          <p:nvPr/>
        </p:nvGrpSpPr>
        <p:grpSpPr>
          <a:xfrm>
            <a:off x="4806543" y="1552956"/>
            <a:ext cx="2706624" cy="3477768"/>
            <a:chOff x="4806543" y="1552956"/>
            <a:chExt cx="2706624" cy="347776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296479" y="1552956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296479" y="4344924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6543" y="2193036"/>
              <a:ext cx="2578608" cy="2197608"/>
            </a:xfrm>
            <a:prstGeom prst="roundRect">
              <a:avLst>
                <a:gd name="adj" fmla="val 28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851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2847" y="2339340"/>
              <a:ext cx="2286000" cy="1905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55717" y="2442210"/>
              <a:ext cx="2080260" cy="16992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MCK-159</a:t>
            </a:r>
          </a:p>
        </p:txBody>
      </p:sp>
      <p:grpSp>
        <p:nvGrpSpPr>
          <p:cNvPr id="14" name="asset:MCK-159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203807" y="2240280"/>
              <a:ext cx="2103120" cy="41148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86687" y="237744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1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86687" y="292608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2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386687" y="347472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3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386687" y="402336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89807" y="2240280"/>
              <a:ext cx="7242047" cy="38587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36111" y="2386584"/>
              <a:ext cx="6949439" cy="35661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메인 콘텐츠 위젯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MCK-160</a:t>
            </a:r>
          </a:p>
        </p:txBody>
      </p:sp>
      <p:grpSp>
        <p:nvGrpSpPr>
          <p:cNvPr id="24" name="asset:MCK-160"/>
          <p:cNvGrpSpPr/>
          <p:nvPr/>
        </p:nvGrpSpPr>
        <p:grpSpPr>
          <a:xfrm>
            <a:off x="1828800" y="1371600"/>
            <a:ext cx="8595360" cy="4937760"/>
            <a:chOff x="1828800" y="1371600"/>
            <a:chExt cx="8595360" cy="4937760"/>
          </a:xfrm>
        </p:grpSpPr>
        <p:sp>
          <p:nvSpPr>
            <p:cNvPr id="3" name="Rounded Rectangle 2"/>
            <p:cNvSpPr/>
            <p:nvPr/>
          </p:nvSpPr>
          <p:spPr>
            <a:xfrm>
              <a:off x="1828800" y="137160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828800" y="1371600"/>
              <a:ext cx="6949440" cy="3657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029968" y="148590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249424" y="148590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468880" y="148590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65960" y="182880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112264" y="197510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651760" y="214884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51760" y="2148840"/>
              <a:ext cx="6949440" cy="3657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852928" y="22631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072384" y="22631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291840" y="22631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88920" y="260604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935224" y="275234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7" name="asset:_front"/>
            <p:cNvSpPr/>
            <p:nvPr/>
          </p:nvSpPr>
          <p:spPr>
            <a:xfrm>
              <a:off x="3474720" y="292608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474720" y="2926080"/>
              <a:ext cx="6949440" cy="3657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675887" y="30403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895344" y="30403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114800" y="30403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611879" y="338328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758183" y="352958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MCK-161</a:t>
            </a:r>
          </a:p>
        </p:txBody>
      </p:sp>
      <p:grpSp>
        <p:nvGrpSpPr>
          <p:cNvPr id="15" name="asset:MCK-161"/>
          <p:cNvGrpSpPr/>
          <p:nvPr/>
        </p:nvGrpSpPr>
        <p:grpSpPr>
          <a:xfrm>
            <a:off x="2461107" y="1508760"/>
            <a:ext cx="7269479" cy="4846320"/>
            <a:chOff x="2461107" y="1508760"/>
            <a:chExt cx="7269479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2461107" y="1508760"/>
              <a:ext cx="7269479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07411" y="1655064"/>
              <a:ext cx="6976871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53715" y="1801368"/>
              <a:ext cx="6684263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26867" y="1874520"/>
              <a:ext cx="2907791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4887925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787341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6923379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822795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231886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131302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905652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805068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MCK-162</a:t>
            </a:r>
          </a:p>
        </p:txBody>
      </p:sp>
      <p:grpSp>
        <p:nvGrpSpPr>
          <p:cNvPr id="12" name="asset:MCK-162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타일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(큰 타일 삽입)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MCK-163</a:t>
            </a:r>
          </a:p>
        </p:txBody>
      </p:sp>
      <p:grpSp>
        <p:nvGrpSpPr>
          <p:cNvPr id="7" name="asset:MCK-163"/>
          <p:cNvGrpSpPr/>
          <p:nvPr/>
        </p:nvGrpSpPr>
        <p:grpSpPr>
          <a:xfrm>
            <a:off x="2547975" y="1330452"/>
            <a:ext cx="7095744" cy="5047488"/>
            <a:chOff x="2547975" y="1330452"/>
            <a:chExt cx="7095744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2547975" y="1330452"/>
              <a:ext cx="7095744" cy="4517136"/>
            </a:xfrm>
            <a:prstGeom prst="roundRect">
              <a:avLst>
                <a:gd name="adj" fmla="val 2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57703" y="1440180"/>
              <a:ext cx="6876288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804007" y="1586484"/>
              <a:ext cx="6583680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(16:10)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57703" y="5920740"/>
              <a:ext cx="6876288" cy="457200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MCK-164</a:t>
            </a:r>
          </a:p>
        </p:txBody>
      </p:sp>
      <p:grpSp>
        <p:nvGrpSpPr>
          <p:cNvPr id="8" name="asset:MCK-164"/>
          <p:cNvGrpSpPr/>
          <p:nvPr/>
        </p:nvGrpSpPr>
        <p:grpSpPr>
          <a:xfrm>
            <a:off x="4317339" y="1216151"/>
            <a:ext cx="3557016" cy="5193793"/>
            <a:chOff x="4317339" y="1216151"/>
            <a:chExt cx="3557016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774539" y="1216151"/>
              <a:ext cx="2642616" cy="4882896"/>
            </a:xfrm>
            <a:prstGeom prst="roundRect">
              <a:avLst>
                <a:gd name="adj" fmla="val 4000"/>
              </a:avLst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75707" y="1417319"/>
              <a:ext cx="2240280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76520" y="1518132"/>
              <a:ext cx="2038654" cy="4278934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317339" y="6099048"/>
              <a:ext cx="3557016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MCK-165</a:t>
            </a:r>
          </a:p>
        </p:txBody>
      </p:sp>
      <p:grpSp>
        <p:nvGrpSpPr>
          <p:cNvPr id="12" name="asset:MCK-165"/>
          <p:cNvGrpSpPr/>
          <p:nvPr/>
        </p:nvGrpSpPr>
        <p:grpSpPr>
          <a:xfrm>
            <a:off x="2794863" y="1252728"/>
            <a:ext cx="6601968" cy="5358383"/>
            <a:chOff x="2794863" y="1252728"/>
            <a:chExt cx="6601968" cy="5358383"/>
          </a:xfrm>
        </p:grpSpPr>
        <p:sp>
          <p:nvSpPr>
            <p:cNvPr id="3" name="Rounded Rectangle 2"/>
            <p:cNvSpPr/>
            <p:nvPr/>
          </p:nvSpPr>
          <p:spPr>
            <a:xfrm>
              <a:off x="2794863" y="1252728"/>
              <a:ext cx="6601968" cy="5358383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794863" y="1252728"/>
              <a:ext cx="6601968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996031" y="1412748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215487" y="1412748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434943" y="1412748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 Same Side Corner Rectangle 7"/>
            <p:cNvSpPr/>
            <p:nvPr/>
          </p:nvSpPr>
          <p:spPr>
            <a:xfrm>
              <a:off x="3754983" y="1325880"/>
              <a:ext cx="1848551" cy="329184"/>
            </a:xfrm>
            <a:prstGeom prst="round2SameRect">
              <a:avLst/>
            </a:prstGeom>
            <a:solidFill>
              <a:srgbClr val="F7F9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탭 · 제목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977743" y="1755648"/>
              <a:ext cx="6236207" cy="32918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https://  주소 표시줄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1167" y="2130552"/>
              <a:ext cx="6309359" cy="4206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87471" y="2276856"/>
              <a:ext cx="6016751" cy="391363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브라우저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MCK-166</a:t>
            </a:r>
          </a:p>
        </p:txBody>
      </p:sp>
      <p:grpSp>
        <p:nvGrpSpPr>
          <p:cNvPr id="8" name="asset:MCK-166"/>
          <p:cNvGrpSpPr/>
          <p:nvPr/>
        </p:nvGrpSpPr>
        <p:grpSpPr>
          <a:xfrm>
            <a:off x="2250795" y="1549908"/>
            <a:ext cx="7690104" cy="4645152"/>
            <a:chOff x="2250795" y="1549908"/>
            <a:chExt cx="7690104" cy="4645152"/>
          </a:xfrm>
        </p:grpSpPr>
        <p:sp>
          <p:nvSpPr>
            <p:cNvPr id="3" name="Rounded Rectangle 2"/>
            <p:cNvSpPr/>
            <p:nvPr/>
          </p:nvSpPr>
          <p:spPr>
            <a:xfrm>
              <a:off x="2982315" y="1549908"/>
              <a:ext cx="6227064" cy="4261104"/>
            </a:xfrm>
            <a:prstGeom prst="roundRect">
              <a:avLst>
                <a:gd name="adj" fmla="val 3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46907" y="1714500"/>
              <a:ext cx="5897879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293211" y="1860804"/>
              <a:ext cx="5605271" cy="3639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노트북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2250795" y="5811012"/>
              <a:ext cx="7690104" cy="384048"/>
            </a:xfrm>
            <a:prstGeom prst="trapezoid">
              <a:avLst>
                <a:gd name="adj" fmla="val 6000"/>
              </a:avLst>
            </a:prstGeom>
            <a:solidFill>
              <a:srgbClr val="D9D9D9"/>
            </a:solidFill>
            <a:ln w="1270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455767" y="5865876"/>
              <a:ext cx="1280160" cy="109728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MCK-167</a:t>
            </a:r>
          </a:p>
        </p:txBody>
      </p:sp>
      <p:grpSp>
        <p:nvGrpSpPr>
          <p:cNvPr id="8" name="asset:MCK-167"/>
          <p:cNvGrpSpPr/>
          <p:nvPr/>
        </p:nvGrpSpPr>
        <p:grpSpPr>
          <a:xfrm>
            <a:off x="2621127" y="1280159"/>
            <a:ext cx="6949440" cy="5193793"/>
            <a:chOff x="2621127" y="1280159"/>
            <a:chExt cx="6949440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2621127" y="1280159"/>
              <a:ext cx="6949440" cy="4480560"/>
            </a:xfrm>
            <a:prstGeom prst="roundRect">
              <a:avLst>
                <a:gd name="adj" fmla="val 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804007" y="1463039"/>
              <a:ext cx="6583680" cy="411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950311" y="1609343"/>
              <a:ext cx="6291072" cy="382219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모니터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821527" y="5760720"/>
              <a:ext cx="548640" cy="4572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24247" y="6217920"/>
              <a:ext cx="2743200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MCK-168</a:t>
            </a:r>
          </a:p>
        </p:txBody>
      </p:sp>
      <p:grpSp>
        <p:nvGrpSpPr>
          <p:cNvPr id="8" name="asset:MCK-168"/>
          <p:cNvGrpSpPr/>
          <p:nvPr/>
        </p:nvGrpSpPr>
        <p:grpSpPr>
          <a:xfrm>
            <a:off x="1999335" y="1751076"/>
            <a:ext cx="8193024" cy="4279392"/>
            <a:chOff x="1999335" y="1751076"/>
            <a:chExt cx="8193024" cy="4279392"/>
          </a:xfrm>
        </p:grpSpPr>
        <p:sp>
          <p:nvSpPr>
            <p:cNvPr id="3" name="Rounded Rectangle 2"/>
            <p:cNvSpPr/>
            <p:nvPr/>
          </p:nvSpPr>
          <p:spPr>
            <a:xfrm>
              <a:off x="1999335" y="1751076"/>
              <a:ext cx="8193024" cy="3584448"/>
            </a:xfrm>
            <a:prstGeom prst="roundRect">
              <a:avLst>
                <a:gd name="adj" fmla="val 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145639" y="1897380"/>
              <a:ext cx="7900416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291943" y="2043684"/>
              <a:ext cx="7607808" cy="299923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와이드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75807" y="5335524"/>
              <a:ext cx="640080" cy="43891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rapezoid 6"/>
            <p:cNvSpPr/>
            <p:nvPr/>
          </p:nvSpPr>
          <p:spPr>
            <a:xfrm>
              <a:off x="4703033" y="5774436"/>
              <a:ext cx="2785628" cy="256032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MCK-169</a:t>
            </a:r>
          </a:p>
        </p:txBody>
      </p:sp>
      <p:grpSp>
        <p:nvGrpSpPr>
          <p:cNvPr id="7" name="asset:MCK-169"/>
          <p:cNvGrpSpPr/>
          <p:nvPr/>
        </p:nvGrpSpPr>
        <p:grpSpPr>
          <a:xfrm>
            <a:off x="4875123" y="1353311"/>
            <a:ext cx="2441448" cy="5157216"/>
            <a:chOff x="4875123" y="1353311"/>
            <a:chExt cx="2441448" cy="5157216"/>
          </a:xfrm>
        </p:grpSpPr>
        <p:sp>
          <p:nvSpPr>
            <p:cNvPr id="3" name="Rounded Rectangle 2"/>
            <p:cNvSpPr/>
            <p:nvPr/>
          </p:nvSpPr>
          <p:spPr>
            <a:xfrm>
              <a:off x="4875123" y="1353311"/>
              <a:ext cx="2441448" cy="5157216"/>
            </a:xfrm>
            <a:prstGeom prst="roundRect">
              <a:avLst>
                <a:gd name="adj" fmla="val 16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84851" y="1463039"/>
              <a:ext cx="2221992" cy="4937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84841" y="1563029"/>
              <a:ext cx="2022012" cy="47377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모바일 화면</a:t>
              </a:r>
            </a:p>
            <a:p>
              <a:pPr algn="ctr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583143" y="1463039"/>
              <a:ext cx="1025408" cy="18288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MCK-170</a:t>
            </a:r>
          </a:p>
        </p:txBody>
      </p:sp>
      <p:grpSp>
        <p:nvGrpSpPr>
          <p:cNvPr id="7" name="asset:MCK-170"/>
          <p:cNvGrpSpPr/>
          <p:nvPr/>
        </p:nvGrpSpPr>
        <p:grpSpPr>
          <a:xfrm>
            <a:off x="3425799" y="2670048"/>
            <a:ext cx="5340096" cy="2523744"/>
            <a:chOff x="3425799" y="2670048"/>
            <a:chExt cx="5340096" cy="2523744"/>
          </a:xfrm>
        </p:grpSpPr>
        <p:sp>
          <p:nvSpPr>
            <p:cNvPr id="3" name="Rounded Rectangle 2"/>
            <p:cNvSpPr/>
            <p:nvPr/>
          </p:nvSpPr>
          <p:spPr>
            <a:xfrm>
              <a:off x="3425799" y="2670048"/>
              <a:ext cx="5340096" cy="2523744"/>
            </a:xfrm>
            <a:prstGeom prst="roundRect">
              <a:avLst>
                <a:gd name="adj" fmla="val 1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35527" y="2779776"/>
              <a:ext cx="5120640" cy="23042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673784" y="2918033"/>
              <a:ext cx="4844125" cy="202777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가로 모바일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(가로)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17239" y="3427171"/>
              <a:ext cx="146304" cy="100949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MCK-171</a:t>
            </a:r>
          </a:p>
        </p:txBody>
      </p:sp>
      <p:grpSp>
        <p:nvGrpSpPr>
          <p:cNvPr id="8" name="asset:MCK-171"/>
          <p:cNvGrpSpPr/>
          <p:nvPr/>
        </p:nvGrpSpPr>
        <p:grpSpPr>
          <a:xfrm>
            <a:off x="2895447" y="1828800"/>
            <a:ext cx="6400800" cy="4206240"/>
            <a:chOff x="2895447" y="1828800"/>
            <a:chExt cx="64008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2895447" y="1828800"/>
              <a:ext cx="6400800" cy="4206240"/>
            </a:xfrm>
            <a:prstGeom prst="roundRect">
              <a:avLst>
                <a:gd name="adj" fmla="val 5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169767" y="2103120"/>
              <a:ext cx="5852160" cy="3657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316071" y="2249424"/>
              <a:ext cx="5559552" cy="336499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태블릿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6050127" y="1938528"/>
              <a:ext cx="91440" cy="91440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5995263" y="5815583"/>
              <a:ext cx="201168" cy="201168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MCK-172</a:t>
            </a:r>
          </a:p>
        </p:txBody>
      </p:sp>
      <p:grpSp>
        <p:nvGrpSpPr>
          <p:cNvPr id="9" name="asset:MCK-172"/>
          <p:cNvGrpSpPr/>
          <p:nvPr/>
        </p:nvGrpSpPr>
        <p:grpSpPr>
          <a:xfrm>
            <a:off x="4806543" y="1552956"/>
            <a:ext cx="2706624" cy="3477768"/>
            <a:chOff x="4806543" y="1552956"/>
            <a:chExt cx="2706624" cy="3477768"/>
          </a:xfrm>
        </p:grpSpPr>
        <p:sp>
          <p:nvSpPr>
            <p:cNvPr id="3" name="Trapezoid 2"/>
            <p:cNvSpPr/>
            <p:nvPr/>
          </p:nvSpPr>
          <p:spPr>
            <a:xfrm rot="10800000">
              <a:off x="5296479" y="1552956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rapezoid 3"/>
            <p:cNvSpPr/>
            <p:nvPr/>
          </p:nvSpPr>
          <p:spPr>
            <a:xfrm>
              <a:off x="5296479" y="4344924"/>
              <a:ext cx="1598736" cy="6858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6543" y="2193036"/>
              <a:ext cx="2578608" cy="2197608"/>
            </a:xfrm>
            <a:prstGeom prst="roundRect">
              <a:avLst>
                <a:gd name="adj" fmla="val 2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85151" y="3163824"/>
              <a:ext cx="128016" cy="256032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952847" y="2339340"/>
              <a:ext cx="2286000" cy="1905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055717" y="2442210"/>
              <a:ext cx="2080260" cy="16992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워치 화면</a:t>
              </a:r>
            </a:p>
            <a:p>
              <a:pPr algn="ctr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(원형앱)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MCK-173</a:t>
            </a:r>
          </a:p>
        </p:txBody>
      </p:sp>
      <p:grpSp>
        <p:nvGrpSpPr>
          <p:cNvPr id="14" name="asset:MCK-173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54864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대시보드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0622127" y="1700784"/>
              <a:ext cx="164592" cy="164592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0329519" y="1700784"/>
              <a:ext cx="164592" cy="164592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203807" y="2240280"/>
              <a:ext cx="2103120" cy="41148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86687" y="237744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1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86687" y="292608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2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386687" y="347472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3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386687" y="4023360"/>
              <a:ext cx="1737360" cy="402336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메뉴 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89807" y="2240280"/>
              <a:ext cx="7242047" cy="38587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36111" y="2386584"/>
              <a:ext cx="6949439" cy="356616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메인 콘텐츠 위젯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MCK-174</a:t>
            </a:r>
          </a:p>
        </p:txBody>
      </p:sp>
      <p:grpSp>
        <p:nvGrpSpPr>
          <p:cNvPr id="24" name="asset:MCK-174"/>
          <p:cNvGrpSpPr/>
          <p:nvPr/>
        </p:nvGrpSpPr>
        <p:grpSpPr>
          <a:xfrm>
            <a:off x="1828800" y="1371600"/>
            <a:ext cx="8595360" cy="4937760"/>
            <a:chOff x="1828800" y="1371600"/>
            <a:chExt cx="8595360" cy="4937760"/>
          </a:xfrm>
        </p:grpSpPr>
        <p:sp>
          <p:nvSpPr>
            <p:cNvPr id="3" name="Rounded Rectangle 2"/>
            <p:cNvSpPr/>
            <p:nvPr/>
          </p:nvSpPr>
          <p:spPr>
            <a:xfrm>
              <a:off x="1828800" y="137160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828800" y="1371600"/>
              <a:ext cx="6949440" cy="3657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029968" y="148590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249424" y="148590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2468880" y="148590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65960" y="182880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112264" y="197510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651760" y="214884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51760" y="2148840"/>
              <a:ext cx="6949440" cy="3657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852928" y="226314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072384" y="226314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3291840" y="226314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88920" y="260604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935224" y="275234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보조 화면</a:t>
              </a:r>
            </a:p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  <p:sp>
          <p:nvSpPr>
            <p:cNvPr id="17" name="asset:_front"/>
            <p:cNvSpPr/>
            <p:nvPr/>
          </p:nvSpPr>
          <p:spPr>
            <a:xfrm>
              <a:off x="3474720" y="2926080"/>
              <a:ext cx="6949440" cy="338328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778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474720" y="2926080"/>
              <a:ext cx="6949440" cy="3657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675887" y="3040380"/>
              <a:ext cx="137160" cy="13716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3895344" y="3040380"/>
              <a:ext cx="137160" cy="13716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4114800" y="3040380"/>
              <a:ext cx="137160" cy="13716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611879" y="3383280"/>
              <a:ext cx="6675120" cy="2788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758183" y="3529584"/>
              <a:ext cx="6382512" cy="249631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주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(삽입 영역)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MCK-175</a:t>
            </a:r>
          </a:p>
        </p:txBody>
      </p:sp>
      <p:grpSp>
        <p:nvGrpSpPr>
          <p:cNvPr id="15" name="asset:MCK-175"/>
          <p:cNvGrpSpPr/>
          <p:nvPr/>
        </p:nvGrpSpPr>
        <p:grpSpPr>
          <a:xfrm>
            <a:off x="2461107" y="1508760"/>
            <a:ext cx="7269479" cy="4846320"/>
            <a:chOff x="2461107" y="1508760"/>
            <a:chExt cx="7269479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2461107" y="1508760"/>
              <a:ext cx="7269479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07411" y="1655064"/>
              <a:ext cx="6976871" cy="4553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753715" y="1801368"/>
              <a:ext cx="6684263" cy="4261103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지도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(맵 삽입)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26867" y="1874520"/>
              <a:ext cx="2907791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장소 검색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 rot="10800000">
              <a:off x="4887925" y="3491179"/>
              <a:ext cx="201168" cy="274320"/>
            </a:xfrm>
            <a:prstGeom prst="triangl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787341" y="3253435"/>
              <a:ext cx="420624" cy="420624"/>
            </a:xfrm>
            <a:prstGeom prst="ellipse">
              <a:avLst/>
            </a:prstGeom>
            <a:solidFill>
              <a:srgbClr val="C0392B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rot="10800000">
              <a:off x="6923379" y="4751222"/>
              <a:ext cx="201168" cy="274320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6822795" y="4513478"/>
              <a:ext cx="420624" cy="420624"/>
            </a:xfrm>
            <a:prstGeom prst="ellipse">
              <a:avLst/>
            </a:prstGeom>
            <a:solidFill>
              <a:srgbClr val="2E75D6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8231886" y="3394252"/>
              <a:ext cx="201168" cy="274320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8131302" y="3156508"/>
              <a:ext cx="420624" cy="420624"/>
            </a:xfrm>
            <a:prstGeom prst="ellipse">
              <a:avLst/>
            </a:prstGeom>
            <a:solidFill>
              <a:srgbClr val="1F9E8F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5905652" y="5332780"/>
              <a:ext cx="201168" cy="27432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5805068" y="5095036"/>
              <a:ext cx="420624" cy="420624"/>
            </a:xfrm>
            <a:prstGeom prst="ellipse">
              <a:avLst/>
            </a:prstGeom>
            <a:solidFill>
              <a:srgbClr val="7B2D8E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MCK-176</a:t>
            </a:r>
          </a:p>
        </p:txBody>
      </p:sp>
      <p:grpSp>
        <p:nvGrpSpPr>
          <p:cNvPr id="12" name="asset:MCK-176"/>
          <p:cNvGrpSpPr/>
          <p:nvPr/>
        </p:nvGrpSpPr>
        <p:grpSpPr>
          <a:xfrm>
            <a:off x="1203807" y="1508760"/>
            <a:ext cx="9784080" cy="4846320"/>
            <a:chOff x="1203807" y="1508760"/>
            <a:chExt cx="9784080" cy="4846320"/>
          </a:xfrm>
        </p:grpSpPr>
        <p:sp>
          <p:nvSpPr>
            <p:cNvPr id="3" name="Rounded Rectangle 2"/>
            <p:cNvSpPr/>
            <p:nvPr/>
          </p:nvSpPr>
          <p:spPr>
            <a:xfrm>
              <a:off x="1203807" y="1508760"/>
              <a:ext cx="9784080" cy="48463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203807" y="1508760"/>
              <a:ext cx="9784080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파일 탐색기 · 산출물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03807" y="1965960"/>
              <a:ext cx="2377440" cy="438912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13535" y="214884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제안서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313535" y="269748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설계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313535" y="324612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시험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313535" y="3794760"/>
              <a:ext cx="2157984" cy="438912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l"/>
              <a:r>
                <a: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📁 매뉴얼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64127" y="2148840"/>
              <a:ext cx="7040880" cy="402335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10431" y="2295144"/>
              <a:ext cx="6748272" cy="3730751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파일 타일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(큰 타일 삽입)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MCK-177</a:t>
            </a:r>
          </a:p>
        </p:txBody>
      </p:sp>
      <p:grpSp>
        <p:nvGrpSpPr>
          <p:cNvPr id="7" name="asset:MCK-177"/>
          <p:cNvGrpSpPr/>
          <p:nvPr/>
        </p:nvGrpSpPr>
        <p:grpSpPr>
          <a:xfrm>
            <a:off x="2547975" y="1330452"/>
            <a:ext cx="7095744" cy="5047488"/>
            <a:chOff x="2547975" y="1330452"/>
            <a:chExt cx="7095744" cy="5047488"/>
          </a:xfrm>
        </p:grpSpPr>
        <p:sp>
          <p:nvSpPr>
            <p:cNvPr id="3" name="Rounded Rectangle 2"/>
            <p:cNvSpPr/>
            <p:nvPr/>
          </p:nvSpPr>
          <p:spPr>
            <a:xfrm>
              <a:off x="2547975" y="1330452"/>
              <a:ext cx="7095744" cy="4517136"/>
            </a:xfrm>
            <a:prstGeom prst="roundRect">
              <a:avLst>
                <a:gd name="adj" fmla="val 2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57703" y="1440180"/>
              <a:ext cx="6876288" cy="4297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2804007" y="1586484"/>
              <a:ext cx="6583680" cy="40050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발표 화면</a:t>
              </a:r>
            </a:p>
            <a:p>
              <a:pPr algn="ctr"/>
              <a:r>
                <a:rPr sz="12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(16:10)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57703" y="5920740"/>
              <a:ext cx="6876288" cy="4572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발표 제목 · 캡션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MCK-178</a:t>
            </a:r>
          </a:p>
        </p:txBody>
      </p:sp>
      <p:grpSp>
        <p:nvGrpSpPr>
          <p:cNvPr id="8" name="asset:MCK-178"/>
          <p:cNvGrpSpPr/>
          <p:nvPr/>
        </p:nvGrpSpPr>
        <p:grpSpPr>
          <a:xfrm>
            <a:off x="4317339" y="1216151"/>
            <a:ext cx="3557016" cy="5193793"/>
            <a:chOff x="4317339" y="1216151"/>
            <a:chExt cx="3557016" cy="5193793"/>
          </a:xfrm>
        </p:grpSpPr>
        <p:sp>
          <p:nvSpPr>
            <p:cNvPr id="3" name="Rounded Rectangle 2"/>
            <p:cNvSpPr/>
            <p:nvPr/>
          </p:nvSpPr>
          <p:spPr>
            <a:xfrm>
              <a:off x="4774539" y="1216151"/>
              <a:ext cx="2642616" cy="4882896"/>
            </a:xfrm>
            <a:prstGeom prst="roundRect">
              <a:avLst>
                <a:gd name="adj" fmla="val 4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75707" y="1417319"/>
              <a:ext cx="2240280" cy="44805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76520" y="1518132"/>
              <a:ext cx="2038654" cy="4278934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키오스크 화면</a:t>
              </a:r>
            </a:p>
            <a:p>
              <a:pPr algn="ctr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(세로터치)</a:t>
              </a:r>
            </a:p>
          </p:txBody>
        </p:sp>
        <p:sp>
          <p:nvSpPr>
            <p:cNvPr id="6" name="Trapezoid 5"/>
            <p:cNvSpPr/>
            <p:nvPr/>
          </p:nvSpPr>
          <p:spPr>
            <a:xfrm>
              <a:off x="4317339" y="6099048"/>
              <a:ext cx="3557016" cy="292608"/>
            </a:xfrm>
            <a:prstGeom prst="trapezoid">
              <a:avLst/>
            </a:prstGeom>
            <a:solidFill>
              <a:srgbClr val="D9D9D9"/>
            </a:solidFill>
            <a:ln w="12700">
              <a:solidFill>
                <a:srgbClr val="8080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867247" y="6080760"/>
              <a:ext cx="457200" cy="329184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