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MCK-131</a:t>
            </a:r>
          </a:p>
        </p:txBody>
      </p:sp>
      <p:grpSp>
        <p:nvGrpSpPr>
          <p:cNvPr id="14" name="asset:MCK-131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03807" y="2240280"/>
              <a:ext cx="2103120" cy="41148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86687" y="237744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1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86687" y="292608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2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386687" y="347472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3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86687" y="402336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89807" y="2240280"/>
              <a:ext cx="7242047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36111" y="2386584"/>
              <a:ext cx="6949439" cy="35661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콘텐츠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MCK-132</a:t>
            </a:r>
          </a:p>
        </p:txBody>
      </p:sp>
      <p:grpSp>
        <p:nvGrpSpPr>
          <p:cNvPr id="24" name="asset:MCK-132"/>
          <p:cNvGrpSpPr/>
          <p:nvPr/>
        </p:nvGrpSpPr>
        <p:grpSpPr>
          <a:xfrm>
            <a:off x="1828800" y="1371600"/>
            <a:ext cx="8595360" cy="4937760"/>
            <a:chOff x="1828800" y="1371600"/>
            <a:chExt cx="8595360" cy="4937760"/>
          </a:xfrm>
        </p:grpSpPr>
        <p:sp>
          <p:nvSpPr>
            <p:cNvPr id="3" name="Rounded Rectangle 2"/>
            <p:cNvSpPr/>
            <p:nvPr/>
          </p:nvSpPr>
          <p:spPr>
            <a:xfrm>
              <a:off x="1828800" y="137160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828800" y="1371600"/>
              <a:ext cx="694944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29968" y="148590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249424" y="148590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468880" y="148590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65960" y="182880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112264" y="197510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651760" y="214884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51760" y="2148840"/>
              <a:ext cx="694944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85292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07238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9184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88920" y="260604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935224" y="275234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474720" y="292608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74720" y="2926080"/>
              <a:ext cx="694944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675887" y="30403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895344" y="30403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114800" y="30403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11879" y="338328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758183" y="352958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MCK-133</a:t>
            </a:r>
          </a:p>
        </p:txBody>
      </p:sp>
      <p:grpSp>
        <p:nvGrpSpPr>
          <p:cNvPr id="15" name="asset:MCK-133"/>
          <p:cNvGrpSpPr/>
          <p:nvPr/>
        </p:nvGrpSpPr>
        <p:grpSpPr>
          <a:xfrm>
            <a:off x="2461107" y="1508760"/>
            <a:ext cx="7269479" cy="4846320"/>
            <a:chOff x="2461107" y="1508760"/>
            <a:chExt cx="7269479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461107" y="1508760"/>
              <a:ext cx="7269479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07411" y="1655064"/>
              <a:ext cx="697687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53715" y="1801368"/>
              <a:ext cx="668426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26867" y="1874520"/>
              <a:ext cx="2907791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887925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787341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92337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82279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231886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131302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05652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05068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MCK-134</a:t>
            </a:r>
          </a:p>
        </p:txBody>
      </p:sp>
      <p:grpSp>
        <p:nvGrpSpPr>
          <p:cNvPr id="12" name="asset:MCK-134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타일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(큰 타일 삽입)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MCK-135</a:t>
            </a:r>
          </a:p>
        </p:txBody>
      </p:sp>
      <p:grpSp>
        <p:nvGrpSpPr>
          <p:cNvPr id="7" name="asset:MCK-135"/>
          <p:cNvGrpSpPr/>
          <p:nvPr/>
        </p:nvGrpSpPr>
        <p:grpSpPr>
          <a:xfrm>
            <a:off x="2547975" y="1330452"/>
            <a:ext cx="7095744" cy="5047488"/>
            <a:chOff x="2547975" y="1330452"/>
            <a:chExt cx="7095744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547975" y="1330452"/>
              <a:ext cx="7095744" cy="4517136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57703" y="1440180"/>
              <a:ext cx="6876288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804007" y="1586484"/>
              <a:ext cx="6583680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(16:10)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57703" y="5920740"/>
              <a:ext cx="6876288" cy="4572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MCK-136</a:t>
            </a:r>
          </a:p>
        </p:txBody>
      </p:sp>
      <p:grpSp>
        <p:nvGrpSpPr>
          <p:cNvPr id="8" name="asset:MCK-136"/>
          <p:cNvGrpSpPr/>
          <p:nvPr/>
        </p:nvGrpSpPr>
        <p:grpSpPr>
          <a:xfrm>
            <a:off x="4317339" y="1216151"/>
            <a:ext cx="3557016" cy="5193793"/>
            <a:chOff x="4317339" y="1216151"/>
            <a:chExt cx="3557016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774539" y="1216151"/>
              <a:ext cx="2642616" cy="4882896"/>
            </a:xfrm>
            <a:prstGeom prst="roundRect">
              <a:avLst>
                <a:gd name="adj" fmla="val 4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75707" y="1417319"/>
              <a:ext cx="224028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76520" y="1518132"/>
              <a:ext cx="2038654" cy="4278934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317339" y="6099048"/>
              <a:ext cx="3557016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MCK-137</a:t>
            </a:r>
          </a:p>
        </p:txBody>
      </p:sp>
      <p:grpSp>
        <p:nvGrpSpPr>
          <p:cNvPr id="12" name="asset:MCK-137"/>
          <p:cNvGrpSpPr/>
          <p:nvPr/>
        </p:nvGrpSpPr>
        <p:grpSpPr>
          <a:xfrm>
            <a:off x="2794863" y="1252728"/>
            <a:ext cx="6601968" cy="5358383"/>
            <a:chOff x="2794863" y="1252728"/>
            <a:chExt cx="66019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794863" y="1252728"/>
              <a:ext cx="66019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794863" y="1252728"/>
              <a:ext cx="6601968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960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2154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4349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754983" y="1325880"/>
              <a:ext cx="1848551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77743" y="1755648"/>
              <a:ext cx="62362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1167" y="2130552"/>
              <a:ext cx="63093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87471" y="2276856"/>
              <a:ext cx="60167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MCK-138</a:t>
            </a:r>
          </a:p>
        </p:txBody>
      </p:sp>
      <p:grpSp>
        <p:nvGrpSpPr>
          <p:cNvPr id="8" name="asset:MCK-138"/>
          <p:cNvGrpSpPr/>
          <p:nvPr/>
        </p:nvGrpSpPr>
        <p:grpSpPr>
          <a:xfrm>
            <a:off x="2250795" y="1549908"/>
            <a:ext cx="7690104" cy="4645152"/>
            <a:chOff x="2250795" y="1549908"/>
            <a:chExt cx="7690104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982315" y="1549908"/>
              <a:ext cx="6227064" cy="4261104"/>
            </a:xfrm>
            <a:prstGeom prst="roundRect">
              <a:avLst>
                <a:gd name="adj" fmla="val 3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6907" y="1714500"/>
              <a:ext cx="5897879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93211" y="1860804"/>
              <a:ext cx="5605271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250795" y="5811012"/>
              <a:ext cx="769010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MCK-139</a:t>
            </a:r>
          </a:p>
        </p:txBody>
      </p:sp>
      <p:grpSp>
        <p:nvGrpSpPr>
          <p:cNvPr id="8" name="asset:MCK-139"/>
          <p:cNvGrpSpPr/>
          <p:nvPr/>
        </p:nvGrpSpPr>
        <p:grpSpPr>
          <a:xfrm>
            <a:off x="2621127" y="1280159"/>
            <a:ext cx="6949440" cy="5193793"/>
            <a:chOff x="2621127" y="1280159"/>
            <a:chExt cx="694944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621127" y="1280159"/>
              <a:ext cx="6949440" cy="4480560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804007" y="1463039"/>
              <a:ext cx="658368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950311" y="1609343"/>
              <a:ext cx="629107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MCK-140</a:t>
            </a:r>
          </a:p>
        </p:txBody>
      </p:sp>
      <p:grpSp>
        <p:nvGrpSpPr>
          <p:cNvPr id="8" name="asset:MCK-140"/>
          <p:cNvGrpSpPr/>
          <p:nvPr/>
        </p:nvGrpSpPr>
        <p:grpSpPr>
          <a:xfrm>
            <a:off x="1999335" y="1751076"/>
            <a:ext cx="8193024" cy="4279392"/>
            <a:chOff x="1999335" y="1751076"/>
            <a:chExt cx="8193024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1999335" y="1751076"/>
              <a:ext cx="8193024" cy="3584448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145639" y="1897380"/>
              <a:ext cx="7900416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291943" y="2043684"/>
              <a:ext cx="7607808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03033" y="5774436"/>
              <a:ext cx="2785628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MCK-141</a:t>
            </a:r>
          </a:p>
        </p:txBody>
      </p:sp>
      <p:grpSp>
        <p:nvGrpSpPr>
          <p:cNvPr id="7" name="asset:MCK-141"/>
          <p:cNvGrpSpPr/>
          <p:nvPr/>
        </p:nvGrpSpPr>
        <p:grpSpPr>
          <a:xfrm>
            <a:off x="4875123" y="1353311"/>
            <a:ext cx="2441448" cy="5157216"/>
            <a:chOff x="4875123" y="1353311"/>
            <a:chExt cx="2441448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75123" y="1353311"/>
              <a:ext cx="2441448" cy="5157216"/>
            </a:xfrm>
            <a:prstGeom prst="roundRect">
              <a:avLst>
                <a:gd name="adj" fmla="val 1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84851" y="1463039"/>
              <a:ext cx="2221992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84841" y="1563029"/>
              <a:ext cx="2022012" cy="47377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83143" y="1463039"/>
              <a:ext cx="1025408" cy="18288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MCK-142</a:t>
            </a:r>
          </a:p>
        </p:txBody>
      </p:sp>
      <p:grpSp>
        <p:nvGrpSpPr>
          <p:cNvPr id="7" name="asset:MCK-142"/>
          <p:cNvGrpSpPr/>
          <p:nvPr/>
        </p:nvGrpSpPr>
        <p:grpSpPr>
          <a:xfrm>
            <a:off x="3425799" y="2670048"/>
            <a:ext cx="5340096" cy="2523744"/>
            <a:chOff x="3425799" y="2670048"/>
            <a:chExt cx="5340096" cy="2523744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670048"/>
              <a:ext cx="5340096" cy="2523744"/>
            </a:xfrm>
            <a:prstGeom prst="roundRect">
              <a:avLst>
                <a:gd name="adj" fmla="val 1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779776"/>
              <a:ext cx="5120640" cy="23042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73784" y="2918033"/>
              <a:ext cx="4844125" cy="202777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427171"/>
              <a:ext cx="146304" cy="100949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MCK-143</a:t>
            </a:r>
          </a:p>
        </p:txBody>
      </p:sp>
      <p:grpSp>
        <p:nvGrpSpPr>
          <p:cNvPr id="8" name="asset:MCK-143"/>
          <p:cNvGrpSpPr/>
          <p:nvPr/>
        </p:nvGrpSpPr>
        <p:grpSpPr>
          <a:xfrm>
            <a:off x="2895447" y="1828800"/>
            <a:ext cx="6400800" cy="4206240"/>
            <a:chOff x="2895447" y="1828800"/>
            <a:chExt cx="64008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828800"/>
              <a:ext cx="6400800" cy="4206240"/>
            </a:xfrm>
            <a:prstGeom prst="roundRect">
              <a:avLst>
                <a:gd name="adj" fmla="val 5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2103120"/>
              <a:ext cx="5852160" cy="3657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2249424"/>
              <a:ext cx="5559552" cy="33649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93852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5815583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MCK-144</a:t>
            </a:r>
          </a:p>
        </p:txBody>
      </p:sp>
      <p:grpSp>
        <p:nvGrpSpPr>
          <p:cNvPr id="9" name="asset:MCK-144"/>
          <p:cNvGrpSpPr/>
          <p:nvPr/>
        </p:nvGrpSpPr>
        <p:grpSpPr>
          <a:xfrm>
            <a:off x="4806543" y="1552956"/>
            <a:ext cx="2706624" cy="3477768"/>
            <a:chOff x="4806543" y="1552956"/>
            <a:chExt cx="2706624" cy="3477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5529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3449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193036"/>
              <a:ext cx="2578608" cy="2197608"/>
            </a:xfrm>
            <a:prstGeom prst="roundRect">
              <a:avLst>
                <a:gd name="adj" fmla="val 2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339340"/>
              <a:ext cx="2286000" cy="1905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442210"/>
              <a:ext cx="2080260" cy="1699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MCK-145</a:t>
            </a:r>
          </a:p>
        </p:txBody>
      </p:sp>
      <p:grpSp>
        <p:nvGrpSpPr>
          <p:cNvPr id="14" name="asset:MCK-145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03807" y="2240280"/>
              <a:ext cx="2103120" cy="41148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86687" y="237744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1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86687" y="292608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2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386687" y="347472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3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86687" y="402336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89807" y="2240280"/>
              <a:ext cx="7242047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36111" y="2386584"/>
              <a:ext cx="6949439" cy="35661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콘텐츠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MCK-146</a:t>
            </a:r>
          </a:p>
        </p:txBody>
      </p:sp>
      <p:grpSp>
        <p:nvGrpSpPr>
          <p:cNvPr id="24" name="asset:MCK-146"/>
          <p:cNvGrpSpPr/>
          <p:nvPr/>
        </p:nvGrpSpPr>
        <p:grpSpPr>
          <a:xfrm>
            <a:off x="1828800" y="1371600"/>
            <a:ext cx="8595360" cy="4937760"/>
            <a:chOff x="1828800" y="1371600"/>
            <a:chExt cx="8595360" cy="4937760"/>
          </a:xfrm>
        </p:grpSpPr>
        <p:sp>
          <p:nvSpPr>
            <p:cNvPr id="3" name="Rounded Rectangle 2"/>
            <p:cNvSpPr/>
            <p:nvPr/>
          </p:nvSpPr>
          <p:spPr>
            <a:xfrm>
              <a:off x="1828800" y="137160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828800" y="1371600"/>
              <a:ext cx="6949440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29968" y="148590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249424" y="148590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468880" y="148590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65960" y="182880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112264" y="197510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651760" y="214884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51760" y="2148840"/>
              <a:ext cx="6949440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85292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07238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9184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88920" y="260604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935224" y="275234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474720" y="292608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74720" y="2926080"/>
              <a:ext cx="6949440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675887" y="30403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895344" y="30403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114800" y="30403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11879" y="338328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758183" y="352958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MCK-147</a:t>
            </a:r>
          </a:p>
        </p:txBody>
      </p:sp>
      <p:grpSp>
        <p:nvGrpSpPr>
          <p:cNvPr id="15" name="asset:MCK-147"/>
          <p:cNvGrpSpPr/>
          <p:nvPr/>
        </p:nvGrpSpPr>
        <p:grpSpPr>
          <a:xfrm>
            <a:off x="2461107" y="1508760"/>
            <a:ext cx="7269479" cy="4846320"/>
            <a:chOff x="2461107" y="1508760"/>
            <a:chExt cx="7269479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461107" y="1508760"/>
              <a:ext cx="7269479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07411" y="1655064"/>
              <a:ext cx="697687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53715" y="1801368"/>
              <a:ext cx="668426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26867" y="1874520"/>
              <a:ext cx="2907791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887925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787341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92337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82279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231886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131302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05652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05068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MCK-148</a:t>
            </a:r>
          </a:p>
        </p:txBody>
      </p:sp>
      <p:grpSp>
        <p:nvGrpSpPr>
          <p:cNvPr id="12" name="asset:MCK-148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타일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(큰 타일 삽입)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MCK-149</a:t>
            </a:r>
          </a:p>
        </p:txBody>
      </p:sp>
      <p:grpSp>
        <p:nvGrpSpPr>
          <p:cNvPr id="7" name="asset:MCK-149"/>
          <p:cNvGrpSpPr/>
          <p:nvPr/>
        </p:nvGrpSpPr>
        <p:grpSpPr>
          <a:xfrm>
            <a:off x="2547975" y="1330452"/>
            <a:ext cx="7095744" cy="5047488"/>
            <a:chOff x="2547975" y="1330452"/>
            <a:chExt cx="7095744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547975" y="1330452"/>
              <a:ext cx="7095744" cy="4517136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57703" y="1440180"/>
              <a:ext cx="6876288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804007" y="1586484"/>
              <a:ext cx="6583680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(16:10)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57703" y="5920740"/>
              <a:ext cx="6876288" cy="4572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MCK-150</a:t>
            </a:r>
          </a:p>
        </p:txBody>
      </p:sp>
      <p:grpSp>
        <p:nvGrpSpPr>
          <p:cNvPr id="8" name="asset:MCK-150"/>
          <p:cNvGrpSpPr/>
          <p:nvPr/>
        </p:nvGrpSpPr>
        <p:grpSpPr>
          <a:xfrm>
            <a:off x="4317339" y="1216151"/>
            <a:ext cx="3557016" cy="5193793"/>
            <a:chOff x="4317339" y="1216151"/>
            <a:chExt cx="3557016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774539" y="1216151"/>
              <a:ext cx="2642616" cy="4882896"/>
            </a:xfrm>
            <a:prstGeom prst="roundRect">
              <a:avLst>
                <a:gd name="adj" fmla="val 4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75707" y="1417319"/>
              <a:ext cx="224028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76520" y="1518132"/>
              <a:ext cx="2038654" cy="4278934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317339" y="6099048"/>
              <a:ext cx="3557016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MCK-151</a:t>
            </a:r>
          </a:p>
        </p:txBody>
      </p:sp>
      <p:grpSp>
        <p:nvGrpSpPr>
          <p:cNvPr id="12" name="asset:MCK-151"/>
          <p:cNvGrpSpPr/>
          <p:nvPr/>
        </p:nvGrpSpPr>
        <p:grpSpPr>
          <a:xfrm>
            <a:off x="2794863" y="1252728"/>
            <a:ext cx="6601968" cy="5358383"/>
            <a:chOff x="2794863" y="1252728"/>
            <a:chExt cx="66019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794863" y="1252728"/>
              <a:ext cx="66019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794863" y="1252728"/>
              <a:ext cx="6601968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960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2154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4349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754983" y="1325880"/>
              <a:ext cx="1848551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77743" y="1755648"/>
              <a:ext cx="62362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1167" y="2130552"/>
              <a:ext cx="63093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87471" y="2276856"/>
              <a:ext cx="60167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MCK-152</a:t>
            </a:r>
          </a:p>
        </p:txBody>
      </p:sp>
      <p:grpSp>
        <p:nvGrpSpPr>
          <p:cNvPr id="8" name="asset:MCK-152"/>
          <p:cNvGrpSpPr/>
          <p:nvPr/>
        </p:nvGrpSpPr>
        <p:grpSpPr>
          <a:xfrm>
            <a:off x="2250795" y="1549908"/>
            <a:ext cx="7690104" cy="4645152"/>
            <a:chOff x="2250795" y="1549908"/>
            <a:chExt cx="7690104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982315" y="1549908"/>
              <a:ext cx="6227064" cy="4261104"/>
            </a:xfrm>
            <a:prstGeom prst="roundRect">
              <a:avLst>
                <a:gd name="adj" fmla="val 3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6907" y="1714500"/>
              <a:ext cx="5897879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93211" y="1860804"/>
              <a:ext cx="5605271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250795" y="5811012"/>
              <a:ext cx="769010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MCK-153</a:t>
            </a:r>
          </a:p>
        </p:txBody>
      </p:sp>
      <p:grpSp>
        <p:nvGrpSpPr>
          <p:cNvPr id="8" name="asset:MCK-153"/>
          <p:cNvGrpSpPr/>
          <p:nvPr/>
        </p:nvGrpSpPr>
        <p:grpSpPr>
          <a:xfrm>
            <a:off x="2621127" y="1280159"/>
            <a:ext cx="6949440" cy="5193793"/>
            <a:chOff x="2621127" y="1280159"/>
            <a:chExt cx="694944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621127" y="1280159"/>
              <a:ext cx="6949440" cy="4480560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804007" y="1463039"/>
              <a:ext cx="658368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950311" y="1609343"/>
              <a:ext cx="629107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MCK-154</a:t>
            </a:r>
          </a:p>
        </p:txBody>
      </p:sp>
      <p:grpSp>
        <p:nvGrpSpPr>
          <p:cNvPr id="8" name="asset:MCK-154"/>
          <p:cNvGrpSpPr/>
          <p:nvPr/>
        </p:nvGrpSpPr>
        <p:grpSpPr>
          <a:xfrm>
            <a:off x="1999335" y="1751076"/>
            <a:ext cx="8193024" cy="4279392"/>
            <a:chOff x="1999335" y="1751076"/>
            <a:chExt cx="8193024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1999335" y="1751076"/>
              <a:ext cx="8193024" cy="3584448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145639" y="1897380"/>
              <a:ext cx="7900416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291943" y="2043684"/>
              <a:ext cx="7607808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03033" y="5774436"/>
              <a:ext cx="2785628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