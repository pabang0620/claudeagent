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MCK-083</a:t>
            </a:r>
          </a:p>
        </p:txBody>
      </p:sp>
      <p:grpSp>
        <p:nvGrpSpPr>
          <p:cNvPr id="8" name="asset:MCK-083"/>
          <p:cNvGrpSpPr/>
          <p:nvPr/>
        </p:nvGrpSpPr>
        <p:grpSpPr>
          <a:xfrm>
            <a:off x="3169767" y="1280159"/>
            <a:ext cx="5852160" cy="5193793"/>
            <a:chOff x="3169767" y="1280159"/>
            <a:chExt cx="5852160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3169767" y="1280159"/>
              <a:ext cx="5852160" cy="4480560"/>
            </a:xfrm>
            <a:prstGeom prst="roundRect">
              <a:avLst>
                <a:gd name="adj" fmla="val 2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352647" y="1463039"/>
              <a:ext cx="5486400" cy="411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498951" y="1609343"/>
              <a:ext cx="5193792" cy="382219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모니터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821527" y="5760720"/>
              <a:ext cx="548640" cy="4572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866894" y="6217920"/>
              <a:ext cx="2457907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MCK-084</a:t>
            </a:r>
          </a:p>
        </p:txBody>
      </p:sp>
      <p:grpSp>
        <p:nvGrpSpPr>
          <p:cNvPr id="8" name="asset:MCK-084"/>
          <p:cNvGrpSpPr/>
          <p:nvPr/>
        </p:nvGrpSpPr>
        <p:grpSpPr>
          <a:xfrm>
            <a:off x="828903" y="1956816"/>
            <a:ext cx="10533888" cy="3867912"/>
            <a:chOff x="828903" y="1956816"/>
            <a:chExt cx="10533888" cy="3867912"/>
          </a:xfrm>
        </p:grpSpPr>
        <p:sp>
          <p:nvSpPr>
            <p:cNvPr id="3" name="Rounded Rectangle 2"/>
            <p:cNvSpPr/>
            <p:nvPr/>
          </p:nvSpPr>
          <p:spPr>
            <a:xfrm>
              <a:off x="828903" y="1956816"/>
              <a:ext cx="10533888" cy="3172968"/>
            </a:xfrm>
            <a:prstGeom prst="roundRect">
              <a:avLst>
                <a:gd name="adj" fmla="val 2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975207" y="2103120"/>
              <a:ext cx="10241280" cy="2880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121511" y="2249424"/>
              <a:ext cx="9948672" cy="258775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와이드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775807" y="5129784"/>
              <a:ext cx="640080" cy="43891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449927" y="5568696"/>
              <a:ext cx="3291840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MCK-085</a:t>
            </a:r>
          </a:p>
        </p:txBody>
      </p:sp>
      <p:grpSp>
        <p:nvGrpSpPr>
          <p:cNvPr id="7" name="asset:MCK-085"/>
          <p:cNvGrpSpPr/>
          <p:nvPr/>
        </p:nvGrpSpPr>
        <p:grpSpPr>
          <a:xfrm>
            <a:off x="4751679" y="1353311"/>
            <a:ext cx="2688336" cy="5157216"/>
            <a:chOff x="4751679" y="1353311"/>
            <a:chExt cx="2688336" cy="5157216"/>
          </a:xfrm>
        </p:grpSpPr>
        <p:sp>
          <p:nvSpPr>
            <p:cNvPr id="3" name="Rounded Rectangle 2"/>
            <p:cNvSpPr/>
            <p:nvPr/>
          </p:nvSpPr>
          <p:spPr>
            <a:xfrm>
              <a:off x="4751679" y="1353311"/>
              <a:ext cx="2688336" cy="5157216"/>
            </a:xfrm>
            <a:prstGeom prst="roundRect">
              <a:avLst>
                <a:gd name="adj" fmla="val 16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861407" y="1463039"/>
              <a:ext cx="2468880" cy="4937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972507" y="1574139"/>
              <a:ext cx="2246680" cy="471556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모바일 화면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531297" y="1463039"/>
              <a:ext cx="1129101" cy="18288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MCK-086</a:t>
            </a:r>
          </a:p>
        </p:txBody>
      </p:sp>
      <p:grpSp>
        <p:nvGrpSpPr>
          <p:cNvPr id="7" name="asset:MCK-086"/>
          <p:cNvGrpSpPr/>
          <p:nvPr/>
        </p:nvGrpSpPr>
        <p:grpSpPr>
          <a:xfrm>
            <a:off x="3425799" y="2542032"/>
            <a:ext cx="5340096" cy="2779776"/>
            <a:chOff x="3425799" y="2542032"/>
            <a:chExt cx="5340096" cy="2779776"/>
          </a:xfrm>
        </p:grpSpPr>
        <p:sp>
          <p:nvSpPr>
            <p:cNvPr id="3" name="Rounded Rectangle 2"/>
            <p:cNvSpPr/>
            <p:nvPr/>
          </p:nvSpPr>
          <p:spPr>
            <a:xfrm>
              <a:off x="3425799" y="2542032"/>
              <a:ext cx="5340096" cy="2779776"/>
            </a:xfrm>
            <a:prstGeom prst="roundRect">
              <a:avLst>
                <a:gd name="adj" fmla="val 12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535527" y="2651760"/>
              <a:ext cx="5120640" cy="2560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681831" y="2798064"/>
              <a:ext cx="4828031" cy="22677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모바일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(가로)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517239" y="3375964"/>
              <a:ext cx="146304" cy="111191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MCK-087</a:t>
            </a:r>
          </a:p>
        </p:txBody>
      </p:sp>
      <p:grpSp>
        <p:nvGrpSpPr>
          <p:cNvPr id="8" name="asset:MCK-087"/>
          <p:cNvGrpSpPr/>
          <p:nvPr/>
        </p:nvGrpSpPr>
        <p:grpSpPr>
          <a:xfrm>
            <a:off x="4175607" y="1463040"/>
            <a:ext cx="3840479" cy="4937759"/>
            <a:chOff x="4175607" y="1463040"/>
            <a:chExt cx="3840479" cy="4937759"/>
          </a:xfrm>
        </p:grpSpPr>
        <p:sp>
          <p:nvSpPr>
            <p:cNvPr id="3" name="Rounded Rectangle 2"/>
            <p:cNvSpPr/>
            <p:nvPr/>
          </p:nvSpPr>
          <p:spPr>
            <a:xfrm>
              <a:off x="4175607" y="1463040"/>
              <a:ext cx="3840479" cy="4937759"/>
            </a:xfrm>
            <a:prstGeom prst="roundRect">
              <a:avLst>
                <a:gd name="adj" fmla="val 5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449927" y="1737360"/>
              <a:ext cx="3291839" cy="4389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96231" y="1883664"/>
              <a:ext cx="2999232" cy="409651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태블릿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6050127" y="1572768"/>
              <a:ext cx="91440" cy="91440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5995263" y="6181344"/>
              <a:ext cx="201168" cy="20116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MCK-088</a:t>
            </a:r>
          </a:p>
        </p:txBody>
      </p:sp>
      <p:grpSp>
        <p:nvGrpSpPr>
          <p:cNvPr id="9" name="asset:MCK-088"/>
          <p:cNvGrpSpPr/>
          <p:nvPr/>
        </p:nvGrpSpPr>
        <p:grpSpPr>
          <a:xfrm>
            <a:off x="4844643" y="1179576"/>
            <a:ext cx="2630424" cy="4224528"/>
            <a:chOff x="4844643" y="1179576"/>
            <a:chExt cx="2630424" cy="4224528"/>
          </a:xfrm>
        </p:grpSpPr>
        <p:sp>
          <p:nvSpPr>
            <p:cNvPr id="3" name="Trapezoid 2"/>
            <p:cNvSpPr/>
            <p:nvPr/>
          </p:nvSpPr>
          <p:spPr>
            <a:xfrm rot="10800000">
              <a:off x="5320101" y="1179576"/>
              <a:ext cx="1551492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rapezoid 3"/>
            <p:cNvSpPr/>
            <p:nvPr/>
          </p:nvSpPr>
          <p:spPr>
            <a:xfrm>
              <a:off x="5320101" y="4718304"/>
              <a:ext cx="1551492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844643" y="1819656"/>
              <a:ext cx="2502407" cy="2944368"/>
            </a:xfrm>
            <a:prstGeom prst="roundRect">
              <a:avLst>
                <a:gd name="adj" fmla="val 2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347051" y="3163824"/>
              <a:ext cx="128016" cy="25603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990947" y="1965960"/>
              <a:ext cx="2209800" cy="2651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090388" y="2065401"/>
              <a:ext cx="2010918" cy="2452878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워치 화면</a:t>
              </a:r>
            </a:p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(원형앱)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MCK-089</a:t>
            </a:r>
          </a:p>
        </p:txBody>
      </p:sp>
      <p:grpSp>
        <p:nvGrpSpPr>
          <p:cNvPr id="17" name="asset:MCK-089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7F9FC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54864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대시보드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0622127" y="1700784"/>
              <a:ext cx="164592" cy="164592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0329519" y="1700784"/>
              <a:ext cx="164592" cy="164592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459839" y="2240280"/>
              <a:ext cx="2167127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522933" y="2303373"/>
              <a:ext cx="2040940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828135" y="2240280"/>
              <a:ext cx="2167127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891229" y="2303373"/>
              <a:ext cx="2040940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196431" y="2240280"/>
              <a:ext cx="2167127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259525" y="2303373"/>
              <a:ext cx="2040940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564727" y="2240280"/>
              <a:ext cx="2167127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627821" y="2303373"/>
              <a:ext cx="2040940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459839" y="3520440"/>
              <a:ext cx="9272015" cy="25786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606143" y="3666744"/>
              <a:ext cx="8979407" cy="22860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메인 차트 위젯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MCK-090</a:t>
            </a:r>
          </a:p>
        </p:txBody>
      </p:sp>
      <p:grpSp>
        <p:nvGrpSpPr>
          <p:cNvPr id="24" name="asset:MCK-090"/>
          <p:cNvGrpSpPr/>
          <p:nvPr/>
        </p:nvGrpSpPr>
        <p:grpSpPr>
          <a:xfrm>
            <a:off x="1554480" y="1417320"/>
            <a:ext cx="8778240" cy="5074920"/>
            <a:chOff x="1554480" y="1417320"/>
            <a:chExt cx="8778240" cy="5074920"/>
          </a:xfrm>
        </p:grpSpPr>
        <p:sp>
          <p:nvSpPr>
            <p:cNvPr id="3" name="Rounded Rectangle 2"/>
            <p:cNvSpPr/>
            <p:nvPr/>
          </p:nvSpPr>
          <p:spPr>
            <a:xfrm>
              <a:off x="1554480" y="1417320"/>
              <a:ext cx="6766560" cy="36576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554480" y="1417320"/>
              <a:ext cx="6766560" cy="36576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55648" y="153162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975104" y="153162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2194560" y="153162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691639" y="1874519"/>
              <a:ext cx="6492240" cy="3063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37943" y="2020824"/>
              <a:ext cx="6199632" cy="277063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보조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560320" y="2148840"/>
              <a:ext cx="6766560" cy="36576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560320" y="2148840"/>
              <a:ext cx="6766560" cy="36576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2761488" y="226314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2980944" y="226314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3200400" y="226314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697479" y="2606040"/>
              <a:ext cx="6492240" cy="3063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843784" y="2752344"/>
              <a:ext cx="6199632" cy="277063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보조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7" name="asset:_front"/>
            <p:cNvSpPr/>
            <p:nvPr/>
          </p:nvSpPr>
          <p:spPr>
            <a:xfrm>
              <a:off x="3566160" y="2834640"/>
              <a:ext cx="6766560" cy="36576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566160" y="2834640"/>
              <a:ext cx="6766560" cy="36576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3767328" y="294894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3986784" y="294894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4206240" y="294894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703320" y="3291840"/>
              <a:ext cx="6492240" cy="3063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849624" y="3438144"/>
              <a:ext cx="6199632" cy="277063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주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MCK-091</a:t>
            </a:r>
          </a:p>
        </p:txBody>
      </p:sp>
      <p:grpSp>
        <p:nvGrpSpPr>
          <p:cNvPr id="15" name="asset:MCK-091"/>
          <p:cNvGrpSpPr/>
          <p:nvPr/>
        </p:nvGrpSpPr>
        <p:grpSpPr>
          <a:xfrm>
            <a:off x="2864967" y="1508760"/>
            <a:ext cx="6461760" cy="4846320"/>
            <a:chOff x="2864967" y="1508760"/>
            <a:chExt cx="646176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2864967" y="1508760"/>
              <a:ext cx="6461760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011271" y="1655064"/>
              <a:ext cx="6169151" cy="45537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157575" y="1801368"/>
              <a:ext cx="5876543" cy="426110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지도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(맵 삽입)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230727" y="1874520"/>
              <a:ext cx="2584704" cy="40233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장소 검색</a:t>
              </a:r>
            </a:p>
          </p:txBody>
        </p:sp>
        <p:sp>
          <p:nvSpPr>
            <p:cNvPr id="7" name="Isosceles Triangle 6"/>
            <p:cNvSpPr/>
            <p:nvPr/>
          </p:nvSpPr>
          <p:spPr>
            <a:xfrm rot="10800000">
              <a:off x="5033314" y="3491179"/>
              <a:ext cx="201168" cy="274320"/>
            </a:xfrm>
            <a:prstGeom prst="triangl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4932730" y="3253435"/>
              <a:ext cx="420624" cy="420624"/>
            </a:xfrm>
            <a:prstGeom prst="ellipse">
              <a:avLst/>
            </a:prstGeom>
            <a:solidFill>
              <a:srgbClr val="C0392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9" name="Isosceles Triangle 8"/>
            <p:cNvSpPr/>
            <p:nvPr/>
          </p:nvSpPr>
          <p:spPr>
            <a:xfrm rot="10800000">
              <a:off x="6842607" y="4751222"/>
              <a:ext cx="201168" cy="274320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6742023" y="4513478"/>
              <a:ext cx="420624" cy="420624"/>
            </a:xfrm>
            <a:prstGeom prst="ellipse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1" name="Isosceles Triangle 10"/>
            <p:cNvSpPr/>
            <p:nvPr/>
          </p:nvSpPr>
          <p:spPr>
            <a:xfrm rot="10800000">
              <a:off x="8005724" y="3394252"/>
              <a:ext cx="201168" cy="274320"/>
            </a:xfrm>
            <a:prstGeom prst="triangl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905140" y="3156508"/>
              <a:ext cx="420624" cy="420624"/>
            </a:xfrm>
            <a:prstGeom prst="ellipse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3" name="Isosceles Triangle 12"/>
            <p:cNvSpPr/>
            <p:nvPr/>
          </p:nvSpPr>
          <p:spPr>
            <a:xfrm rot="10800000">
              <a:off x="5937961" y="5332780"/>
              <a:ext cx="201168" cy="274320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5837377" y="5095036"/>
              <a:ext cx="420624" cy="420624"/>
            </a:xfrm>
            <a:prstGeom prst="ellipse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MCK-092</a:t>
            </a:r>
          </a:p>
        </p:txBody>
      </p:sp>
      <p:grpSp>
        <p:nvGrpSpPr>
          <p:cNvPr id="12" name="asset:MCK-092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4572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파일 탐색기 · 산출물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203807" y="1965960"/>
              <a:ext cx="2377440" cy="438912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313535" y="214884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제안서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313535" y="269748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설계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313535" y="324612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시험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313535" y="379476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매뉴얼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64127" y="2148840"/>
              <a:ext cx="7040880" cy="40233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10431" y="2295144"/>
              <a:ext cx="6748272" cy="373075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파일 리스트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(행 목록 삽입)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MCK-093</a:t>
            </a:r>
          </a:p>
        </p:txBody>
      </p:sp>
      <p:grpSp>
        <p:nvGrpSpPr>
          <p:cNvPr id="7" name="asset:MCK-093"/>
          <p:cNvGrpSpPr/>
          <p:nvPr/>
        </p:nvGrpSpPr>
        <p:grpSpPr>
          <a:xfrm>
            <a:off x="3120999" y="1330452"/>
            <a:ext cx="5949696" cy="5047488"/>
            <a:chOff x="3120999" y="1330452"/>
            <a:chExt cx="5949696" cy="5047488"/>
          </a:xfrm>
        </p:grpSpPr>
        <p:sp>
          <p:nvSpPr>
            <p:cNvPr id="3" name="Rounded Rectangle 2"/>
            <p:cNvSpPr/>
            <p:nvPr/>
          </p:nvSpPr>
          <p:spPr>
            <a:xfrm>
              <a:off x="3120999" y="1330452"/>
              <a:ext cx="5949696" cy="4517136"/>
            </a:xfrm>
            <a:prstGeom prst="roundRect">
              <a:avLst>
                <a:gd name="adj" fmla="val 2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230727" y="1440180"/>
              <a:ext cx="5730240" cy="4297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377031" y="1586484"/>
              <a:ext cx="5437632" cy="40050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발표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(4:3)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230727" y="5920740"/>
              <a:ext cx="5730240" cy="45720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발표 제목 · 캡션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MCK-094</a:t>
            </a:r>
          </a:p>
        </p:txBody>
      </p:sp>
      <p:grpSp>
        <p:nvGrpSpPr>
          <p:cNvPr id="8" name="asset:MCK-094"/>
          <p:cNvGrpSpPr/>
          <p:nvPr/>
        </p:nvGrpSpPr>
        <p:grpSpPr>
          <a:xfrm>
            <a:off x="4037304" y="1216151"/>
            <a:ext cx="4117085" cy="5193793"/>
            <a:chOff x="4037304" y="1216151"/>
            <a:chExt cx="4117085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4494504" y="1216151"/>
              <a:ext cx="3202686" cy="4882896"/>
            </a:xfrm>
            <a:prstGeom prst="roundRect">
              <a:avLst>
                <a:gd name="adj" fmla="val 4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695672" y="1417319"/>
              <a:ext cx="2800350" cy="4480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821688" y="1543335"/>
              <a:ext cx="2548318" cy="4228528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키오스크 화면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(세로터치)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4037304" y="6099048"/>
              <a:ext cx="4117085" cy="292608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867247" y="6080760"/>
              <a:ext cx="457200" cy="329184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MCK-095</a:t>
            </a:r>
          </a:p>
        </p:txBody>
      </p:sp>
      <p:grpSp>
        <p:nvGrpSpPr>
          <p:cNvPr id="12" name="asset:MCK-095"/>
          <p:cNvGrpSpPr/>
          <p:nvPr/>
        </p:nvGrpSpPr>
        <p:grpSpPr>
          <a:xfrm>
            <a:off x="3145383" y="1252728"/>
            <a:ext cx="5900928" cy="5358383"/>
            <a:chOff x="3145383" y="1252728"/>
            <a:chExt cx="5900928" cy="5358383"/>
          </a:xfrm>
        </p:grpSpPr>
        <p:sp>
          <p:nvSpPr>
            <p:cNvPr id="3" name="Rounded Rectangle 2"/>
            <p:cNvSpPr/>
            <p:nvPr/>
          </p:nvSpPr>
          <p:spPr>
            <a:xfrm>
              <a:off x="3145383" y="1252728"/>
              <a:ext cx="5900928" cy="5358383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145383" y="1252728"/>
              <a:ext cx="5900928" cy="4572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3346551" y="1412748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566007" y="1412748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785463" y="1412748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 Same Side Corner Rectangle 7"/>
            <p:cNvSpPr/>
            <p:nvPr/>
          </p:nvSpPr>
          <p:spPr>
            <a:xfrm>
              <a:off x="4105503" y="1325880"/>
              <a:ext cx="1652259" cy="329184"/>
            </a:xfrm>
            <a:prstGeom prst="round2Same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탭 · 제목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328263" y="1755648"/>
              <a:ext cx="5535167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https://  주소 표시줄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291687" y="2130552"/>
              <a:ext cx="5608320" cy="4206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437991" y="2276856"/>
              <a:ext cx="5315711" cy="391363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브라우저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MCK-096</a:t>
            </a:r>
          </a:p>
        </p:txBody>
      </p:sp>
      <p:grpSp>
        <p:nvGrpSpPr>
          <p:cNvPr id="8" name="asset:MCK-096"/>
          <p:cNvGrpSpPr/>
          <p:nvPr/>
        </p:nvGrpSpPr>
        <p:grpSpPr>
          <a:xfrm>
            <a:off x="2054199" y="1549908"/>
            <a:ext cx="8083296" cy="4645152"/>
            <a:chOff x="2054199" y="1549908"/>
            <a:chExt cx="8083296" cy="4645152"/>
          </a:xfrm>
        </p:grpSpPr>
        <p:sp>
          <p:nvSpPr>
            <p:cNvPr id="3" name="Rounded Rectangle 2"/>
            <p:cNvSpPr/>
            <p:nvPr/>
          </p:nvSpPr>
          <p:spPr>
            <a:xfrm>
              <a:off x="2785719" y="1549908"/>
              <a:ext cx="6620256" cy="4261104"/>
            </a:xfrm>
            <a:prstGeom prst="roundRect">
              <a:avLst>
                <a:gd name="adj" fmla="val 3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950311" y="1714500"/>
              <a:ext cx="6291072" cy="3931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096615" y="1860804"/>
              <a:ext cx="5998464" cy="36393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노트북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2054199" y="5811012"/>
              <a:ext cx="8083296" cy="384048"/>
            </a:xfrm>
            <a:prstGeom prst="trapezoid">
              <a:avLst>
                <a:gd name="adj" fmla="val 6000"/>
              </a:avLst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55767" y="5865876"/>
              <a:ext cx="1280160" cy="109728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MCK-097</a:t>
            </a:r>
          </a:p>
        </p:txBody>
      </p:sp>
      <p:grpSp>
        <p:nvGrpSpPr>
          <p:cNvPr id="8" name="asset:MCK-097"/>
          <p:cNvGrpSpPr/>
          <p:nvPr/>
        </p:nvGrpSpPr>
        <p:grpSpPr>
          <a:xfrm>
            <a:off x="3169767" y="1280159"/>
            <a:ext cx="5852160" cy="5193793"/>
            <a:chOff x="3169767" y="1280159"/>
            <a:chExt cx="5852160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3169767" y="1280159"/>
              <a:ext cx="5852160" cy="4480560"/>
            </a:xfrm>
            <a:prstGeom prst="roundRect">
              <a:avLst>
                <a:gd name="adj" fmla="val 2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352647" y="1463039"/>
              <a:ext cx="5486400" cy="411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498951" y="1609343"/>
              <a:ext cx="5193792" cy="382219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모니터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821527" y="5760720"/>
              <a:ext cx="548640" cy="4572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866894" y="6217920"/>
              <a:ext cx="2457907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MCK-098</a:t>
            </a:r>
          </a:p>
        </p:txBody>
      </p:sp>
      <p:grpSp>
        <p:nvGrpSpPr>
          <p:cNvPr id="8" name="asset:MCK-098"/>
          <p:cNvGrpSpPr/>
          <p:nvPr/>
        </p:nvGrpSpPr>
        <p:grpSpPr>
          <a:xfrm>
            <a:off x="828903" y="1956816"/>
            <a:ext cx="10533888" cy="3867912"/>
            <a:chOff x="828903" y="1956816"/>
            <a:chExt cx="10533888" cy="3867912"/>
          </a:xfrm>
        </p:grpSpPr>
        <p:sp>
          <p:nvSpPr>
            <p:cNvPr id="3" name="Rounded Rectangle 2"/>
            <p:cNvSpPr/>
            <p:nvPr/>
          </p:nvSpPr>
          <p:spPr>
            <a:xfrm>
              <a:off x="828903" y="1956816"/>
              <a:ext cx="10533888" cy="3172968"/>
            </a:xfrm>
            <a:prstGeom prst="roundRect">
              <a:avLst>
                <a:gd name="adj" fmla="val 2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975207" y="2103120"/>
              <a:ext cx="10241280" cy="2880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121511" y="2249424"/>
              <a:ext cx="9948672" cy="258775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와이드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775807" y="5129784"/>
              <a:ext cx="640080" cy="43891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449927" y="5568696"/>
              <a:ext cx="3291840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MCK-099</a:t>
            </a:r>
          </a:p>
        </p:txBody>
      </p:sp>
      <p:grpSp>
        <p:nvGrpSpPr>
          <p:cNvPr id="7" name="asset:MCK-099"/>
          <p:cNvGrpSpPr/>
          <p:nvPr/>
        </p:nvGrpSpPr>
        <p:grpSpPr>
          <a:xfrm>
            <a:off x="4751679" y="1353311"/>
            <a:ext cx="2688336" cy="5157216"/>
            <a:chOff x="4751679" y="1353311"/>
            <a:chExt cx="2688336" cy="5157216"/>
          </a:xfrm>
        </p:grpSpPr>
        <p:sp>
          <p:nvSpPr>
            <p:cNvPr id="3" name="Rounded Rectangle 2"/>
            <p:cNvSpPr/>
            <p:nvPr/>
          </p:nvSpPr>
          <p:spPr>
            <a:xfrm>
              <a:off x="4751679" y="1353311"/>
              <a:ext cx="2688336" cy="5157216"/>
            </a:xfrm>
            <a:prstGeom prst="roundRect">
              <a:avLst>
                <a:gd name="adj" fmla="val 16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861407" y="1463039"/>
              <a:ext cx="2468880" cy="4937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972507" y="1574139"/>
              <a:ext cx="2246680" cy="471556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모바일 화면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531297" y="1463039"/>
              <a:ext cx="1129101" cy="182880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MCK-100</a:t>
            </a:r>
          </a:p>
        </p:txBody>
      </p:sp>
      <p:grpSp>
        <p:nvGrpSpPr>
          <p:cNvPr id="7" name="asset:MCK-100"/>
          <p:cNvGrpSpPr/>
          <p:nvPr/>
        </p:nvGrpSpPr>
        <p:grpSpPr>
          <a:xfrm>
            <a:off x="3425799" y="2542032"/>
            <a:ext cx="5340096" cy="2779776"/>
            <a:chOff x="3425799" y="2542032"/>
            <a:chExt cx="5340096" cy="2779776"/>
          </a:xfrm>
        </p:grpSpPr>
        <p:sp>
          <p:nvSpPr>
            <p:cNvPr id="3" name="Rounded Rectangle 2"/>
            <p:cNvSpPr/>
            <p:nvPr/>
          </p:nvSpPr>
          <p:spPr>
            <a:xfrm>
              <a:off x="3425799" y="2542032"/>
              <a:ext cx="5340096" cy="2779776"/>
            </a:xfrm>
            <a:prstGeom prst="roundRect">
              <a:avLst>
                <a:gd name="adj" fmla="val 12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535527" y="2651760"/>
              <a:ext cx="5120640" cy="2560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681831" y="2798064"/>
              <a:ext cx="4828031" cy="22677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모바일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(가로)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517239" y="3375964"/>
              <a:ext cx="146304" cy="1111910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MCK-101</a:t>
            </a:r>
          </a:p>
        </p:txBody>
      </p:sp>
      <p:grpSp>
        <p:nvGrpSpPr>
          <p:cNvPr id="8" name="asset:MCK-101"/>
          <p:cNvGrpSpPr/>
          <p:nvPr/>
        </p:nvGrpSpPr>
        <p:grpSpPr>
          <a:xfrm>
            <a:off x="4175607" y="1463040"/>
            <a:ext cx="3840479" cy="4937759"/>
            <a:chOff x="4175607" y="1463040"/>
            <a:chExt cx="3840479" cy="4937759"/>
          </a:xfrm>
        </p:grpSpPr>
        <p:sp>
          <p:nvSpPr>
            <p:cNvPr id="3" name="Rounded Rectangle 2"/>
            <p:cNvSpPr/>
            <p:nvPr/>
          </p:nvSpPr>
          <p:spPr>
            <a:xfrm>
              <a:off x="4175607" y="1463040"/>
              <a:ext cx="3840479" cy="4937759"/>
            </a:xfrm>
            <a:prstGeom prst="roundRect">
              <a:avLst>
                <a:gd name="adj" fmla="val 5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449927" y="1737360"/>
              <a:ext cx="3291839" cy="4389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96231" y="1883664"/>
              <a:ext cx="2999232" cy="409651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태블릿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6050127" y="1572768"/>
              <a:ext cx="91440" cy="91440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5995263" y="6181344"/>
              <a:ext cx="201168" cy="20116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MCK-102</a:t>
            </a:r>
          </a:p>
        </p:txBody>
      </p:sp>
      <p:grpSp>
        <p:nvGrpSpPr>
          <p:cNvPr id="9" name="asset:MCK-102"/>
          <p:cNvGrpSpPr/>
          <p:nvPr/>
        </p:nvGrpSpPr>
        <p:grpSpPr>
          <a:xfrm>
            <a:off x="4844643" y="1179576"/>
            <a:ext cx="2630424" cy="4224528"/>
            <a:chOff x="4844643" y="1179576"/>
            <a:chExt cx="2630424" cy="4224528"/>
          </a:xfrm>
        </p:grpSpPr>
        <p:sp>
          <p:nvSpPr>
            <p:cNvPr id="3" name="Trapezoid 2"/>
            <p:cNvSpPr/>
            <p:nvPr/>
          </p:nvSpPr>
          <p:spPr>
            <a:xfrm rot="10800000">
              <a:off x="5320101" y="1179576"/>
              <a:ext cx="1551492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rapezoid 3"/>
            <p:cNvSpPr/>
            <p:nvPr/>
          </p:nvSpPr>
          <p:spPr>
            <a:xfrm>
              <a:off x="5320101" y="4718304"/>
              <a:ext cx="1551492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844643" y="1819656"/>
              <a:ext cx="2502407" cy="2944368"/>
            </a:xfrm>
            <a:prstGeom prst="roundRect">
              <a:avLst>
                <a:gd name="adj" fmla="val 28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347051" y="3163824"/>
              <a:ext cx="128016" cy="25603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990947" y="1965960"/>
              <a:ext cx="2209800" cy="2651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090388" y="2065401"/>
              <a:ext cx="2010918" cy="2452878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워치 화면</a:t>
              </a:r>
            </a:p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(원형앱)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MCK-103</a:t>
            </a:r>
          </a:p>
        </p:txBody>
      </p:sp>
      <p:grpSp>
        <p:nvGrpSpPr>
          <p:cNvPr id="17" name="asset:MCK-103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7F9FC"/>
            </a:solidFill>
            <a:ln w="1905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54864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대시보드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0622127" y="1700784"/>
              <a:ext cx="164592" cy="164592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0329519" y="1700784"/>
              <a:ext cx="164592" cy="164592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459839" y="2240280"/>
              <a:ext cx="2167127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522933" y="2303373"/>
              <a:ext cx="2040940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828135" y="2240280"/>
              <a:ext cx="2167127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891229" y="2303373"/>
              <a:ext cx="2040940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196431" y="2240280"/>
              <a:ext cx="2167127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259525" y="2303373"/>
              <a:ext cx="2040940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564727" y="2240280"/>
              <a:ext cx="2167127" cy="1051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627821" y="2303373"/>
              <a:ext cx="2040940" cy="9253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KPI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(삽입)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459839" y="3520440"/>
              <a:ext cx="9272015" cy="25786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606143" y="3666744"/>
              <a:ext cx="8979407" cy="22860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메인 차트 위젯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MCK-104</a:t>
            </a:r>
          </a:p>
        </p:txBody>
      </p:sp>
      <p:grpSp>
        <p:nvGrpSpPr>
          <p:cNvPr id="24" name="asset:MCK-104"/>
          <p:cNvGrpSpPr/>
          <p:nvPr/>
        </p:nvGrpSpPr>
        <p:grpSpPr>
          <a:xfrm>
            <a:off x="1554480" y="1417320"/>
            <a:ext cx="8778240" cy="5074920"/>
            <a:chOff x="1554480" y="1417320"/>
            <a:chExt cx="8778240" cy="5074920"/>
          </a:xfrm>
        </p:grpSpPr>
        <p:sp>
          <p:nvSpPr>
            <p:cNvPr id="3" name="Rounded Rectangle 2"/>
            <p:cNvSpPr/>
            <p:nvPr/>
          </p:nvSpPr>
          <p:spPr>
            <a:xfrm>
              <a:off x="1554480" y="1417320"/>
              <a:ext cx="6766560" cy="36576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554480" y="1417320"/>
              <a:ext cx="6766560" cy="36576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55648" y="153162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975104" y="153162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2194560" y="153162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691639" y="1874519"/>
              <a:ext cx="6492240" cy="3063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37943" y="2020824"/>
              <a:ext cx="6199632" cy="277063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보조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560320" y="2148840"/>
              <a:ext cx="6766560" cy="36576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560320" y="2148840"/>
              <a:ext cx="6766560" cy="36576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2761488" y="226314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2980944" y="226314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3200400" y="226314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697479" y="2606040"/>
              <a:ext cx="6492240" cy="3063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843784" y="2752344"/>
              <a:ext cx="6199632" cy="277063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보조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7" name="asset:_front"/>
            <p:cNvSpPr/>
            <p:nvPr/>
          </p:nvSpPr>
          <p:spPr>
            <a:xfrm>
              <a:off x="3566160" y="2834640"/>
              <a:ext cx="6766560" cy="36576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566160" y="2834640"/>
              <a:ext cx="6766560" cy="36576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3767328" y="294894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3986784" y="294894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4206240" y="294894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703320" y="3291840"/>
              <a:ext cx="6492240" cy="3063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849624" y="3438144"/>
              <a:ext cx="6199632" cy="277063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주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MCK-105</a:t>
            </a:r>
          </a:p>
        </p:txBody>
      </p:sp>
      <p:grpSp>
        <p:nvGrpSpPr>
          <p:cNvPr id="15" name="asset:MCK-105"/>
          <p:cNvGrpSpPr/>
          <p:nvPr/>
        </p:nvGrpSpPr>
        <p:grpSpPr>
          <a:xfrm>
            <a:off x="2864967" y="1508760"/>
            <a:ext cx="6461760" cy="4846320"/>
            <a:chOff x="2864967" y="1508760"/>
            <a:chExt cx="646176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2864967" y="1508760"/>
              <a:ext cx="6461760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011271" y="1655064"/>
              <a:ext cx="6169151" cy="45537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157575" y="1801368"/>
              <a:ext cx="5876543" cy="426110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지도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(맵 삽입)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230727" y="1874520"/>
              <a:ext cx="2584704" cy="40233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장소 검색</a:t>
              </a:r>
            </a:p>
          </p:txBody>
        </p:sp>
        <p:sp>
          <p:nvSpPr>
            <p:cNvPr id="7" name="Isosceles Triangle 6"/>
            <p:cNvSpPr/>
            <p:nvPr/>
          </p:nvSpPr>
          <p:spPr>
            <a:xfrm rot="10800000">
              <a:off x="5033314" y="3491179"/>
              <a:ext cx="201168" cy="274320"/>
            </a:xfrm>
            <a:prstGeom prst="triangl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4932730" y="3253435"/>
              <a:ext cx="420624" cy="420624"/>
            </a:xfrm>
            <a:prstGeom prst="ellipse">
              <a:avLst/>
            </a:prstGeom>
            <a:solidFill>
              <a:srgbClr val="C0392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9" name="Isosceles Triangle 8"/>
            <p:cNvSpPr/>
            <p:nvPr/>
          </p:nvSpPr>
          <p:spPr>
            <a:xfrm rot="10800000">
              <a:off x="6842607" y="4751222"/>
              <a:ext cx="201168" cy="274320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6742023" y="4513478"/>
              <a:ext cx="420624" cy="420624"/>
            </a:xfrm>
            <a:prstGeom prst="ellipse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1" name="Isosceles Triangle 10"/>
            <p:cNvSpPr/>
            <p:nvPr/>
          </p:nvSpPr>
          <p:spPr>
            <a:xfrm rot="10800000">
              <a:off x="8005724" y="3394252"/>
              <a:ext cx="201168" cy="274320"/>
            </a:xfrm>
            <a:prstGeom prst="triangl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905140" y="3156508"/>
              <a:ext cx="420624" cy="420624"/>
            </a:xfrm>
            <a:prstGeom prst="ellipse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3" name="Isosceles Triangle 12"/>
            <p:cNvSpPr/>
            <p:nvPr/>
          </p:nvSpPr>
          <p:spPr>
            <a:xfrm rot="10800000">
              <a:off x="5937961" y="5332780"/>
              <a:ext cx="201168" cy="274320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5837377" y="5095036"/>
              <a:ext cx="420624" cy="420624"/>
            </a:xfrm>
            <a:prstGeom prst="ellipse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MCK-106</a:t>
            </a:r>
          </a:p>
        </p:txBody>
      </p:sp>
      <p:grpSp>
        <p:nvGrpSpPr>
          <p:cNvPr id="12" name="asset:MCK-106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4572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파일 탐색기 · 산출물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203807" y="1965960"/>
              <a:ext cx="2377440" cy="438912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313535" y="214884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제안서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313535" y="269748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설계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313535" y="324612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시험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313535" y="379476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매뉴얼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64127" y="2148840"/>
              <a:ext cx="7040880" cy="40233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10431" y="2295144"/>
              <a:ext cx="6748272" cy="373075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파일 리스트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(행 목록 삽입)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