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MCK-001</a:t>
            </a:r>
          </a:p>
        </p:txBody>
      </p:sp>
      <p:grpSp>
        <p:nvGrpSpPr>
          <p:cNvPr id="14" name="asset:MCK-001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브라우저 창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탭바 + 주소 표시줄 + 화면 영역 (웹 화면 스크린샷 삽입)</a:t>
              </a:r>
            </a:p>
          </p:txBody>
        </p:sp>
        <p:sp>
          <p:nvSpPr>
            <p:cNvPr id="5" name="MCK-001_bg"/>
            <p:cNvSpPr/>
            <p:nvPr/>
          </p:nvSpPr>
          <p:spPr>
            <a:xfrm>
              <a:off x="1143000" y="1417320"/>
              <a:ext cx="9902952" cy="493776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3000" y="1417320"/>
              <a:ext cx="9902952" cy="47548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399032" y="1572768"/>
              <a:ext cx="164592" cy="164592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55064" y="1572768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911095" y="1572768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2286000" y="1508760"/>
              <a:ext cx="2103120" cy="384048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화면 제목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71600" y="1984248"/>
              <a:ext cx="9445752" cy="38404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307592" y="2487168"/>
              <a:ext cx="9573768" cy="3703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53895" y="2633472"/>
              <a:ext cx="9281160" cy="34107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 삽입 영역</a:t>
              </a:r>
            </a:p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MCK-006</a:t>
            </a:r>
          </a:p>
        </p:txBody>
      </p:sp>
      <p:grpSp>
        <p:nvGrpSpPr>
          <p:cNvPr id="19" name="asset:MCK-006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대시보드 카드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헤더바 + 위젯 자리 그리드 (KPI·차트 위젯 스크린샷 삽입)</a:t>
              </a:r>
            </a:p>
          </p:txBody>
        </p:sp>
        <p:sp>
          <p:nvSpPr>
            <p:cNvPr id="5" name="MCK-006_bg"/>
            <p:cNvSpPr/>
            <p:nvPr/>
          </p:nvSpPr>
          <p:spPr>
            <a:xfrm>
              <a:off x="1143000" y="1417320"/>
              <a:ext cx="9902952" cy="489204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3000" y="1417320"/>
              <a:ext cx="9902952" cy="5669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0680192" y="1618488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0387584" y="1618488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99032" y="2194560"/>
              <a:ext cx="2977895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462125" y="2257653"/>
              <a:ext cx="2851708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05528" y="2194560"/>
              <a:ext cx="2977895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68621" y="2257653"/>
              <a:ext cx="2851708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12024" y="2194560"/>
              <a:ext cx="2977895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75117" y="2257653"/>
              <a:ext cx="2851708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99032" y="3474720"/>
              <a:ext cx="4581144" cy="2578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45336" y="3621024"/>
              <a:ext cx="4288536" cy="228599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08776" y="3474720"/>
              <a:ext cx="4581144" cy="2578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355080" y="3621024"/>
              <a:ext cx="4288536" cy="228599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MCK-007</a:t>
            </a:r>
          </a:p>
        </p:txBody>
      </p:sp>
      <p:grpSp>
        <p:nvGrpSpPr>
          <p:cNvPr id="19" name="asset:MCK-007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멀티 윈도우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창 2개 겹침 (다중 화면·비교 스크린샷 삽입)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37360" y="1600200"/>
              <a:ext cx="7680960" cy="41148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737360" y="1600200"/>
              <a:ext cx="7680960" cy="38404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938528" y="1723644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157984" y="1723644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377440" y="1723644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3664" y="2075688"/>
              <a:ext cx="7388352" cy="34930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29968" y="2221992"/>
              <a:ext cx="7095744" cy="32004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 삽입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  <p:sp>
          <p:nvSpPr>
            <p:cNvPr id="12" name="MCK-007_bg"/>
            <p:cNvSpPr/>
            <p:nvPr/>
          </p:nvSpPr>
          <p:spPr>
            <a:xfrm>
              <a:off x="3063240" y="2514600"/>
              <a:ext cx="7680960" cy="39319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63240" y="2514600"/>
              <a:ext cx="7680960" cy="38404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64408" y="2638044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3483864" y="2638044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703320" y="2638044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09544" y="2990088"/>
              <a:ext cx="7388352" cy="331012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55848" y="3136392"/>
              <a:ext cx="7095744" cy="30175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 삽입 영역</a:t>
              </a:r>
            </a:p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MCK-008</a:t>
            </a:r>
          </a:p>
        </p:txBody>
      </p:sp>
      <p:grpSp>
        <p:nvGrpSpPr>
          <p:cNvPr id="17" name="asset:MCK-008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지도·맵 뷰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영역 + 검색바 + 핀 자리 (지도·위치 화면 스크린샷 삽입)</a:t>
              </a:r>
            </a:p>
          </p:txBody>
        </p:sp>
        <p:sp>
          <p:nvSpPr>
            <p:cNvPr id="5" name="MCK-008_bg"/>
            <p:cNvSpPr/>
            <p:nvPr/>
          </p:nvSpPr>
          <p:spPr>
            <a:xfrm>
              <a:off x="1143000" y="1417320"/>
              <a:ext cx="9902952" cy="493776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307592" y="1581912"/>
              <a:ext cx="9573768" cy="4608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3895" y="1728216"/>
              <a:ext cx="9281160" cy="431596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 삽입 영역</a:t>
              </a:r>
            </a:p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스크린샷 삽입)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554480" y="1828800"/>
              <a:ext cx="3291840" cy="4114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4553712" y="3593592"/>
              <a:ext cx="219456" cy="310896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434840" y="3337560"/>
              <a:ext cx="457200" cy="457200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7114032" y="4782312"/>
              <a:ext cx="219456" cy="310896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995160" y="4526280"/>
              <a:ext cx="457200" cy="457200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9217152" y="3410712"/>
              <a:ext cx="219456" cy="310896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9098280" y="3154680"/>
              <a:ext cx="457200" cy="457200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5" name="Isosceles Triangle 14"/>
            <p:cNvSpPr/>
            <p:nvPr/>
          </p:nvSpPr>
          <p:spPr>
            <a:xfrm rot="10800000">
              <a:off x="6016752" y="5696712"/>
              <a:ext cx="219456" cy="310896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897880" y="5440680"/>
              <a:ext cx="457200" cy="457200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MCK-009</a:t>
            </a:r>
          </a:p>
        </p:txBody>
      </p:sp>
      <p:grpSp>
        <p:nvGrpSpPr>
          <p:cNvPr id="14" name="asset:MCK-009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폴더·파일 뷰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탐색기 창 + 좌측 폴더 트리 + 우측 파일 그리드 (산출물 목록 삽입)</a:t>
              </a:r>
            </a:p>
          </p:txBody>
        </p:sp>
        <p:sp>
          <p:nvSpPr>
            <p:cNvPr id="5" name="MCK-009_bg"/>
            <p:cNvSpPr/>
            <p:nvPr/>
          </p:nvSpPr>
          <p:spPr>
            <a:xfrm>
              <a:off x="1143000" y="1417320"/>
              <a:ext cx="9902952" cy="48920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3000" y="1417320"/>
              <a:ext cx="9902952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143000" y="1874519"/>
              <a:ext cx="2468880" cy="44348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252728" y="2057400"/>
              <a:ext cx="2249424" cy="4572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52728" y="2624328"/>
              <a:ext cx="2249424" cy="4572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 산출물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252728" y="3191256"/>
              <a:ext cx="2249424" cy="4572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 결과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52728" y="3758183"/>
              <a:ext cx="2249424" cy="4572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94760" y="2057400"/>
              <a:ext cx="7068312" cy="4069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41064" y="2203704"/>
              <a:ext cx="6775703" cy="377647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목록 삽입 영역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(파일 그리드 스크린샷 삽입)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