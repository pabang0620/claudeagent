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2카드 · blue_500</a:t>
            </a:r>
          </a:p>
        </p:txBody>
      </p:sp>
      <p:grpSp>
        <p:nvGrpSpPr>
          <p:cNvPr id="12" name="asset:KPI-136"/>
          <p:cNvGrpSpPr/>
          <p:nvPr/>
        </p:nvGrpSpPr>
        <p:grpSpPr>
          <a:xfrm>
            <a:off x="1066647" y="1554480"/>
            <a:ext cx="10058400" cy="4023359"/>
            <a:chOff x="1066647" y="1554480"/>
            <a:chExt cx="10058400" cy="4023359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1911095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1911095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191109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1911095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3666744"/>
              <a:ext cx="10058400" cy="1911095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3666744"/>
              <a:ext cx="137160" cy="1911095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3666744"/>
              <a:ext cx="6035040" cy="191109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3666744"/>
              <a:ext cx="3703320" cy="1911095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3카드 · teal_500</a:t>
            </a:r>
          </a:p>
        </p:txBody>
      </p:sp>
      <p:grpSp>
        <p:nvGrpSpPr>
          <p:cNvPr id="16" name="asset:KPI-137"/>
          <p:cNvGrpSpPr/>
          <p:nvPr/>
        </p:nvGrpSpPr>
        <p:grpSpPr>
          <a:xfrm>
            <a:off x="1066647" y="1554480"/>
            <a:ext cx="10058400" cy="4023358"/>
            <a:chOff x="1066647" y="1554480"/>
            <a:chExt cx="10058400" cy="4023358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120700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1207007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120700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120700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2962656"/>
              <a:ext cx="10058400" cy="120700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2962656"/>
              <a:ext cx="137160" cy="1207007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2962656"/>
              <a:ext cx="6035040" cy="120700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2962656"/>
              <a:ext cx="3703320" cy="120700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66647" y="4370831"/>
              <a:ext cx="10058400" cy="120700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66647" y="4370831"/>
              <a:ext cx="137160" cy="1207007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23847" y="4370831"/>
              <a:ext cx="6035040" cy="120700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01687" y="4370831"/>
              <a:ext cx="3703320" cy="120700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4카드 · cyan_500</a:t>
            </a:r>
          </a:p>
        </p:txBody>
      </p:sp>
      <p:grpSp>
        <p:nvGrpSpPr>
          <p:cNvPr id="20" name="asset:KPI-138"/>
          <p:cNvGrpSpPr/>
          <p:nvPr/>
        </p:nvGrpSpPr>
        <p:grpSpPr>
          <a:xfrm>
            <a:off x="1066647" y="1554480"/>
            <a:ext cx="10058400" cy="4023358"/>
            <a:chOff x="1066647" y="1554480"/>
            <a:chExt cx="10058400" cy="4023358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854963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85496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85496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854963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6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2610611"/>
              <a:ext cx="10058400" cy="854963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2610611"/>
              <a:ext cx="137160" cy="85496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2610611"/>
              <a:ext cx="6035040" cy="85496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2610611"/>
              <a:ext cx="3703320" cy="854963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6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66647" y="3666744"/>
              <a:ext cx="10058400" cy="854963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66647" y="3666744"/>
              <a:ext cx="137160" cy="85496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23847" y="3666744"/>
              <a:ext cx="6035040" cy="85496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01687" y="3666744"/>
              <a:ext cx="3703320" cy="854963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6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066647" y="4722875"/>
              <a:ext cx="10058400" cy="854963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66647" y="4722875"/>
              <a:ext cx="137160" cy="85496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23847" y="4722875"/>
              <a:ext cx="6035040" cy="85496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01687" y="4722875"/>
              <a:ext cx="3703320" cy="854963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6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5카드 · purple_600</a:t>
            </a:r>
          </a:p>
        </p:txBody>
      </p:sp>
      <p:grpSp>
        <p:nvGrpSpPr>
          <p:cNvPr id="24" name="asset:KPI-139"/>
          <p:cNvGrpSpPr/>
          <p:nvPr/>
        </p:nvGrpSpPr>
        <p:grpSpPr>
          <a:xfrm>
            <a:off x="1066647" y="1554480"/>
            <a:ext cx="10058400" cy="4023359"/>
            <a:chOff x="1066647" y="1554480"/>
            <a:chExt cx="10058400" cy="4023359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643737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2399385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2399385"/>
              <a:ext cx="137160" cy="643737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2399385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2399385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66647" y="3244291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66647" y="3244291"/>
              <a:ext cx="137160" cy="643737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23847" y="3244291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01687" y="3244291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066647" y="4089196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66647" y="4089196"/>
              <a:ext cx="137160" cy="643737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23847" y="4089196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01687" y="4089196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66647" y="4934102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66647" y="4934102"/>
              <a:ext cx="137160" cy="643737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523847" y="4934102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101687" y="4934102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2카드 · navy_600</a:t>
            </a:r>
          </a:p>
        </p:txBody>
      </p:sp>
      <p:grpSp>
        <p:nvGrpSpPr>
          <p:cNvPr id="12" name="asset:KPI-140"/>
          <p:cNvGrpSpPr/>
          <p:nvPr/>
        </p:nvGrpSpPr>
        <p:grpSpPr>
          <a:xfrm>
            <a:off x="1066647" y="1554480"/>
            <a:ext cx="10058400" cy="4023359"/>
            <a:chOff x="1066647" y="1554480"/>
            <a:chExt cx="10058400" cy="4023359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1911095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191109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191109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1911095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3666744"/>
              <a:ext cx="10058400" cy="1911095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3666744"/>
              <a:ext cx="137160" cy="191109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3666744"/>
              <a:ext cx="6035040" cy="191109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3666744"/>
              <a:ext cx="3703320" cy="1911095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3카드 · navy_800</a:t>
            </a:r>
          </a:p>
        </p:txBody>
      </p:sp>
      <p:grpSp>
        <p:nvGrpSpPr>
          <p:cNvPr id="16" name="asset:KPI-141"/>
          <p:cNvGrpSpPr/>
          <p:nvPr/>
        </p:nvGrpSpPr>
        <p:grpSpPr>
          <a:xfrm>
            <a:off x="1066647" y="1554480"/>
            <a:ext cx="10058400" cy="4023358"/>
            <a:chOff x="1066647" y="1554480"/>
            <a:chExt cx="10058400" cy="4023358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120700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120700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120700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120700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2962656"/>
              <a:ext cx="10058400" cy="120700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2962656"/>
              <a:ext cx="137160" cy="120700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2962656"/>
              <a:ext cx="6035040" cy="120700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2962656"/>
              <a:ext cx="3703320" cy="120700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66647" y="4370831"/>
              <a:ext cx="10058400" cy="120700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66647" y="4370831"/>
              <a:ext cx="137160" cy="120700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23847" y="4370831"/>
              <a:ext cx="6035040" cy="120700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01687" y="4370831"/>
              <a:ext cx="3703320" cy="120700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4카드 · blue_500</a:t>
            </a:r>
          </a:p>
        </p:txBody>
      </p:sp>
      <p:grpSp>
        <p:nvGrpSpPr>
          <p:cNvPr id="20" name="asset:KPI-142"/>
          <p:cNvGrpSpPr/>
          <p:nvPr/>
        </p:nvGrpSpPr>
        <p:grpSpPr>
          <a:xfrm>
            <a:off x="1066647" y="1554480"/>
            <a:ext cx="10058400" cy="4023358"/>
            <a:chOff x="1066647" y="1554480"/>
            <a:chExt cx="10058400" cy="4023358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854963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854963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85496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854963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2610611"/>
              <a:ext cx="10058400" cy="854963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2610611"/>
              <a:ext cx="137160" cy="854963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2610611"/>
              <a:ext cx="6035040" cy="85496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2610611"/>
              <a:ext cx="3703320" cy="854963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66647" y="3666744"/>
              <a:ext cx="10058400" cy="854963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66647" y="3666744"/>
              <a:ext cx="137160" cy="854963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23847" y="3666744"/>
              <a:ext cx="6035040" cy="85496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01687" y="3666744"/>
              <a:ext cx="3703320" cy="854963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066647" y="4722875"/>
              <a:ext cx="10058400" cy="854963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66647" y="4722875"/>
              <a:ext cx="137160" cy="854963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23847" y="4722875"/>
              <a:ext cx="6035040" cy="85496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01687" y="4722875"/>
              <a:ext cx="3703320" cy="854963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5카드 · teal_500</a:t>
            </a:r>
          </a:p>
        </p:txBody>
      </p:sp>
      <p:grpSp>
        <p:nvGrpSpPr>
          <p:cNvPr id="24" name="asset:KPI-143"/>
          <p:cNvGrpSpPr/>
          <p:nvPr/>
        </p:nvGrpSpPr>
        <p:grpSpPr>
          <a:xfrm>
            <a:off x="1066647" y="1554480"/>
            <a:ext cx="10058400" cy="4023359"/>
            <a:chOff x="1066647" y="1554480"/>
            <a:chExt cx="10058400" cy="4023359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643737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2399385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2399385"/>
              <a:ext cx="137160" cy="643737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2399385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2399385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66647" y="3244291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66647" y="3244291"/>
              <a:ext cx="137160" cy="643737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23847" y="3244291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01687" y="3244291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066647" y="4089196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66647" y="4089196"/>
              <a:ext cx="137160" cy="643737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23847" y="4089196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01687" y="4089196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66647" y="4934102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66647" y="4934102"/>
              <a:ext cx="137160" cy="643737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523847" y="4934102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101687" y="4934102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2카드 · cyan_500</a:t>
            </a:r>
          </a:p>
        </p:txBody>
      </p:sp>
      <p:grpSp>
        <p:nvGrpSpPr>
          <p:cNvPr id="12" name="asset:KPI-144"/>
          <p:cNvGrpSpPr/>
          <p:nvPr/>
        </p:nvGrpSpPr>
        <p:grpSpPr>
          <a:xfrm>
            <a:off x="1066647" y="1554480"/>
            <a:ext cx="10058400" cy="4023359"/>
            <a:chOff x="1066647" y="1554480"/>
            <a:chExt cx="10058400" cy="4023359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1911095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1911095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191109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1911095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3666744"/>
              <a:ext cx="10058400" cy="1911095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3666744"/>
              <a:ext cx="137160" cy="1911095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3666744"/>
              <a:ext cx="6035040" cy="191109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3666744"/>
              <a:ext cx="3703320" cy="1911095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3카드 · purple_600</a:t>
            </a:r>
          </a:p>
        </p:txBody>
      </p:sp>
      <p:grpSp>
        <p:nvGrpSpPr>
          <p:cNvPr id="16" name="asset:KPI-145"/>
          <p:cNvGrpSpPr/>
          <p:nvPr/>
        </p:nvGrpSpPr>
        <p:grpSpPr>
          <a:xfrm>
            <a:off x="1066647" y="1554480"/>
            <a:ext cx="10058400" cy="4023358"/>
            <a:chOff x="1066647" y="1554480"/>
            <a:chExt cx="10058400" cy="4023358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120700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1207007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120700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120700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2962656"/>
              <a:ext cx="10058400" cy="120700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2962656"/>
              <a:ext cx="137160" cy="1207007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2962656"/>
              <a:ext cx="6035040" cy="120700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2962656"/>
              <a:ext cx="3703320" cy="120700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66647" y="4370831"/>
              <a:ext cx="10058400" cy="120700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66647" y="4370831"/>
              <a:ext cx="137160" cy="1207007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23847" y="4370831"/>
              <a:ext cx="6035040" cy="120700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01687" y="4370831"/>
              <a:ext cx="3703320" cy="120700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4카드 · navy_600</a:t>
            </a:r>
          </a:p>
        </p:txBody>
      </p:sp>
      <p:grpSp>
        <p:nvGrpSpPr>
          <p:cNvPr id="20" name="asset:KPI-146"/>
          <p:cNvGrpSpPr/>
          <p:nvPr/>
        </p:nvGrpSpPr>
        <p:grpSpPr>
          <a:xfrm>
            <a:off x="1066647" y="1554480"/>
            <a:ext cx="10058400" cy="4023358"/>
            <a:chOff x="1066647" y="1554480"/>
            <a:chExt cx="10058400" cy="4023358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854963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854963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85496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854963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6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2610611"/>
              <a:ext cx="10058400" cy="854963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2610611"/>
              <a:ext cx="137160" cy="854963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2610611"/>
              <a:ext cx="6035040" cy="85496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2610611"/>
              <a:ext cx="3703320" cy="854963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6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66647" y="3666744"/>
              <a:ext cx="10058400" cy="854963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66647" y="3666744"/>
              <a:ext cx="137160" cy="854963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23847" y="3666744"/>
              <a:ext cx="6035040" cy="85496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01687" y="3666744"/>
              <a:ext cx="3703320" cy="854963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6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066647" y="4722875"/>
              <a:ext cx="10058400" cy="854963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66647" y="4722875"/>
              <a:ext cx="137160" cy="854963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23847" y="4722875"/>
              <a:ext cx="6035040" cy="85496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01687" y="4722875"/>
              <a:ext cx="3703320" cy="854963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6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5카드 · navy_800</a:t>
            </a:r>
          </a:p>
        </p:txBody>
      </p:sp>
      <p:grpSp>
        <p:nvGrpSpPr>
          <p:cNvPr id="24" name="asset:KPI-147"/>
          <p:cNvGrpSpPr/>
          <p:nvPr/>
        </p:nvGrpSpPr>
        <p:grpSpPr>
          <a:xfrm>
            <a:off x="1066647" y="1554480"/>
            <a:ext cx="10058400" cy="4023359"/>
            <a:chOff x="1066647" y="1554480"/>
            <a:chExt cx="10058400" cy="4023359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64373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2399385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2399385"/>
              <a:ext cx="137160" cy="64373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2399385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2399385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66647" y="3244291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66647" y="3244291"/>
              <a:ext cx="137160" cy="64373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23847" y="3244291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01687" y="3244291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066647" y="4089196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66647" y="4089196"/>
              <a:ext cx="137160" cy="64373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23847" y="4089196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01687" y="4089196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66647" y="4934102"/>
              <a:ext cx="10058400" cy="643737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66647" y="4934102"/>
              <a:ext cx="137160" cy="643737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523847" y="4934102"/>
              <a:ext cx="6035040" cy="643737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101687" y="4934102"/>
              <a:ext cx="3703320" cy="643737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2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가로 스트립 · 2카드 · blue_500</a:t>
            </a:r>
          </a:p>
        </p:txBody>
      </p:sp>
      <p:grpSp>
        <p:nvGrpSpPr>
          <p:cNvPr id="12" name="asset:KPI-148"/>
          <p:cNvGrpSpPr/>
          <p:nvPr/>
        </p:nvGrpSpPr>
        <p:grpSpPr>
          <a:xfrm>
            <a:off x="1066647" y="1554480"/>
            <a:ext cx="10058400" cy="4023359"/>
            <a:chOff x="1066647" y="1554480"/>
            <a:chExt cx="10058400" cy="4023359"/>
          </a:xfrm>
        </p:grpSpPr>
        <p:sp>
          <p:nvSpPr>
            <p:cNvPr id="4" name="Rounded Rectangle 3"/>
            <p:cNvSpPr/>
            <p:nvPr/>
          </p:nvSpPr>
          <p:spPr>
            <a:xfrm>
              <a:off x="1066647" y="1554480"/>
              <a:ext cx="10058400" cy="1911095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66647" y="1554480"/>
              <a:ext cx="137160" cy="1911095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523847" y="1554480"/>
              <a:ext cx="6035040" cy="191109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101687" y="1554480"/>
              <a:ext cx="3703320" cy="1911095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066647" y="3666744"/>
              <a:ext cx="10058400" cy="1911095"/>
            </a:xfrm>
            <a:prstGeom prst="roundRect">
              <a:avLst>
                <a:gd name="adj" fmla="val 12000"/>
              </a:avLst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647" y="3666744"/>
              <a:ext cx="137160" cy="1911095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3847" y="3666744"/>
              <a:ext cx="6035040" cy="1911095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01687" y="3666744"/>
              <a:ext cx="3703320" cy="1911095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3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