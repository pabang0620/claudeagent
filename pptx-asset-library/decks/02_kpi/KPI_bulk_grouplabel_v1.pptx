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그룹라벨+숫자묶음 · 2카드 · blue_500</a:t>
            </a:r>
          </a:p>
        </p:txBody>
      </p:sp>
      <p:grpSp>
        <p:nvGrpSpPr>
          <p:cNvPr id="12" name="asset:KPI-175"/>
          <p:cNvGrpSpPr/>
          <p:nvPr/>
        </p:nvGrpSpPr>
        <p:grpSpPr>
          <a:xfrm>
            <a:off x="1066647" y="1828800"/>
            <a:ext cx="10058400" cy="3154680"/>
            <a:chOff x="1066647" y="1828800"/>
            <a:chExt cx="10058400" cy="31546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828800"/>
              <a:ext cx="10058400" cy="640080"/>
            </a:xfrm>
            <a:prstGeom prst="roundRect">
              <a:avLst>
                <a:gd name="adj" fmla="val 12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40967" y="1828800"/>
              <a:ext cx="95097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성과 요약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66647" y="2606040"/>
              <a:ext cx="10058400" cy="237744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66647" y="3108960"/>
              <a:ext cx="5029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66647" y="4251960"/>
              <a:ext cx="5029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0958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095847" y="3108960"/>
              <a:ext cx="5029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95847" y="4251960"/>
              <a:ext cx="5029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그룹라벨+숫자묶음 · 3카드 · teal_500</a:t>
            </a:r>
          </a:p>
        </p:txBody>
      </p:sp>
      <p:grpSp>
        <p:nvGrpSpPr>
          <p:cNvPr id="15" name="asset:KPI-176"/>
          <p:cNvGrpSpPr/>
          <p:nvPr/>
        </p:nvGrpSpPr>
        <p:grpSpPr>
          <a:xfrm>
            <a:off x="1066647" y="1828800"/>
            <a:ext cx="10058400" cy="3154680"/>
            <a:chOff x="1066647" y="1828800"/>
            <a:chExt cx="10058400" cy="31546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828800"/>
              <a:ext cx="10058400" cy="640080"/>
            </a:xfrm>
            <a:prstGeom prst="roundRect">
              <a:avLst>
                <a:gd name="adj" fmla="val 12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40967" y="1828800"/>
              <a:ext cx="95097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성과 요약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66647" y="2606040"/>
              <a:ext cx="10058400" cy="237744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66647" y="3108960"/>
              <a:ext cx="33528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66647" y="4251960"/>
              <a:ext cx="3352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4194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19447" y="3108960"/>
              <a:ext cx="33528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419447" y="4251960"/>
              <a:ext cx="3352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7722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772247" y="3108960"/>
              <a:ext cx="33528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772247" y="4251960"/>
              <a:ext cx="3352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그룹라벨+숫자묶음 · 4카드 · cyan_500</a:t>
            </a:r>
          </a:p>
        </p:txBody>
      </p:sp>
      <p:grpSp>
        <p:nvGrpSpPr>
          <p:cNvPr id="18" name="asset:KPI-177"/>
          <p:cNvGrpSpPr/>
          <p:nvPr/>
        </p:nvGrpSpPr>
        <p:grpSpPr>
          <a:xfrm>
            <a:off x="1066647" y="1828800"/>
            <a:ext cx="10058400" cy="3154680"/>
            <a:chOff x="1066647" y="1828800"/>
            <a:chExt cx="10058400" cy="31546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828800"/>
              <a:ext cx="10058400" cy="640080"/>
            </a:xfrm>
            <a:prstGeom prst="roundRect">
              <a:avLst>
                <a:gd name="adj" fmla="val 12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40967" y="1828800"/>
              <a:ext cx="95097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성과 요약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66647" y="2606040"/>
              <a:ext cx="10058400" cy="237744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66647" y="3108960"/>
              <a:ext cx="2514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66647" y="4251960"/>
              <a:ext cx="25146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5812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81247" y="3108960"/>
              <a:ext cx="2514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81247" y="4251960"/>
              <a:ext cx="25146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958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095847" y="3108960"/>
              <a:ext cx="2514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095847" y="4251960"/>
              <a:ext cx="25146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6104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610447" y="3108960"/>
              <a:ext cx="2514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610447" y="4251960"/>
              <a:ext cx="25146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그룹라벨+숫자묶음 · 5카드 · purple_600</a:t>
            </a:r>
          </a:p>
        </p:txBody>
      </p:sp>
      <p:grpSp>
        <p:nvGrpSpPr>
          <p:cNvPr id="21" name="asset:KPI-178"/>
          <p:cNvGrpSpPr/>
          <p:nvPr/>
        </p:nvGrpSpPr>
        <p:grpSpPr>
          <a:xfrm>
            <a:off x="1066647" y="1828800"/>
            <a:ext cx="10058400" cy="3154680"/>
            <a:chOff x="1066647" y="1828800"/>
            <a:chExt cx="10058400" cy="31546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828800"/>
              <a:ext cx="10058400" cy="640080"/>
            </a:xfrm>
            <a:prstGeom prst="roundRect">
              <a:avLst>
                <a:gd name="adj" fmla="val 12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40967" y="1828800"/>
              <a:ext cx="95097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성과 요약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66647" y="2606040"/>
              <a:ext cx="10058400" cy="237744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6664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6664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7832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7832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7832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09000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09000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09000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10168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10168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10168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911336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1336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1336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그룹라벨+숫자묶음 · 2카드 · navy_600</a:t>
            </a:r>
          </a:p>
        </p:txBody>
      </p:sp>
      <p:grpSp>
        <p:nvGrpSpPr>
          <p:cNvPr id="12" name="asset:KPI-179"/>
          <p:cNvGrpSpPr/>
          <p:nvPr/>
        </p:nvGrpSpPr>
        <p:grpSpPr>
          <a:xfrm>
            <a:off x="1066647" y="1828800"/>
            <a:ext cx="10058400" cy="3154680"/>
            <a:chOff x="1066647" y="1828800"/>
            <a:chExt cx="10058400" cy="31546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828800"/>
              <a:ext cx="10058400" cy="640080"/>
            </a:xfrm>
            <a:prstGeom prst="roundRect">
              <a:avLst>
                <a:gd name="adj" fmla="val 1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40967" y="1828800"/>
              <a:ext cx="95097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성과 요약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66647" y="2606040"/>
              <a:ext cx="10058400" cy="237744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66647" y="3108960"/>
              <a:ext cx="5029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66647" y="4251960"/>
              <a:ext cx="5029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0958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095847" y="3108960"/>
              <a:ext cx="5029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95847" y="4251960"/>
              <a:ext cx="5029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그룹라벨+숫자묶음 · 3카드 · navy_800</a:t>
            </a:r>
          </a:p>
        </p:txBody>
      </p:sp>
      <p:grpSp>
        <p:nvGrpSpPr>
          <p:cNvPr id="15" name="asset:KPI-180"/>
          <p:cNvGrpSpPr/>
          <p:nvPr/>
        </p:nvGrpSpPr>
        <p:grpSpPr>
          <a:xfrm>
            <a:off x="1066647" y="1828800"/>
            <a:ext cx="10058400" cy="3154680"/>
            <a:chOff x="1066647" y="1828800"/>
            <a:chExt cx="10058400" cy="31546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828800"/>
              <a:ext cx="10058400" cy="640080"/>
            </a:xfrm>
            <a:prstGeom prst="roundRect">
              <a:avLst>
                <a:gd name="adj" fmla="val 1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40967" y="1828800"/>
              <a:ext cx="95097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성과 요약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66647" y="2606040"/>
              <a:ext cx="10058400" cy="237744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66647" y="3108960"/>
              <a:ext cx="33528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66647" y="4251960"/>
              <a:ext cx="3352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4194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19447" y="3108960"/>
              <a:ext cx="33528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419447" y="4251960"/>
              <a:ext cx="3352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7722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772247" y="3108960"/>
              <a:ext cx="33528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772247" y="4251960"/>
              <a:ext cx="3352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그룹라벨+숫자묶음 · 4카드 · blue_500</a:t>
            </a:r>
          </a:p>
        </p:txBody>
      </p:sp>
      <p:grpSp>
        <p:nvGrpSpPr>
          <p:cNvPr id="18" name="asset:KPI-181"/>
          <p:cNvGrpSpPr/>
          <p:nvPr/>
        </p:nvGrpSpPr>
        <p:grpSpPr>
          <a:xfrm>
            <a:off x="1066647" y="1828800"/>
            <a:ext cx="10058400" cy="3154680"/>
            <a:chOff x="1066647" y="1828800"/>
            <a:chExt cx="10058400" cy="31546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828800"/>
              <a:ext cx="10058400" cy="640080"/>
            </a:xfrm>
            <a:prstGeom prst="roundRect">
              <a:avLst>
                <a:gd name="adj" fmla="val 12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40967" y="1828800"/>
              <a:ext cx="95097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성과 요약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66647" y="2606040"/>
              <a:ext cx="10058400" cy="237744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66647" y="3108960"/>
              <a:ext cx="2514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66647" y="4251960"/>
              <a:ext cx="25146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5812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81247" y="3108960"/>
              <a:ext cx="2514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81247" y="4251960"/>
              <a:ext cx="25146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958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095847" y="3108960"/>
              <a:ext cx="2514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095847" y="4251960"/>
              <a:ext cx="25146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6104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610447" y="3108960"/>
              <a:ext cx="2514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610447" y="4251960"/>
              <a:ext cx="25146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그룹라벨+숫자묶음 · 5카드 · teal_500</a:t>
            </a:r>
          </a:p>
        </p:txBody>
      </p:sp>
      <p:grpSp>
        <p:nvGrpSpPr>
          <p:cNvPr id="21" name="asset:KPI-182"/>
          <p:cNvGrpSpPr/>
          <p:nvPr/>
        </p:nvGrpSpPr>
        <p:grpSpPr>
          <a:xfrm>
            <a:off x="1066647" y="1828800"/>
            <a:ext cx="10058400" cy="3154680"/>
            <a:chOff x="1066647" y="1828800"/>
            <a:chExt cx="10058400" cy="31546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828800"/>
              <a:ext cx="10058400" cy="640080"/>
            </a:xfrm>
            <a:prstGeom prst="roundRect">
              <a:avLst>
                <a:gd name="adj" fmla="val 12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40967" y="1828800"/>
              <a:ext cx="95097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성과 요약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66647" y="2606040"/>
              <a:ext cx="10058400" cy="237744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6664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6664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7832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7832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7832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09000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09000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09000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10168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10168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10168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911336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1336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1336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KPI-183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그룹라벨+숫자묶음 · 2카드 · cyan_500</a:t>
            </a:r>
          </a:p>
        </p:txBody>
      </p:sp>
      <p:grpSp>
        <p:nvGrpSpPr>
          <p:cNvPr id="12" name="asset:KPI-183"/>
          <p:cNvGrpSpPr/>
          <p:nvPr/>
        </p:nvGrpSpPr>
        <p:grpSpPr>
          <a:xfrm>
            <a:off x="1066647" y="1828800"/>
            <a:ext cx="10058400" cy="3154680"/>
            <a:chOff x="1066647" y="1828800"/>
            <a:chExt cx="10058400" cy="31546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828800"/>
              <a:ext cx="10058400" cy="640080"/>
            </a:xfrm>
            <a:prstGeom prst="roundRect">
              <a:avLst>
                <a:gd name="adj" fmla="val 12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40967" y="1828800"/>
              <a:ext cx="95097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성과 요약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66647" y="2606040"/>
              <a:ext cx="10058400" cy="237744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66647" y="3108960"/>
              <a:ext cx="5029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66647" y="4251960"/>
              <a:ext cx="5029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0958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095847" y="3108960"/>
              <a:ext cx="5029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95847" y="4251960"/>
              <a:ext cx="5029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그룹라벨+숫자묶음 · 3카드 · purple_600</a:t>
            </a:r>
          </a:p>
        </p:txBody>
      </p:sp>
      <p:grpSp>
        <p:nvGrpSpPr>
          <p:cNvPr id="15" name="asset:KPI-184"/>
          <p:cNvGrpSpPr/>
          <p:nvPr/>
        </p:nvGrpSpPr>
        <p:grpSpPr>
          <a:xfrm>
            <a:off x="1066647" y="1828800"/>
            <a:ext cx="10058400" cy="3154680"/>
            <a:chOff x="1066647" y="1828800"/>
            <a:chExt cx="10058400" cy="31546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828800"/>
              <a:ext cx="10058400" cy="640080"/>
            </a:xfrm>
            <a:prstGeom prst="roundRect">
              <a:avLst>
                <a:gd name="adj" fmla="val 12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40967" y="1828800"/>
              <a:ext cx="95097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성과 요약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66647" y="2606040"/>
              <a:ext cx="10058400" cy="237744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66647" y="3108960"/>
              <a:ext cx="33528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66647" y="4251960"/>
              <a:ext cx="3352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4194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19447" y="3108960"/>
              <a:ext cx="33528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419447" y="4251960"/>
              <a:ext cx="3352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7722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772247" y="3108960"/>
              <a:ext cx="33528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772247" y="4251960"/>
              <a:ext cx="3352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그룹라벨+숫자묶음 · 4카드 · navy_600</a:t>
            </a:r>
          </a:p>
        </p:txBody>
      </p:sp>
      <p:grpSp>
        <p:nvGrpSpPr>
          <p:cNvPr id="18" name="asset:KPI-185"/>
          <p:cNvGrpSpPr/>
          <p:nvPr/>
        </p:nvGrpSpPr>
        <p:grpSpPr>
          <a:xfrm>
            <a:off x="1066647" y="1828800"/>
            <a:ext cx="10058400" cy="3154680"/>
            <a:chOff x="1066647" y="1828800"/>
            <a:chExt cx="10058400" cy="31546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828800"/>
              <a:ext cx="10058400" cy="640080"/>
            </a:xfrm>
            <a:prstGeom prst="roundRect">
              <a:avLst>
                <a:gd name="adj" fmla="val 1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40967" y="1828800"/>
              <a:ext cx="95097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성과 요약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66647" y="2606040"/>
              <a:ext cx="10058400" cy="237744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66647" y="3108960"/>
              <a:ext cx="2514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66647" y="4251960"/>
              <a:ext cx="25146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5812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81247" y="3108960"/>
              <a:ext cx="2514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81247" y="4251960"/>
              <a:ext cx="25146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958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095847" y="3108960"/>
              <a:ext cx="2514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095847" y="4251960"/>
              <a:ext cx="25146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6104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610447" y="3108960"/>
              <a:ext cx="2514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610447" y="4251960"/>
              <a:ext cx="25146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그룹라벨+숫자묶음 · 5카드 · navy_800</a:t>
            </a:r>
          </a:p>
        </p:txBody>
      </p:sp>
      <p:grpSp>
        <p:nvGrpSpPr>
          <p:cNvPr id="21" name="asset:KPI-186"/>
          <p:cNvGrpSpPr/>
          <p:nvPr/>
        </p:nvGrpSpPr>
        <p:grpSpPr>
          <a:xfrm>
            <a:off x="1066647" y="1828800"/>
            <a:ext cx="10058400" cy="3154680"/>
            <a:chOff x="1066647" y="1828800"/>
            <a:chExt cx="10058400" cy="31546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828800"/>
              <a:ext cx="10058400" cy="640080"/>
            </a:xfrm>
            <a:prstGeom prst="roundRect">
              <a:avLst>
                <a:gd name="adj" fmla="val 1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40967" y="1828800"/>
              <a:ext cx="95097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성과 요약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66647" y="2606040"/>
              <a:ext cx="10058400" cy="237744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6664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6664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7832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7832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7832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09000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09000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09000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10168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10168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10168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911336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13367" y="3108960"/>
              <a:ext cx="20116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13367" y="42519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그룹라벨+숫자묶음 · 2카드 · blue_500</a:t>
            </a:r>
          </a:p>
        </p:txBody>
      </p:sp>
      <p:grpSp>
        <p:nvGrpSpPr>
          <p:cNvPr id="12" name="asset:KPI-187"/>
          <p:cNvGrpSpPr/>
          <p:nvPr/>
        </p:nvGrpSpPr>
        <p:grpSpPr>
          <a:xfrm>
            <a:off x="1066647" y="1828800"/>
            <a:ext cx="10058400" cy="3154680"/>
            <a:chOff x="1066647" y="1828800"/>
            <a:chExt cx="10058400" cy="31546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828800"/>
              <a:ext cx="10058400" cy="640080"/>
            </a:xfrm>
            <a:prstGeom prst="roundRect">
              <a:avLst>
                <a:gd name="adj" fmla="val 12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40967" y="1828800"/>
              <a:ext cx="95097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성과 요약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66647" y="2606040"/>
              <a:ext cx="10058400" cy="237744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66647" y="3108960"/>
              <a:ext cx="5029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66647" y="4251960"/>
              <a:ext cx="5029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095847" y="2971800"/>
              <a:ext cx="18288" cy="164592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095847" y="3108960"/>
              <a:ext cx="5029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95847" y="4251960"/>
              <a:ext cx="5029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