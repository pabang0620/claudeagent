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2카드 · blue_500</a:t>
            </a:r>
          </a:p>
        </p:txBody>
      </p:sp>
      <p:grpSp>
        <p:nvGrpSpPr>
          <p:cNvPr id="12" name="asset:KPI-162"/>
          <p:cNvGrpSpPr/>
          <p:nvPr/>
        </p:nvGrpSpPr>
        <p:grpSpPr>
          <a:xfrm>
            <a:off x="1981047" y="1737360"/>
            <a:ext cx="8229599" cy="1371600"/>
            <a:chOff x="1981047" y="1737360"/>
            <a:chExt cx="8229599" cy="137160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3카드 · teal_500</a:t>
            </a:r>
          </a:p>
        </p:txBody>
      </p:sp>
      <p:grpSp>
        <p:nvGrpSpPr>
          <p:cNvPr id="16" name="asset:KPI-163"/>
          <p:cNvGrpSpPr/>
          <p:nvPr/>
        </p:nvGrpSpPr>
        <p:grpSpPr>
          <a:xfrm>
            <a:off x="1981047" y="1737360"/>
            <a:ext cx="8229599" cy="3017520"/>
            <a:chOff x="1981047" y="1737360"/>
            <a:chExt cx="8229599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4카드 · cyan_500</a:t>
            </a:r>
          </a:p>
        </p:txBody>
      </p:sp>
      <p:grpSp>
        <p:nvGrpSpPr>
          <p:cNvPr id="20" name="asset:KPI-164"/>
          <p:cNvGrpSpPr/>
          <p:nvPr/>
        </p:nvGrpSpPr>
        <p:grpSpPr>
          <a:xfrm>
            <a:off x="1981047" y="1737360"/>
            <a:ext cx="8229599" cy="3017520"/>
            <a:chOff x="1981047" y="1737360"/>
            <a:chExt cx="8229599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300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33007" y="3383280"/>
              <a:ext cx="3977639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732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732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5카드 · purple_600</a:t>
            </a:r>
          </a:p>
        </p:txBody>
      </p:sp>
      <p:grpSp>
        <p:nvGrpSpPr>
          <p:cNvPr id="24" name="asset:KPI-165"/>
          <p:cNvGrpSpPr/>
          <p:nvPr/>
        </p:nvGrpSpPr>
        <p:grpSpPr>
          <a:xfrm>
            <a:off x="1981047" y="1737360"/>
            <a:ext cx="8229599" cy="4663440"/>
            <a:chOff x="1981047" y="1737360"/>
            <a:chExt cx="8229599" cy="466344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300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33007" y="338328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732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732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81047" y="502920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81047" y="502920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55367" y="528523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55367" y="589788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2카드 · navy_600</a:t>
            </a:r>
          </a:p>
        </p:txBody>
      </p:sp>
      <p:grpSp>
        <p:nvGrpSpPr>
          <p:cNvPr id="12" name="asset:KPI-166"/>
          <p:cNvGrpSpPr/>
          <p:nvPr/>
        </p:nvGrpSpPr>
        <p:grpSpPr>
          <a:xfrm>
            <a:off x="1981047" y="1737360"/>
            <a:ext cx="8229599" cy="1371600"/>
            <a:chOff x="1981047" y="1737360"/>
            <a:chExt cx="8229599" cy="137160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3카드 · navy_800</a:t>
            </a:r>
          </a:p>
        </p:txBody>
      </p:sp>
      <p:grpSp>
        <p:nvGrpSpPr>
          <p:cNvPr id="16" name="asset:KPI-167"/>
          <p:cNvGrpSpPr/>
          <p:nvPr/>
        </p:nvGrpSpPr>
        <p:grpSpPr>
          <a:xfrm>
            <a:off x="1981047" y="1737360"/>
            <a:ext cx="8229599" cy="3017520"/>
            <a:chOff x="1981047" y="1737360"/>
            <a:chExt cx="8229599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4카드 · blue_500</a:t>
            </a:r>
          </a:p>
        </p:txBody>
      </p:sp>
      <p:grpSp>
        <p:nvGrpSpPr>
          <p:cNvPr id="20" name="asset:KPI-168"/>
          <p:cNvGrpSpPr/>
          <p:nvPr/>
        </p:nvGrpSpPr>
        <p:grpSpPr>
          <a:xfrm>
            <a:off x="1981047" y="1737360"/>
            <a:ext cx="8229599" cy="3017520"/>
            <a:chOff x="1981047" y="1737360"/>
            <a:chExt cx="8229599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300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33007" y="338328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732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732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5카드 · teal_500</a:t>
            </a:r>
          </a:p>
        </p:txBody>
      </p:sp>
      <p:grpSp>
        <p:nvGrpSpPr>
          <p:cNvPr id="24" name="asset:KPI-169"/>
          <p:cNvGrpSpPr/>
          <p:nvPr/>
        </p:nvGrpSpPr>
        <p:grpSpPr>
          <a:xfrm>
            <a:off x="1981047" y="1737360"/>
            <a:ext cx="8229599" cy="4663440"/>
            <a:chOff x="1981047" y="1737360"/>
            <a:chExt cx="8229599" cy="466344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300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33007" y="338328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732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732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81047" y="502920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81047" y="5029200"/>
              <a:ext cx="3977639" cy="10972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55367" y="528523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55367" y="589788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2카드 · cyan_500</a:t>
            </a:r>
          </a:p>
        </p:txBody>
      </p:sp>
      <p:grpSp>
        <p:nvGrpSpPr>
          <p:cNvPr id="12" name="asset:KPI-170"/>
          <p:cNvGrpSpPr/>
          <p:nvPr/>
        </p:nvGrpSpPr>
        <p:grpSpPr>
          <a:xfrm>
            <a:off x="1981047" y="1737360"/>
            <a:ext cx="8229599" cy="1371600"/>
            <a:chOff x="1981047" y="1737360"/>
            <a:chExt cx="8229599" cy="137160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3카드 · purple_600</a:t>
            </a:r>
          </a:p>
        </p:txBody>
      </p:sp>
      <p:grpSp>
        <p:nvGrpSpPr>
          <p:cNvPr id="16" name="asset:KPI-171"/>
          <p:cNvGrpSpPr/>
          <p:nvPr/>
        </p:nvGrpSpPr>
        <p:grpSpPr>
          <a:xfrm>
            <a:off x="1981047" y="1737360"/>
            <a:ext cx="8229599" cy="3017520"/>
            <a:chOff x="1981047" y="1737360"/>
            <a:chExt cx="8229599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4카드 · navy_600</a:t>
            </a:r>
          </a:p>
        </p:txBody>
      </p:sp>
      <p:grpSp>
        <p:nvGrpSpPr>
          <p:cNvPr id="20" name="asset:KPI-172"/>
          <p:cNvGrpSpPr/>
          <p:nvPr/>
        </p:nvGrpSpPr>
        <p:grpSpPr>
          <a:xfrm>
            <a:off x="1981047" y="1737360"/>
            <a:ext cx="8229599" cy="3017520"/>
            <a:chOff x="1981047" y="1737360"/>
            <a:chExt cx="8229599" cy="301752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300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33007" y="3383280"/>
              <a:ext cx="3977639" cy="109728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732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732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5카드 · navy_800</a:t>
            </a:r>
          </a:p>
        </p:txBody>
      </p:sp>
      <p:grpSp>
        <p:nvGrpSpPr>
          <p:cNvPr id="24" name="asset:KPI-173"/>
          <p:cNvGrpSpPr/>
          <p:nvPr/>
        </p:nvGrpSpPr>
        <p:grpSpPr>
          <a:xfrm>
            <a:off x="1981047" y="1737360"/>
            <a:ext cx="8229599" cy="4663440"/>
            <a:chOff x="1981047" y="1737360"/>
            <a:chExt cx="8229599" cy="466344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98104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1047" y="338328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5536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5536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233007" y="338328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233007" y="338328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7327" y="363931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07327" y="425196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81047" y="502920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81047" y="5029200"/>
              <a:ext cx="3977639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55367" y="5285232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55367" y="5897880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4분할 대시보드 · 2카드 · blue_500</a:t>
            </a:r>
          </a:p>
        </p:txBody>
      </p:sp>
      <p:grpSp>
        <p:nvGrpSpPr>
          <p:cNvPr id="12" name="asset:KPI-174"/>
          <p:cNvGrpSpPr/>
          <p:nvPr/>
        </p:nvGrpSpPr>
        <p:grpSpPr>
          <a:xfrm>
            <a:off x="1981047" y="1737360"/>
            <a:ext cx="8229599" cy="1371600"/>
            <a:chOff x="1981047" y="1737360"/>
            <a:chExt cx="8229599" cy="1371600"/>
          </a:xfrm>
        </p:grpSpPr>
        <p:sp>
          <p:nvSpPr>
            <p:cNvPr id="4" name="Rounded Rectangle 3"/>
            <p:cNvSpPr/>
            <p:nvPr/>
          </p:nvSpPr>
          <p:spPr>
            <a:xfrm>
              <a:off x="198104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981047" y="173736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5536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536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3007" y="1737360"/>
              <a:ext cx="3977639" cy="13716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33007" y="1737360"/>
              <a:ext cx="3977639" cy="10972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07327" y="1993391"/>
              <a:ext cx="3428999" cy="73152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7327" y="2606039"/>
              <a:ext cx="3428999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