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KPI-019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채움 카드 세트 · 2카드 · blue_500</a:t>
            </a:r>
          </a:p>
        </p:txBody>
      </p:sp>
      <p:grpSp>
        <p:nvGrpSpPr>
          <p:cNvPr id="10" name="asset:KPI-019"/>
          <p:cNvGrpSpPr/>
          <p:nvPr/>
        </p:nvGrpSpPr>
        <p:grpSpPr>
          <a:xfrm>
            <a:off x="838047" y="1920240"/>
            <a:ext cx="10515600" cy="2560320"/>
            <a:chOff x="838047" y="1920240"/>
            <a:chExt cx="10515600" cy="2560320"/>
          </a:xfrm>
        </p:grpSpPr>
        <p:sp>
          <p:nvSpPr>
            <p:cNvPr id="4" name="Rounded Rectangle 3"/>
            <p:cNvSpPr/>
            <p:nvPr/>
          </p:nvSpPr>
          <p:spPr>
            <a:xfrm>
              <a:off x="838047" y="1920240"/>
              <a:ext cx="5074920" cy="2560320"/>
            </a:xfrm>
            <a:prstGeom prst="roundRect">
              <a:avLst>
                <a:gd name="adj" fmla="val 8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38047" y="2423160"/>
              <a:ext cx="507492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5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929487" y="3703320"/>
              <a:ext cx="489204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6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278727" y="1920240"/>
              <a:ext cx="5074920" cy="2560320"/>
            </a:xfrm>
            <a:prstGeom prst="roundRect">
              <a:avLst>
                <a:gd name="adj" fmla="val 8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278727" y="2423160"/>
              <a:ext cx="507492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5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370167" y="3703320"/>
              <a:ext cx="489204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6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KPI-020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채움 카드 세트 · 3카드 · teal_500</a:t>
            </a:r>
          </a:p>
        </p:txBody>
      </p:sp>
      <p:grpSp>
        <p:nvGrpSpPr>
          <p:cNvPr id="13" name="asset:KPI-020"/>
          <p:cNvGrpSpPr/>
          <p:nvPr/>
        </p:nvGrpSpPr>
        <p:grpSpPr>
          <a:xfrm>
            <a:off x="838047" y="1920240"/>
            <a:ext cx="10515600" cy="2560320"/>
            <a:chOff x="838047" y="1920240"/>
            <a:chExt cx="10515600" cy="2560320"/>
          </a:xfrm>
        </p:grpSpPr>
        <p:sp>
          <p:nvSpPr>
            <p:cNvPr id="4" name="Rounded Rectangle 3"/>
            <p:cNvSpPr/>
            <p:nvPr/>
          </p:nvSpPr>
          <p:spPr>
            <a:xfrm>
              <a:off x="838047" y="1920240"/>
              <a:ext cx="3261360" cy="2560320"/>
            </a:xfrm>
            <a:prstGeom prst="roundRect">
              <a:avLst>
                <a:gd name="adj" fmla="val 8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38047" y="2423160"/>
              <a:ext cx="326136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5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929487" y="3703320"/>
              <a:ext cx="3078479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4465167" y="1920240"/>
              <a:ext cx="3261360" cy="2560320"/>
            </a:xfrm>
            <a:prstGeom prst="roundRect">
              <a:avLst>
                <a:gd name="adj" fmla="val 8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465167" y="2423160"/>
              <a:ext cx="326136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5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556607" y="3703320"/>
              <a:ext cx="3078479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8092287" y="1920240"/>
              <a:ext cx="3261360" cy="2560320"/>
            </a:xfrm>
            <a:prstGeom prst="roundRect">
              <a:avLst>
                <a:gd name="adj" fmla="val 8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092287" y="2423160"/>
              <a:ext cx="326136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15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183727" y="3703320"/>
              <a:ext cx="3078479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KPI-021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채움 카드 세트 · 4카드 · cyan_500</a:t>
            </a:r>
          </a:p>
        </p:txBody>
      </p:sp>
      <p:grpSp>
        <p:nvGrpSpPr>
          <p:cNvPr id="16" name="asset:KPI-021"/>
          <p:cNvGrpSpPr/>
          <p:nvPr/>
        </p:nvGrpSpPr>
        <p:grpSpPr>
          <a:xfrm>
            <a:off x="838047" y="1920240"/>
            <a:ext cx="10515600" cy="2560320"/>
            <a:chOff x="838047" y="1920240"/>
            <a:chExt cx="10515600" cy="2560320"/>
          </a:xfrm>
        </p:grpSpPr>
        <p:sp>
          <p:nvSpPr>
            <p:cNvPr id="4" name="Rounded Rectangle 3"/>
            <p:cNvSpPr/>
            <p:nvPr/>
          </p:nvSpPr>
          <p:spPr>
            <a:xfrm>
              <a:off x="838047" y="1920240"/>
              <a:ext cx="2354580" cy="2560320"/>
            </a:xfrm>
            <a:prstGeom prst="roundRect">
              <a:avLst>
                <a:gd name="adj" fmla="val 8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38047" y="2423160"/>
              <a:ext cx="235458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5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929487" y="3703320"/>
              <a:ext cx="217170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4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558387" y="1920240"/>
              <a:ext cx="2354580" cy="2560320"/>
            </a:xfrm>
            <a:prstGeom prst="roundRect">
              <a:avLst>
                <a:gd name="adj" fmla="val 8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558387" y="2423160"/>
              <a:ext cx="235458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5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649827" y="3703320"/>
              <a:ext cx="217170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4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6278727" y="1920240"/>
              <a:ext cx="2354580" cy="2560320"/>
            </a:xfrm>
            <a:prstGeom prst="roundRect">
              <a:avLst>
                <a:gd name="adj" fmla="val 8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278727" y="2423160"/>
              <a:ext cx="235458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15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370167" y="3703320"/>
              <a:ext cx="217170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4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8999067" y="1920240"/>
              <a:ext cx="2354580" cy="2560320"/>
            </a:xfrm>
            <a:prstGeom prst="roundRect">
              <a:avLst>
                <a:gd name="adj" fmla="val 8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999067" y="2423160"/>
              <a:ext cx="235458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4.6</a:t>
              </a:r>
              <a:r>
                <a:rPr sz="15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 점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9090507" y="3703320"/>
              <a:ext cx="217170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4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이용자 만족도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채움 카드 세트 · 5카드 · purple_600</a:t>
            </a:r>
          </a:p>
        </p:txBody>
      </p:sp>
      <p:grpSp>
        <p:nvGrpSpPr>
          <p:cNvPr id="19" name="asset:KPI-022"/>
          <p:cNvGrpSpPr/>
          <p:nvPr/>
        </p:nvGrpSpPr>
        <p:grpSpPr>
          <a:xfrm>
            <a:off x="838047" y="1920240"/>
            <a:ext cx="10515600" cy="2560320"/>
            <a:chOff x="838047" y="1920240"/>
            <a:chExt cx="10515600" cy="2560320"/>
          </a:xfrm>
        </p:grpSpPr>
        <p:sp>
          <p:nvSpPr>
            <p:cNvPr id="4" name="Rounded Rectangle 3"/>
            <p:cNvSpPr/>
            <p:nvPr/>
          </p:nvSpPr>
          <p:spPr>
            <a:xfrm>
              <a:off x="838047" y="1920240"/>
              <a:ext cx="1810512" cy="2560320"/>
            </a:xfrm>
            <a:prstGeom prst="roundRect">
              <a:avLst>
                <a:gd name="adj" fmla="val 8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38047" y="2423160"/>
              <a:ext cx="1810512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8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5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929487" y="3703320"/>
              <a:ext cx="1627632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014319" y="1920240"/>
              <a:ext cx="1810512" cy="2560320"/>
            </a:xfrm>
            <a:prstGeom prst="roundRect">
              <a:avLst>
                <a:gd name="adj" fmla="val 8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014319" y="2423160"/>
              <a:ext cx="1810512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8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5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105759" y="3703320"/>
              <a:ext cx="1627632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5190591" y="1920240"/>
              <a:ext cx="1810512" cy="2560320"/>
            </a:xfrm>
            <a:prstGeom prst="roundRect">
              <a:avLst>
                <a:gd name="adj" fmla="val 8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190591" y="2423160"/>
              <a:ext cx="1810512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8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15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282031" y="3703320"/>
              <a:ext cx="1627632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7366863" y="1920240"/>
              <a:ext cx="1810512" cy="2560320"/>
            </a:xfrm>
            <a:prstGeom prst="roundRect">
              <a:avLst>
                <a:gd name="adj" fmla="val 8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366863" y="2423160"/>
              <a:ext cx="1810512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8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4.6</a:t>
              </a:r>
              <a:r>
                <a:rPr sz="15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 점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458303" y="3703320"/>
              <a:ext cx="1627632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이용자 만족도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9543135" y="1920240"/>
              <a:ext cx="1810512" cy="2560320"/>
            </a:xfrm>
            <a:prstGeom prst="roundRect">
              <a:avLst>
                <a:gd name="adj" fmla="val 8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9543135" y="2423160"/>
              <a:ext cx="1810512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8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95</a:t>
              </a:r>
              <a:r>
                <a:rPr sz="15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9634575" y="3703320"/>
              <a:ext cx="1627632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목표 달성률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KPI-023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채움 카드 세트 · 2카드 · navy_600</a:t>
            </a:r>
          </a:p>
        </p:txBody>
      </p:sp>
      <p:grpSp>
        <p:nvGrpSpPr>
          <p:cNvPr id="10" name="asset:KPI-023"/>
          <p:cNvGrpSpPr/>
          <p:nvPr/>
        </p:nvGrpSpPr>
        <p:grpSpPr>
          <a:xfrm>
            <a:off x="838047" y="1920240"/>
            <a:ext cx="10515600" cy="2560320"/>
            <a:chOff x="838047" y="1920240"/>
            <a:chExt cx="10515600" cy="2560320"/>
          </a:xfrm>
        </p:grpSpPr>
        <p:sp>
          <p:nvSpPr>
            <p:cNvPr id="4" name="Rounded Rectangle 3"/>
            <p:cNvSpPr/>
            <p:nvPr/>
          </p:nvSpPr>
          <p:spPr>
            <a:xfrm>
              <a:off x="838047" y="1920240"/>
              <a:ext cx="5074920" cy="2560320"/>
            </a:xfrm>
            <a:prstGeom prst="roundRect">
              <a:avLst>
                <a:gd name="adj" fmla="val 8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38047" y="2423160"/>
              <a:ext cx="507492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5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929487" y="3703320"/>
              <a:ext cx="489204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6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278727" y="1920240"/>
              <a:ext cx="5074920" cy="2560320"/>
            </a:xfrm>
            <a:prstGeom prst="roundRect">
              <a:avLst>
                <a:gd name="adj" fmla="val 8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278727" y="2423160"/>
              <a:ext cx="507492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5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370167" y="3703320"/>
              <a:ext cx="489204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6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KPI-024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채움 카드 세트 · 3카드 · navy_800</a:t>
            </a:r>
          </a:p>
        </p:txBody>
      </p:sp>
      <p:grpSp>
        <p:nvGrpSpPr>
          <p:cNvPr id="13" name="asset:KPI-024"/>
          <p:cNvGrpSpPr/>
          <p:nvPr/>
        </p:nvGrpSpPr>
        <p:grpSpPr>
          <a:xfrm>
            <a:off x="838047" y="1920240"/>
            <a:ext cx="10515600" cy="2560320"/>
            <a:chOff x="838047" y="1920240"/>
            <a:chExt cx="10515600" cy="2560320"/>
          </a:xfrm>
        </p:grpSpPr>
        <p:sp>
          <p:nvSpPr>
            <p:cNvPr id="4" name="Rounded Rectangle 3"/>
            <p:cNvSpPr/>
            <p:nvPr/>
          </p:nvSpPr>
          <p:spPr>
            <a:xfrm>
              <a:off x="838047" y="1920240"/>
              <a:ext cx="3261360" cy="2560320"/>
            </a:xfrm>
            <a:prstGeom prst="roundRect">
              <a:avLst>
                <a:gd name="adj" fmla="val 8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38047" y="2423160"/>
              <a:ext cx="326136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5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929487" y="3703320"/>
              <a:ext cx="3078479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4465167" y="1920240"/>
              <a:ext cx="3261360" cy="2560320"/>
            </a:xfrm>
            <a:prstGeom prst="roundRect">
              <a:avLst>
                <a:gd name="adj" fmla="val 8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465167" y="2423160"/>
              <a:ext cx="326136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5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556607" y="3703320"/>
              <a:ext cx="3078479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8092287" y="1920240"/>
              <a:ext cx="3261360" cy="2560320"/>
            </a:xfrm>
            <a:prstGeom prst="roundRect">
              <a:avLst>
                <a:gd name="adj" fmla="val 8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092287" y="2423160"/>
              <a:ext cx="326136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15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183727" y="3703320"/>
              <a:ext cx="3078479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채움 카드 세트 · 4카드 · blue_500</a:t>
            </a:r>
          </a:p>
        </p:txBody>
      </p:sp>
      <p:grpSp>
        <p:nvGrpSpPr>
          <p:cNvPr id="16" name="asset:KPI-025"/>
          <p:cNvGrpSpPr/>
          <p:nvPr/>
        </p:nvGrpSpPr>
        <p:grpSpPr>
          <a:xfrm>
            <a:off x="838047" y="1920240"/>
            <a:ext cx="10515600" cy="2560320"/>
            <a:chOff x="838047" y="1920240"/>
            <a:chExt cx="10515600" cy="2560320"/>
          </a:xfrm>
        </p:grpSpPr>
        <p:sp>
          <p:nvSpPr>
            <p:cNvPr id="4" name="Rounded Rectangle 3"/>
            <p:cNvSpPr/>
            <p:nvPr/>
          </p:nvSpPr>
          <p:spPr>
            <a:xfrm>
              <a:off x="838047" y="1920240"/>
              <a:ext cx="2354580" cy="2560320"/>
            </a:xfrm>
            <a:prstGeom prst="roundRect">
              <a:avLst>
                <a:gd name="adj" fmla="val 8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38047" y="2423160"/>
              <a:ext cx="235458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5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929487" y="3703320"/>
              <a:ext cx="217170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4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558387" y="1920240"/>
              <a:ext cx="2354580" cy="2560320"/>
            </a:xfrm>
            <a:prstGeom prst="roundRect">
              <a:avLst>
                <a:gd name="adj" fmla="val 8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558387" y="2423160"/>
              <a:ext cx="235458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5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649827" y="3703320"/>
              <a:ext cx="217170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4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6278727" y="1920240"/>
              <a:ext cx="2354580" cy="2560320"/>
            </a:xfrm>
            <a:prstGeom prst="roundRect">
              <a:avLst>
                <a:gd name="adj" fmla="val 8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278727" y="2423160"/>
              <a:ext cx="235458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15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370167" y="3703320"/>
              <a:ext cx="217170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4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8999067" y="1920240"/>
              <a:ext cx="2354580" cy="2560320"/>
            </a:xfrm>
            <a:prstGeom prst="roundRect">
              <a:avLst>
                <a:gd name="adj" fmla="val 8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999067" y="2423160"/>
              <a:ext cx="235458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4.6</a:t>
              </a:r>
              <a:r>
                <a:rPr sz="15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 점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9090507" y="3703320"/>
              <a:ext cx="217170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4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이용자 만족도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채움 카드 세트 · 5카드 · teal_500</a:t>
            </a:r>
          </a:p>
        </p:txBody>
      </p:sp>
      <p:grpSp>
        <p:nvGrpSpPr>
          <p:cNvPr id="19" name="asset:KPI-026"/>
          <p:cNvGrpSpPr/>
          <p:nvPr/>
        </p:nvGrpSpPr>
        <p:grpSpPr>
          <a:xfrm>
            <a:off x="838047" y="1920240"/>
            <a:ext cx="10515600" cy="2560320"/>
            <a:chOff x="838047" y="1920240"/>
            <a:chExt cx="10515600" cy="2560320"/>
          </a:xfrm>
        </p:grpSpPr>
        <p:sp>
          <p:nvSpPr>
            <p:cNvPr id="4" name="Rounded Rectangle 3"/>
            <p:cNvSpPr/>
            <p:nvPr/>
          </p:nvSpPr>
          <p:spPr>
            <a:xfrm>
              <a:off x="838047" y="1920240"/>
              <a:ext cx="1810512" cy="2560320"/>
            </a:xfrm>
            <a:prstGeom prst="roundRect">
              <a:avLst>
                <a:gd name="adj" fmla="val 8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38047" y="2423160"/>
              <a:ext cx="1810512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8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5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929487" y="3703320"/>
              <a:ext cx="1627632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014319" y="1920240"/>
              <a:ext cx="1810512" cy="2560320"/>
            </a:xfrm>
            <a:prstGeom prst="roundRect">
              <a:avLst>
                <a:gd name="adj" fmla="val 8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014319" y="2423160"/>
              <a:ext cx="1810512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8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5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105759" y="3703320"/>
              <a:ext cx="1627632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5190591" y="1920240"/>
              <a:ext cx="1810512" cy="2560320"/>
            </a:xfrm>
            <a:prstGeom prst="roundRect">
              <a:avLst>
                <a:gd name="adj" fmla="val 8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190591" y="2423160"/>
              <a:ext cx="1810512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8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15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282031" y="3703320"/>
              <a:ext cx="1627632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7366863" y="1920240"/>
              <a:ext cx="1810512" cy="2560320"/>
            </a:xfrm>
            <a:prstGeom prst="roundRect">
              <a:avLst>
                <a:gd name="adj" fmla="val 8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366863" y="2423160"/>
              <a:ext cx="1810512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8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4.6</a:t>
              </a:r>
              <a:r>
                <a:rPr sz="15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 점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458303" y="3703320"/>
              <a:ext cx="1627632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이용자 만족도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9543135" y="1920240"/>
              <a:ext cx="1810512" cy="2560320"/>
            </a:xfrm>
            <a:prstGeom prst="roundRect">
              <a:avLst>
                <a:gd name="adj" fmla="val 8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9543135" y="2423160"/>
              <a:ext cx="1810512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8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95</a:t>
              </a:r>
              <a:r>
                <a:rPr sz="15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9634575" y="3703320"/>
              <a:ext cx="1627632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목표 달성률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KPI-027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채움 카드 세트 · 2카드 · cyan_500</a:t>
            </a:r>
          </a:p>
        </p:txBody>
      </p:sp>
      <p:grpSp>
        <p:nvGrpSpPr>
          <p:cNvPr id="10" name="asset:KPI-027"/>
          <p:cNvGrpSpPr/>
          <p:nvPr/>
        </p:nvGrpSpPr>
        <p:grpSpPr>
          <a:xfrm>
            <a:off x="838047" y="1920240"/>
            <a:ext cx="10515600" cy="2560320"/>
            <a:chOff x="838047" y="1920240"/>
            <a:chExt cx="10515600" cy="2560320"/>
          </a:xfrm>
        </p:grpSpPr>
        <p:sp>
          <p:nvSpPr>
            <p:cNvPr id="4" name="Rounded Rectangle 3"/>
            <p:cNvSpPr/>
            <p:nvPr/>
          </p:nvSpPr>
          <p:spPr>
            <a:xfrm>
              <a:off x="838047" y="1920240"/>
              <a:ext cx="5074920" cy="2560320"/>
            </a:xfrm>
            <a:prstGeom prst="roundRect">
              <a:avLst>
                <a:gd name="adj" fmla="val 8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38047" y="2423160"/>
              <a:ext cx="507492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5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929487" y="3703320"/>
              <a:ext cx="489204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6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278727" y="1920240"/>
              <a:ext cx="5074920" cy="2560320"/>
            </a:xfrm>
            <a:prstGeom prst="roundRect">
              <a:avLst>
                <a:gd name="adj" fmla="val 8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278727" y="2423160"/>
              <a:ext cx="507492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5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370167" y="3703320"/>
              <a:ext cx="489204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6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KPI-028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채움 카드 세트 · 3카드 · purple_600</a:t>
            </a:r>
          </a:p>
        </p:txBody>
      </p:sp>
      <p:grpSp>
        <p:nvGrpSpPr>
          <p:cNvPr id="13" name="asset:KPI-028"/>
          <p:cNvGrpSpPr/>
          <p:nvPr/>
        </p:nvGrpSpPr>
        <p:grpSpPr>
          <a:xfrm>
            <a:off x="838047" y="1920240"/>
            <a:ext cx="10515600" cy="2560320"/>
            <a:chOff x="838047" y="1920240"/>
            <a:chExt cx="10515600" cy="2560320"/>
          </a:xfrm>
        </p:grpSpPr>
        <p:sp>
          <p:nvSpPr>
            <p:cNvPr id="4" name="Rounded Rectangle 3"/>
            <p:cNvSpPr/>
            <p:nvPr/>
          </p:nvSpPr>
          <p:spPr>
            <a:xfrm>
              <a:off x="838047" y="1920240"/>
              <a:ext cx="3261360" cy="2560320"/>
            </a:xfrm>
            <a:prstGeom prst="roundRect">
              <a:avLst>
                <a:gd name="adj" fmla="val 8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38047" y="2423160"/>
              <a:ext cx="326136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5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929487" y="3703320"/>
              <a:ext cx="3078479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4465167" y="1920240"/>
              <a:ext cx="3261360" cy="2560320"/>
            </a:xfrm>
            <a:prstGeom prst="roundRect">
              <a:avLst>
                <a:gd name="adj" fmla="val 8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465167" y="2423160"/>
              <a:ext cx="326136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5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556607" y="3703320"/>
              <a:ext cx="3078479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8092287" y="1920240"/>
              <a:ext cx="3261360" cy="2560320"/>
            </a:xfrm>
            <a:prstGeom prst="roundRect">
              <a:avLst>
                <a:gd name="adj" fmla="val 8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092287" y="2423160"/>
              <a:ext cx="326136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15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183727" y="3703320"/>
              <a:ext cx="3078479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KPI-029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채움 카드 세트 · 4카드 · navy_600</a:t>
            </a:r>
          </a:p>
        </p:txBody>
      </p:sp>
      <p:grpSp>
        <p:nvGrpSpPr>
          <p:cNvPr id="16" name="asset:KPI-029"/>
          <p:cNvGrpSpPr/>
          <p:nvPr/>
        </p:nvGrpSpPr>
        <p:grpSpPr>
          <a:xfrm>
            <a:off x="838047" y="1920240"/>
            <a:ext cx="10515600" cy="2560320"/>
            <a:chOff x="838047" y="1920240"/>
            <a:chExt cx="10515600" cy="2560320"/>
          </a:xfrm>
        </p:grpSpPr>
        <p:sp>
          <p:nvSpPr>
            <p:cNvPr id="4" name="Rounded Rectangle 3"/>
            <p:cNvSpPr/>
            <p:nvPr/>
          </p:nvSpPr>
          <p:spPr>
            <a:xfrm>
              <a:off x="838047" y="1920240"/>
              <a:ext cx="2354580" cy="2560320"/>
            </a:xfrm>
            <a:prstGeom prst="roundRect">
              <a:avLst>
                <a:gd name="adj" fmla="val 8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38047" y="2423160"/>
              <a:ext cx="235458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5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929487" y="3703320"/>
              <a:ext cx="217170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4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558387" y="1920240"/>
              <a:ext cx="2354580" cy="2560320"/>
            </a:xfrm>
            <a:prstGeom prst="roundRect">
              <a:avLst>
                <a:gd name="adj" fmla="val 8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558387" y="2423160"/>
              <a:ext cx="235458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5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649827" y="3703320"/>
              <a:ext cx="217170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4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6278727" y="1920240"/>
              <a:ext cx="2354580" cy="2560320"/>
            </a:xfrm>
            <a:prstGeom prst="roundRect">
              <a:avLst>
                <a:gd name="adj" fmla="val 8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278727" y="2423160"/>
              <a:ext cx="235458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15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370167" y="3703320"/>
              <a:ext cx="217170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4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8999067" y="1920240"/>
              <a:ext cx="2354580" cy="2560320"/>
            </a:xfrm>
            <a:prstGeom prst="roundRect">
              <a:avLst>
                <a:gd name="adj" fmla="val 8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999067" y="2423160"/>
              <a:ext cx="235458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4.6</a:t>
              </a:r>
              <a:r>
                <a:rPr sz="15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 점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9090507" y="3703320"/>
              <a:ext cx="217170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4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이용자 만족도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KPI-030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채움 카드 세트 · 5카드 · navy_800</a:t>
            </a:r>
          </a:p>
        </p:txBody>
      </p:sp>
      <p:grpSp>
        <p:nvGrpSpPr>
          <p:cNvPr id="19" name="asset:KPI-030"/>
          <p:cNvGrpSpPr/>
          <p:nvPr/>
        </p:nvGrpSpPr>
        <p:grpSpPr>
          <a:xfrm>
            <a:off x="838047" y="1920240"/>
            <a:ext cx="10515600" cy="2560320"/>
            <a:chOff x="838047" y="1920240"/>
            <a:chExt cx="10515600" cy="2560320"/>
          </a:xfrm>
        </p:grpSpPr>
        <p:sp>
          <p:nvSpPr>
            <p:cNvPr id="4" name="Rounded Rectangle 3"/>
            <p:cNvSpPr/>
            <p:nvPr/>
          </p:nvSpPr>
          <p:spPr>
            <a:xfrm>
              <a:off x="838047" y="1920240"/>
              <a:ext cx="1810512" cy="2560320"/>
            </a:xfrm>
            <a:prstGeom prst="roundRect">
              <a:avLst>
                <a:gd name="adj" fmla="val 8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38047" y="2423160"/>
              <a:ext cx="1810512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8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5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929487" y="3703320"/>
              <a:ext cx="1627632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014319" y="1920240"/>
              <a:ext cx="1810512" cy="2560320"/>
            </a:xfrm>
            <a:prstGeom prst="roundRect">
              <a:avLst>
                <a:gd name="adj" fmla="val 8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014319" y="2423160"/>
              <a:ext cx="1810512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8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5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105759" y="3703320"/>
              <a:ext cx="1627632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5190591" y="1920240"/>
              <a:ext cx="1810512" cy="2560320"/>
            </a:xfrm>
            <a:prstGeom prst="roundRect">
              <a:avLst>
                <a:gd name="adj" fmla="val 8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190591" y="2423160"/>
              <a:ext cx="1810512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8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15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282031" y="3703320"/>
              <a:ext cx="1627632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7366863" y="1920240"/>
              <a:ext cx="1810512" cy="2560320"/>
            </a:xfrm>
            <a:prstGeom prst="roundRect">
              <a:avLst>
                <a:gd name="adj" fmla="val 8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366863" y="2423160"/>
              <a:ext cx="1810512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8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4.6</a:t>
              </a:r>
              <a:r>
                <a:rPr sz="15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 점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458303" y="3703320"/>
              <a:ext cx="1627632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이용자 만족도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9543135" y="1920240"/>
              <a:ext cx="1810512" cy="2560320"/>
            </a:xfrm>
            <a:prstGeom prst="roundRect">
              <a:avLst>
                <a:gd name="adj" fmla="val 8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9543135" y="2423160"/>
              <a:ext cx="1810512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8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95</a:t>
              </a:r>
              <a:r>
                <a:rPr sz="15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9634575" y="3703320"/>
              <a:ext cx="1627632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목표 달성률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KPI-031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채움 카드 세트 · 2카드 · blue_500</a:t>
            </a:r>
          </a:p>
        </p:txBody>
      </p:sp>
      <p:grpSp>
        <p:nvGrpSpPr>
          <p:cNvPr id="10" name="asset:KPI-031"/>
          <p:cNvGrpSpPr/>
          <p:nvPr/>
        </p:nvGrpSpPr>
        <p:grpSpPr>
          <a:xfrm>
            <a:off x="838047" y="1920240"/>
            <a:ext cx="10515600" cy="2560320"/>
            <a:chOff x="838047" y="1920240"/>
            <a:chExt cx="10515600" cy="2560320"/>
          </a:xfrm>
        </p:grpSpPr>
        <p:sp>
          <p:nvSpPr>
            <p:cNvPr id="4" name="Rounded Rectangle 3"/>
            <p:cNvSpPr/>
            <p:nvPr/>
          </p:nvSpPr>
          <p:spPr>
            <a:xfrm>
              <a:off x="838047" y="1920240"/>
              <a:ext cx="5074920" cy="2560320"/>
            </a:xfrm>
            <a:prstGeom prst="roundRect">
              <a:avLst>
                <a:gd name="adj" fmla="val 8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38047" y="2423160"/>
              <a:ext cx="507492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5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929487" y="3703320"/>
              <a:ext cx="489204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6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278727" y="1920240"/>
              <a:ext cx="5074920" cy="2560320"/>
            </a:xfrm>
            <a:prstGeom prst="roundRect">
              <a:avLst>
                <a:gd name="adj" fmla="val 8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278727" y="2423160"/>
              <a:ext cx="507492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5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370167" y="3703320"/>
              <a:ext cx="489204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6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