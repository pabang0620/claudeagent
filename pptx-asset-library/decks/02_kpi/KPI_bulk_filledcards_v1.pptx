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2카드 · blue_500</a:t>
            </a:r>
          </a:p>
        </p:txBody>
      </p:sp>
      <p:grpSp>
        <p:nvGrpSpPr>
          <p:cNvPr id="10" name="asset:KPI-019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7872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7872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016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3카드 · teal_500</a:t>
            </a:r>
          </a:p>
        </p:txBody>
      </p:sp>
      <p:grpSp>
        <p:nvGrpSpPr>
          <p:cNvPr id="13" name="asset:KPI-020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6516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46516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5660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09228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09228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18372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4카드 · cyan_500</a:t>
            </a:r>
          </a:p>
        </p:txBody>
      </p:sp>
      <p:grpSp>
        <p:nvGrpSpPr>
          <p:cNvPr id="16" name="asset:KPI-021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5838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5838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64982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27872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7872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37016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906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9906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09050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5카드 · purple_600</a:t>
            </a:r>
          </a:p>
        </p:txBody>
      </p:sp>
      <p:grpSp>
        <p:nvGrpSpPr>
          <p:cNvPr id="19" name="asset:KPI-022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4319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4319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05759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190591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90591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282031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366863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366863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458303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543135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543135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634575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2카드 · navy_600</a:t>
            </a:r>
          </a:p>
        </p:txBody>
      </p:sp>
      <p:grpSp>
        <p:nvGrpSpPr>
          <p:cNvPr id="10" name="asset:KPI-023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7872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7872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016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3카드 · navy_800</a:t>
            </a:r>
          </a:p>
        </p:txBody>
      </p:sp>
      <p:grpSp>
        <p:nvGrpSpPr>
          <p:cNvPr id="13" name="asset:KPI-024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6516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46516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5660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09228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09228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18372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4카드 · blue_500</a:t>
            </a:r>
          </a:p>
        </p:txBody>
      </p:sp>
      <p:grpSp>
        <p:nvGrpSpPr>
          <p:cNvPr id="16" name="asset:KPI-025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5838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5838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64982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27872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7872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37016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906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9906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09050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5카드 · teal_500</a:t>
            </a:r>
          </a:p>
        </p:txBody>
      </p:sp>
      <p:grpSp>
        <p:nvGrpSpPr>
          <p:cNvPr id="19" name="asset:KPI-026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4319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4319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05759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190591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90591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282031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366863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366863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458303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543135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543135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634575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2카드 · cyan_500</a:t>
            </a:r>
          </a:p>
        </p:txBody>
      </p:sp>
      <p:grpSp>
        <p:nvGrpSpPr>
          <p:cNvPr id="10" name="asset:KPI-027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7872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7872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016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3카드 · purple_600</a:t>
            </a:r>
          </a:p>
        </p:txBody>
      </p:sp>
      <p:grpSp>
        <p:nvGrpSpPr>
          <p:cNvPr id="13" name="asset:KPI-028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6516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46516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5660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09228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09228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18372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4카드 · navy_600</a:t>
            </a:r>
          </a:p>
        </p:txBody>
      </p:sp>
      <p:grpSp>
        <p:nvGrpSpPr>
          <p:cNvPr id="16" name="asset:KPI-029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5838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5838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64982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27872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7872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37016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906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9906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09050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5카드 · navy_800</a:t>
            </a:r>
          </a:p>
        </p:txBody>
      </p:sp>
      <p:grpSp>
        <p:nvGrpSpPr>
          <p:cNvPr id="19" name="asset:KPI-030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4319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4319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05759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190591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90591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282031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366863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366863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458303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543135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543135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634575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채움 카드 세트 · 2카드 · blue_500</a:t>
            </a:r>
          </a:p>
        </p:txBody>
      </p:sp>
      <p:grpSp>
        <p:nvGrpSpPr>
          <p:cNvPr id="10" name="asset:KPI-031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7872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7872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016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