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KPI-084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링 프로그레스 · 2카드 · blue_500</a:t>
            </a:r>
          </a:p>
        </p:txBody>
      </p:sp>
      <p:grpSp>
        <p:nvGrpSpPr>
          <p:cNvPr id="14" name="asset:KPI-084"/>
          <p:cNvGrpSpPr/>
          <p:nvPr/>
        </p:nvGrpSpPr>
        <p:grpSpPr>
          <a:xfrm>
            <a:off x="3078327" y="2011680"/>
            <a:ext cx="6035040" cy="2926080"/>
            <a:chOff x="3078327" y="2011680"/>
            <a:chExt cx="6035040" cy="2926080"/>
          </a:xfrm>
        </p:grpSpPr>
        <p:sp>
          <p:nvSpPr>
            <p:cNvPr id="4" name="Oval 3"/>
            <p:cNvSpPr/>
            <p:nvPr/>
          </p:nvSpPr>
          <p:spPr>
            <a:xfrm>
              <a:off x="3261207" y="201168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3261207" y="2011680"/>
              <a:ext cx="2377440" cy="2377440"/>
            </a:xfrm>
            <a:prstGeom prst="pie">
              <a:avLst>
                <a:gd name="adj1" fmla="val -9000000"/>
                <a:gd name="adj2" fmla="val 2520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570274" y="2320747"/>
              <a:ext cx="1759305" cy="175930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61207" y="2834640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78327" y="4480560"/>
              <a:ext cx="2743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6553047" y="201168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Pie 9"/>
            <p:cNvSpPr/>
            <p:nvPr/>
          </p:nvSpPr>
          <p:spPr>
            <a:xfrm>
              <a:off x="6553047" y="2011680"/>
              <a:ext cx="2377440" cy="2377440"/>
            </a:xfrm>
            <a:prstGeom prst="pie">
              <a:avLst>
                <a:gd name="adj1" fmla="val -9000000"/>
                <a:gd name="adj2" fmla="val 2052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6862114" y="2320747"/>
              <a:ext cx="1759305" cy="175930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553047" y="2834640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370167" y="4480560"/>
              <a:ext cx="2743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링 프로그레스 · 3카드 · teal_500</a:t>
            </a:r>
          </a:p>
        </p:txBody>
      </p:sp>
      <p:grpSp>
        <p:nvGrpSpPr>
          <p:cNvPr id="19" name="asset:KPI-085"/>
          <p:cNvGrpSpPr/>
          <p:nvPr/>
        </p:nvGrpSpPr>
        <p:grpSpPr>
          <a:xfrm>
            <a:off x="2026767" y="2011680"/>
            <a:ext cx="8138159" cy="2651760"/>
            <a:chOff x="2026767" y="2011680"/>
            <a:chExt cx="8138159" cy="2651760"/>
          </a:xfrm>
        </p:grpSpPr>
        <p:sp>
          <p:nvSpPr>
            <p:cNvPr id="4" name="Oval 3"/>
            <p:cNvSpPr/>
            <p:nvPr/>
          </p:nvSpPr>
          <p:spPr>
            <a:xfrm>
              <a:off x="2209647" y="2011680"/>
              <a:ext cx="2103120" cy="21031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2209647" y="2011680"/>
              <a:ext cx="2103120" cy="2103120"/>
            </a:xfrm>
            <a:prstGeom prst="pie">
              <a:avLst>
                <a:gd name="adj1" fmla="val -9000000"/>
                <a:gd name="adj2" fmla="val 2520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483053" y="2285085"/>
              <a:ext cx="1556308" cy="15563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09647" y="2697480"/>
              <a:ext cx="21031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026767" y="4206240"/>
              <a:ext cx="246887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5044287" y="2011680"/>
              <a:ext cx="2103120" cy="21031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Pie 9"/>
            <p:cNvSpPr/>
            <p:nvPr/>
          </p:nvSpPr>
          <p:spPr>
            <a:xfrm>
              <a:off x="5044287" y="2011680"/>
              <a:ext cx="2103120" cy="2103120"/>
            </a:xfrm>
            <a:prstGeom prst="pie">
              <a:avLst>
                <a:gd name="adj1" fmla="val -9000000"/>
                <a:gd name="adj2" fmla="val 2052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5317693" y="2285085"/>
              <a:ext cx="1556308" cy="15563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044287" y="2697480"/>
              <a:ext cx="21031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861407" y="4206240"/>
              <a:ext cx="246887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7878927" y="2011680"/>
              <a:ext cx="2103120" cy="21031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Pie 14"/>
            <p:cNvSpPr/>
            <p:nvPr/>
          </p:nvSpPr>
          <p:spPr>
            <a:xfrm>
              <a:off x="7878927" y="2011680"/>
              <a:ext cx="2103120" cy="2103120"/>
            </a:xfrm>
            <a:prstGeom prst="pie">
              <a:avLst>
                <a:gd name="adj1" fmla="val -9000000"/>
                <a:gd name="adj2" fmla="val 1548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8152333" y="2285085"/>
              <a:ext cx="1556308" cy="15563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878927" y="2697480"/>
              <a:ext cx="21031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696047" y="4206240"/>
              <a:ext cx="246887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KPI-086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링 프로그레스 · 4카드 · cyan_500</a:t>
            </a:r>
          </a:p>
        </p:txBody>
      </p:sp>
      <p:grpSp>
        <p:nvGrpSpPr>
          <p:cNvPr id="24" name="asset:KPI-086"/>
          <p:cNvGrpSpPr/>
          <p:nvPr/>
        </p:nvGrpSpPr>
        <p:grpSpPr>
          <a:xfrm>
            <a:off x="1523847" y="2011680"/>
            <a:ext cx="9144000" cy="2331720"/>
            <a:chOff x="1523847" y="2011680"/>
            <a:chExt cx="9144000" cy="2331720"/>
          </a:xfrm>
        </p:grpSpPr>
        <p:sp>
          <p:nvSpPr>
            <p:cNvPr id="4" name="Oval 3"/>
            <p:cNvSpPr/>
            <p:nvPr/>
          </p:nvSpPr>
          <p:spPr>
            <a:xfrm>
              <a:off x="1706727" y="201168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1706727" y="2011680"/>
              <a:ext cx="1783080" cy="1783080"/>
            </a:xfrm>
            <a:prstGeom prst="pie">
              <a:avLst>
                <a:gd name="adj1" fmla="val -9000000"/>
                <a:gd name="adj2" fmla="val 2520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938528" y="2243480"/>
              <a:ext cx="1319479" cy="131947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706727" y="2537460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23847" y="3886200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4038447" y="201168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Pie 9"/>
            <p:cNvSpPr/>
            <p:nvPr/>
          </p:nvSpPr>
          <p:spPr>
            <a:xfrm>
              <a:off x="4038447" y="2011680"/>
              <a:ext cx="1783080" cy="1783080"/>
            </a:xfrm>
            <a:prstGeom prst="pie">
              <a:avLst>
                <a:gd name="adj1" fmla="val -9000000"/>
                <a:gd name="adj2" fmla="val 2052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4270248" y="2243480"/>
              <a:ext cx="1319479" cy="131947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038447" y="2537460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855567" y="3886200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6370167" y="201168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Pie 14"/>
            <p:cNvSpPr/>
            <p:nvPr/>
          </p:nvSpPr>
          <p:spPr>
            <a:xfrm>
              <a:off x="6370167" y="2011680"/>
              <a:ext cx="1783080" cy="1783080"/>
            </a:xfrm>
            <a:prstGeom prst="pie">
              <a:avLst>
                <a:gd name="adj1" fmla="val -9000000"/>
                <a:gd name="adj2" fmla="val 1548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6601968" y="2243480"/>
              <a:ext cx="1319479" cy="131947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370167" y="2537460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187287" y="3886200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8701887" y="201168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Pie 19"/>
            <p:cNvSpPr/>
            <p:nvPr/>
          </p:nvSpPr>
          <p:spPr>
            <a:xfrm>
              <a:off x="8701887" y="2011680"/>
              <a:ext cx="1783080" cy="1783080"/>
            </a:xfrm>
            <a:prstGeom prst="pie">
              <a:avLst>
                <a:gd name="adj1" fmla="val -9000000"/>
                <a:gd name="adj2" fmla="val 2268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8933688" y="2243480"/>
              <a:ext cx="1319479" cy="131947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701887" y="2537460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88</a:t>
              </a:r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519007" y="3886200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KPI-087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링 프로그레스 · 5카드 · purple_600</a:t>
            </a:r>
          </a:p>
        </p:txBody>
      </p:sp>
      <p:grpSp>
        <p:nvGrpSpPr>
          <p:cNvPr id="29" name="asset:KPI-087"/>
          <p:cNvGrpSpPr/>
          <p:nvPr/>
        </p:nvGrpSpPr>
        <p:grpSpPr>
          <a:xfrm>
            <a:off x="1432407" y="2011680"/>
            <a:ext cx="9326880" cy="2011680"/>
            <a:chOff x="1432407" y="2011680"/>
            <a:chExt cx="9326880" cy="2011680"/>
          </a:xfrm>
        </p:grpSpPr>
        <p:sp>
          <p:nvSpPr>
            <p:cNvPr id="4" name="Oval 3"/>
            <p:cNvSpPr/>
            <p:nvPr/>
          </p:nvSpPr>
          <p:spPr>
            <a:xfrm>
              <a:off x="1615287" y="201168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1615287" y="2011680"/>
              <a:ext cx="1463040" cy="1463040"/>
            </a:xfrm>
            <a:prstGeom prst="pie">
              <a:avLst>
                <a:gd name="adj1" fmla="val -9000000"/>
                <a:gd name="adj2" fmla="val 2520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805482" y="2201875"/>
              <a:ext cx="1082649" cy="108264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615287" y="2377440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32407" y="3566160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3489807" y="201168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Pie 9"/>
            <p:cNvSpPr/>
            <p:nvPr/>
          </p:nvSpPr>
          <p:spPr>
            <a:xfrm>
              <a:off x="3489807" y="2011680"/>
              <a:ext cx="1463040" cy="1463040"/>
            </a:xfrm>
            <a:prstGeom prst="pie">
              <a:avLst>
                <a:gd name="adj1" fmla="val -9000000"/>
                <a:gd name="adj2" fmla="val 2052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3680002" y="2201875"/>
              <a:ext cx="1082649" cy="108264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489807" y="2377440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306927" y="3566160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5364327" y="201168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Pie 14"/>
            <p:cNvSpPr/>
            <p:nvPr/>
          </p:nvSpPr>
          <p:spPr>
            <a:xfrm>
              <a:off x="5364327" y="2011680"/>
              <a:ext cx="1463040" cy="1463040"/>
            </a:xfrm>
            <a:prstGeom prst="pie">
              <a:avLst>
                <a:gd name="adj1" fmla="val -9000000"/>
                <a:gd name="adj2" fmla="val 1548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5554522" y="2201875"/>
              <a:ext cx="1082649" cy="108264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364327" y="2377440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181447" y="3566160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7238847" y="201168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Pie 19"/>
            <p:cNvSpPr/>
            <p:nvPr/>
          </p:nvSpPr>
          <p:spPr>
            <a:xfrm>
              <a:off x="7238847" y="2011680"/>
              <a:ext cx="1463040" cy="1463040"/>
            </a:xfrm>
            <a:prstGeom prst="pie">
              <a:avLst>
                <a:gd name="adj1" fmla="val -9000000"/>
                <a:gd name="adj2" fmla="val 2268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7429042" y="2201875"/>
              <a:ext cx="1082649" cy="108264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238847" y="2377440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88</a:t>
              </a:r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055967" y="3566160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9113367" y="201168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Pie 24"/>
            <p:cNvSpPr/>
            <p:nvPr/>
          </p:nvSpPr>
          <p:spPr>
            <a:xfrm>
              <a:off x="9113367" y="2011680"/>
              <a:ext cx="1463040" cy="1463040"/>
            </a:xfrm>
            <a:prstGeom prst="pie">
              <a:avLst>
                <a:gd name="adj1" fmla="val -9000000"/>
                <a:gd name="adj2" fmla="val 1728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9303562" y="2201875"/>
              <a:ext cx="1082649" cy="108264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9113367" y="2377440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73</a:t>
              </a:r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930487" y="3566160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링 프로그레스 · 2카드 · navy_600</a:t>
            </a:r>
          </a:p>
        </p:txBody>
      </p:sp>
      <p:grpSp>
        <p:nvGrpSpPr>
          <p:cNvPr id="14" name="asset:KPI-088"/>
          <p:cNvGrpSpPr/>
          <p:nvPr/>
        </p:nvGrpSpPr>
        <p:grpSpPr>
          <a:xfrm>
            <a:off x="3078327" y="2011680"/>
            <a:ext cx="6035040" cy="2926080"/>
            <a:chOff x="3078327" y="2011680"/>
            <a:chExt cx="6035040" cy="2926080"/>
          </a:xfrm>
        </p:grpSpPr>
        <p:sp>
          <p:nvSpPr>
            <p:cNvPr id="4" name="Oval 3"/>
            <p:cNvSpPr/>
            <p:nvPr/>
          </p:nvSpPr>
          <p:spPr>
            <a:xfrm>
              <a:off x="3261207" y="201168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3261207" y="2011680"/>
              <a:ext cx="2377440" cy="2377440"/>
            </a:xfrm>
            <a:prstGeom prst="pie">
              <a:avLst>
                <a:gd name="adj1" fmla="val -9000000"/>
                <a:gd name="adj2" fmla="val 2520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570274" y="2320747"/>
              <a:ext cx="1759305" cy="175930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61207" y="2834640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78327" y="4480560"/>
              <a:ext cx="2743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6553047" y="201168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Pie 9"/>
            <p:cNvSpPr/>
            <p:nvPr/>
          </p:nvSpPr>
          <p:spPr>
            <a:xfrm>
              <a:off x="6553047" y="2011680"/>
              <a:ext cx="2377440" cy="2377440"/>
            </a:xfrm>
            <a:prstGeom prst="pie">
              <a:avLst>
                <a:gd name="adj1" fmla="val -9000000"/>
                <a:gd name="adj2" fmla="val 2052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6862114" y="2320747"/>
              <a:ext cx="1759305" cy="175930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553047" y="2834640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370167" y="4480560"/>
              <a:ext cx="2743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링 프로그레스 · 3카드 · navy_800</a:t>
            </a:r>
          </a:p>
        </p:txBody>
      </p:sp>
      <p:grpSp>
        <p:nvGrpSpPr>
          <p:cNvPr id="19" name="asset:KPI-089"/>
          <p:cNvGrpSpPr/>
          <p:nvPr/>
        </p:nvGrpSpPr>
        <p:grpSpPr>
          <a:xfrm>
            <a:off x="2026767" y="2011680"/>
            <a:ext cx="8138159" cy="2651760"/>
            <a:chOff x="2026767" y="2011680"/>
            <a:chExt cx="8138159" cy="2651760"/>
          </a:xfrm>
        </p:grpSpPr>
        <p:sp>
          <p:nvSpPr>
            <p:cNvPr id="4" name="Oval 3"/>
            <p:cNvSpPr/>
            <p:nvPr/>
          </p:nvSpPr>
          <p:spPr>
            <a:xfrm>
              <a:off x="2209647" y="2011680"/>
              <a:ext cx="2103120" cy="21031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2209647" y="2011680"/>
              <a:ext cx="2103120" cy="2103120"/>
            </a:xfrm>
            <a:prstGeom prst="pie">
              <a:avLst>
                <a:gd name="adj1" fmla="val -9000000"/>
                <a:gd name="adj2" fmla="val 2520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483053" y="2285085"/>
              <a:ext cx="1556308" cy="15563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09647" y="2697480"/>
              <a:ext cx="21031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026767" y="4206240"/>
              <a:ext cx="246887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5044287" y="2011680"/>
              <a:ext cx="2103120" cy="21031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Pie 9"/>
            <p:cNvSpPr/>
            <p:nvPr/>
          </p:nvSpPr>
          <p:spPr>
            <a:xfrm>
              <a:off x="5044287" y="2011680"/>
              <a:ext cx="2103120" cy="2103120"/>
            </a:xfrm>
            <a:prstGeom prst="pie">
              <a:avLst>
                <a:gd name="adj1" fmla="val -9000000"/>
                <a:gd name="adj2" fmla="val 2052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5317693" y="2285085"/>
              <a:ext cx="1556308" cy="15563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044287" y="2697480"/>
              <a:ext cx="21031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861407" y="4206240"/>
              <a:ext cx="246887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7878927" y="2011680"/>
              <a:ext cx="2103120" cy="21031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Pie 14"/>
            <p:cNvSpPr/>
            <p:nvPr/>
          </p:nvSpPr>
          <p:spPr>
            <a:xfrm>
              <a:off x="7878927" y="2011680"/>
              <a:ext cx="2103120" cy="2103120"/>
            </a:xfrm>
            <a:prstGeom prst="pie">
              <a:avLst>
                <a:gd name="adj1" fmla="val -9000000"/>
                <a:gd name="adj2" fmla="val 1548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8152333" y="2285085"/>
              <a:ext cx="1556308" cy="15563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878927" y="2697480"/>
              <a:ext cx="21031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696047" y="4206240"/>
              <a:ext cx="246887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링 프로그레스 · 4카드 · blue_500</a:t>
            </a:r>
          </a:p>
        </p:txBody>
      </p:sp>
      <p:grpSp>
        <p:nvGrpSpPr>
          <p:cNvPr id="24" name="asset:KPI-090"/>
          <p:cNvGrpSpPr/>
          <p:nvPr/>
        </p:nvGrpSpPr>
        <p:grpSpPr>
          <a:xfrm>
            <a:off x="1523847" y="2011680"/>
            <a:ext cx="9144000" cy="2331720"/>
            <a:chOff x="1523847" y="2011680"/>
            <a:chExt cx="9144000" cy="2331720"/>
          </a:xfrm>
        </p:grpSpPr>
        <p:sp>
          <p:nvSpPr>
            <p:cNvPr id="4" name="Oval 3"/>
            <p:cNvSpPr/>
            <p:nvPr/>
          </p:nvSpPr>
          <p:spPr>
            <a:xfrm>
              <a:off x="1706727" y="201168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1706727" y="2011680"/>
              <a:ext cx="1783080" cy="1783080"/>
            </a:xfrm>
            <a:prstGeom prst="pie">
              <a:avLst>
                <a:gd name="adj1" fmla="val -9000000"/>
                <a:gd name="adj2" fmla="val 2520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938528" y="2243480"/>
              <a:ext cx="1319479" cy="131947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706727" y="2537460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23847" y="3886200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4038447" y="201168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Pie 9"/>
            <p:cNvSpPr/>
            <p:nvPr/>
          </p:nvSpPr>
          <p:spPr>
            <a:xfrm>
              <a:off x="4038447" y="2011680"/>
              <a:ext cx="1783080" cy="1783080"/>
            </a:xfrm>
            <a:prstGeom prst="pie">
              <a:avLst>
                <a:gd name="adj1" fmla="val -9000000"/>
                <a:gd name="adj2" fmla="val 2052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4270248" y="2243480"/>
              <a:ext cx="1319479" cy="131947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038447" y="2537460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855567" y="3886200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6370167" y="201168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Pie 14"/>
            <p:cNvSpPr/>
            <p:nvPr/>
          </p:nvSpPr>
          <p:spPr>
            <a:xfrm>
              <a:off x="6370167" y="2011680"/>
              <a:ext cx="1783080" cy="1783080"/>
            </a:xfrm>
            <a:prstGeom prst="pie">
              <a:avLst>
                <a:gd name="adj1" fmla="val -9000000"/>
                <a:gd name="adj2" fmla="val 1548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6601968" y="2243480"/>
              <a:ext cx="1319479" cy="131947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370167" y="2537460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187287" y="3886200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8701887" y="201168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Pie 19"/>
            <p:cNvSpPr/>
            <p:nvPr/>
          </p:nvSpPr>
          <p:spPr>
            <a:xfrm>
              <a:off x="8701887" y="2011680"/>
              <a:ext cx="1783080" cy="1783080"/>
            </a:xfrm>
            <a:prstGeom prst="pie">
              <a:avLst>
                <a:gd name="adj1" fmla="val -9000000"/>
                <a:gd name="adj2" fmla="val 2268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8933688" y="2243480"/>
              <a:ext cx="1319479" cy="131947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701887" y="2537460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88</a:t>
              </a:r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519007" y="3886200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링 프로그레스 · 5카드 · teal_500</a:t>
            </a:r>
          </a:p>
        </p:txBody>
      </p:sp>
      <p:grpSp>
        <p:nvGrpSpPr>
          <p:cNvPr id="29" name="asset:KPI-091"/>
          <p:cNvGrpSpPr/>
          <p:nvPr/>
        </p:nvGrpSpPr>
        <p:grpSpPr>
          <a:xfrm>
            <a:off x="1432407" y="2011680"/>
            <a:ext cx="9326880" cy="2011680"/>
            <a:chOff x="1432407" y="2011680"/>
            <a:chExt cx="9326880" cy="2011680"/>
          </a:xfrm>
        </p:grpSpPr>
        <p:sp>
          <p:nvSpPr>
            <p:cNvPr id="4" name="Oval 3"/>
            <p:cNvSpPr/>
            <p:nvPr/>
          </p:nvSpPr>
          <p:spPr>
            <a:xfrm>
              <a:off x="1615287" y="201168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1615287" y="2011680"/>
              <a:ext cx="1463040" cy="1463040"/>
            </a:xfrm>
            <a:prstGeom prst="pie">
              <a:avLst>
                <a:gd name="adj1" fmla="val -9000000"/>
                <a:gd name="adj2" fmla="val 2520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805482" y="2201875"/>
              <a:ext cx="1082649" cy="108264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615287" y="2377440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32407" y="3566160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3489807" y="201168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Pie 9"/>
            <p:cNvSpPr/>
            <p:nvPr/>
          </p:nvSpPr>
          <p:spPr>
            <a:xfrm>
              <a:off x="3489807" y="2011680"/>
              <a:ext cx="1463040" cy="1463040"/>
            </a:xfrm>
            <a:prstGeom prst="pie">
              <a:avLst>
                <a:gd name="adj1" fmla="val -9000000"/>
                <a:gd name="adj2" fmla="val 2052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3680002" y="2201875"/>
              <a:ext cx="1082649" cy="108264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489807" y="2377440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306927" y="3566160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5364327" y="201168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Pie 14"/>
            <p:cNvSpPr/>
            <p:nvPr/>
          </p:nvSpPr>
          <p:spPr>
            <a:xfrm>
              <a:off x="5364327" y="2011680"/>
              <a:ext cx="1463040" cy="1463040"/>
            </a:xfrm>
            <a:prstGeom prst="pie">
              <a:avLst>
                <a:gd name="adj1" fmla="val -9000000"/>
                <a:gd name="adj2" fmla="val 1548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5554522" y="2201875"/>
              <a:ext cx="1082649" cy="108264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364327" y="2377440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181447" y="3566160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7238847" y="201168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Pie 19"/>
            <p:cNvSpPr/>
            <p:nvPr/>
          </p:nvSpPr>
          <p:spPr>
            <a:xfrm>
              <a:off x="7238847" y="2011680"/>
              <a:ext cx="1463040" cy="1463040"/>
            </a:xfrm>
            <a:prstGeom prst="pie">
              <a:avLst>
                <a:gd name="adj1" fmla="val -9000000"/>
                <a:gd name="adj2" fmla="val 2268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7429042" y="2201875"/>
              <a:ext cx="1082649" cy="108264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238847" y="2377440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88</a:t>
              </a:r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055967" y="3566160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9113367" y="201168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Pie 24"/>
            <p:cNvSpPr/>
            <p:nvPr/>
          </p:nvSpPr>
          <p:spPr>
            <a:xfrm>
              <a:off x="9113367" y="2011680"/>
              <a:ext cx="1463040" cy="1463040"/>
            </a:xfrm>
            <a:prstGeom prst="pie">
              <a:avLst>
                <a:gd name="adj1" fmla="val -9000000"/>
                <a:gd name="adj2" fmla="val 1728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9303562" y="2201875"/>
              <a:ext cx="1082649" cy="108264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9113367" y="2377440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73</a:t>
              </a:r>
              <a:r>
                <a:rPr sz="13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930487" y="3566160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링 프로그레스 · 2카드 · cyan_500</a:t>
            </a:r>
          </a:p>
        </p:txBody>
      </p:sp>
      <p:grpSp>
        <p:nvGrpSpPr>
          <p:cNvPr id="14" name="asset:KPI-092"/>
          <p:cNvGrpSpPr/>
          <p:nvPr/>
        </p:nvGrpSpPr>
        <p:grpSpPr>
          <a:xfrm>
            <a:off x="3078327" y="2011680"/>
            <a:ext cx="6035040" cy="2926080"/>
            <a:chOff x="3078327" y="2011680"/>
            <a:chExt cx="6035040" cy="2926080"/>
          </a:xfrm>
        </p:grpSpPr>
        <p:sp>
          <p:nvSpPr>
            <p:cNvPr id="4" name="Oval 3"/>
            <p:cNvSpPr/>
            <p:nvPr/>
          </p:nvSpPr>
          <p:spPr>
            <a:xfrm>
              <a:off x="3261207" y="201168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3261207" y="2011680"/>
              <a:ext cx="2377440" cy="2377440"/>
            </a:xfrm>
            <a:prstGeom prst="pie">
              <a:avLst>
                <a:gd name="adj1" fmla="val -9000000"/>
                <a:gd name="adj2" fmla="val 2520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570274" y="2320747"/>
              <a:ext cx="1759305" cy="175930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61207" y="2834640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78327" y="4480560"/>
              <a:ext cx="2743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6553047" y="201168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Pie 9"/>
            <p:cNvSpPr/>
            <p:nvPr/>
          </p:nvSpPr>
          <p:spPr>
            <a:xfrm>
              <a:off x="6553047" y="2011680"/>
              <a:ext cx="2377440" cy="2377440"/>
            </a:xfrm>
            <a:prstGeom prst="pie">
              <a:avLst>
                <a:gd name="adj1" fmla="val -9000000"/>
                <a:gd name="adj2" fmla="val 2052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6862114" y="2320747"/>
              <a:ext cx="1759305" cy="175930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553047" y="2834640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370167" y="4480560"/>
              <a:ext cx="2743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링 프로그레스 · 3카드 · purple_600</a:t>
            </a:r>
          </a:p>
        </p:txBody>
      </p:sp>
      <p:grpSp>
        <p:nvGrpSpPr>
          <p:cNvPr id="19" name="asset:KPI-093"/>
          <p:cNvGrpSpPr/>
          <p:nvPr/>
        </p:nvGrpSpPr>
        <p:grpSpPr>
          <a:xfrm>
            <a:off x="2026767" y="2011680"/>
            <a:ext cx="8138159" cy="2651760"/>
            <a:chOff x="2026767" y="2011680"/>
            <a:chExt cx="8138159" cy="2651760"/>
          </a:xfrm>
        </p:grpSpPr>
        <p:sp>
          <p:nvSpPr>
            <p:cNvPr id="4" name="Oval 3"/>
            <p:cNvSpPr/>
            <p:nvPr/>
          </p:nvSpPr>
          <p:spPr>
            <a:xfrm>
              <a:off x="2209647" y="2011680"/>
              <a:ext cx="2103120" cy="21031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2209647" y="2011680"/>
              <a:ext cx="2103120" cy="2103120"/>
            </a:xfrm>
            <a:prstGeom prst="pie">
              <a:avLst>
                <a:gd name="adj1" fmla="val -9000000"/>
                <a:gd name="adj2" fmla="val 2520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483053" y="2285085"/>
              <a:ext cx="1556308" cy="15563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09647" y="2697480"/>
              <a:ext cx="21031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026767" y="4206240"/>
              <a:ext cx="246887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5044287" y="2011680"/>
              <a:ext cx="2103120" cy="21031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Pie 9"/>
            <p:cNvSpPr/>
            <p:nvPr/>
          </p:nvSpPr>
          <p:spPr>
            <a:xfrm>
              <a:off x="5044287" y="2011680"/>
              <a:ext cx="2103120" cy="2103120"/>
            </a:xfrm>
            <a:prstGeom prst="pie">
              <a:avLst>
                <a:gd name="adj1" fmla="val -9000000"/>
                <a:gd name="adj2" fmla="val 2052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5317693" y="2285085"/>
              <a:ext cx="1556308" cy="15563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044287" y="2697480"/>
              <a:ext cx="21031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861407" y="4206240"/>
              <a:ext cx="246887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7878927" y="2011680"/>
              <a:ext cx="2103120" cy="210312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Pie 14"/>
            <p:cNvSpPr/>
            <p:nvPr/>
          </p:nvSpPr>
          <p:spPr>
            <a:xfrm>
              <a:off x="7878927" y="2011680"/>
              <a:ext cx="2103120" cy="2103120"/>
            </a:xfrm>
            <a:prstGeom prst="pie">
              <a:avLst>
                <a:gd name="adj1" fmla="val -9000000"/>
                <a:gd name="adj2" fmla="val 1548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8152333" y="2285085"/>
              <a:ext cx="1556308" cy="15563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878927" y="2697480"/>
              <a:ext cx="210312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3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696047" y="4206240"/>
              <a:ext cx="246887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링 프로그레스 · 4카드 · navy_600</a:t>
            </a:r>
          </a:p>
        </p:txBody>
      </p:sp>
      <p:grpSp>
        <p:nvGrpSpPr>
          <p:cNvPr id="24" name="asset:KPI-094"/>
          <p:cNvGrpSpPr/>
          <p:nvPr/>
        </p:nvGrpSpPr>
        <p:grpSpPr>
          <a:xfrm>
            <a:off x="1523847" y="2011680"/>
            <a:ext cx="9144000" cy="2331720"/>
            <a:chOff x="1523847" y="2011680"/>
            <a:chExt cx="9144000" cy="2331720"/>
          </a:xfrm>
        </p:grpSpPr>
        <p:sp>
          <p:nvSpPr>
            <p:cNvPr id="4" name="Oval 3"/>
            <p:cNvSpPr/>
            <p:nvPr/>
          </p:nvSpPr>
          <p:spPr>
            <a:xfrm>
              <a:off x="1706727" y="201168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1706727" y="2011680"/>
              <a:ext cx="1783080" cy="1783080"/>
            </a:xfrm>
            <a:prstGeom prst="pie">
              <a:avLst>
                <a:gd name="adj1" fmla="val -9000000"/>
                <a:gd name="adj2" fmla="val 2520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938528" y="2243480"/>
              <a:ext cx="1319479" cy="131947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706727" y="2537460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23847" y="3886200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4038447" y="201168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Pie 9"/>
            <p:cNvSpPr/>
            <p:nvPr/>
          </p:nvSpPr>
          <p:spPr>
            <a:xfrm>
              <a:off x="4038447" y="2011680"/>
              <a:ext cx="1783080" cy="1783080"/>
            </a:xfrm>
            <a:prstGeom prst="pie">
              <a:avLst>
                <a:gd name="adj1" fmla="val -9000000"/>
                <a:gd name="adj2" fmla="val 2052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4270248" y="2243480"/>
              <a:ext cx="1319479" cy="131947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038447" y="2537460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855567" y="3886200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6370167" y="201168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Pie 14"/>
            <p:cNvSpPr/>
            <p:nvPr/>
          </p:nvSpPr>
          <p:spPr>
            <a:xfrm>
              <a:off x="6370167" y="2011680"/>
              <a:ext cx="1783080" cy="1783080"/>
            </a:xfrm>
            <a:prstGeom prst="pie">
              <a:avLst>
                <a:gd name="adj1" fmla="val -9000000"/>
                <a:gd name="adj2" fmla="val 1548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6601968" y="2243480"/>
              <a:ext cx="1319479" cy="131947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370167" y="2537460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3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187287" y="3886200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8701887" y="2011680"/>
              <a:ext cx="1783080" cy="178308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Pie 19"/>
            <p:cNvSpPr/>
            <p:nvPr/>
          </p:nvSpPr>
          <p:spPr>
            <a:xfrm>
              <a:off x="8701887" y="2011680"/>
              <a:ext cx="1783080" cy="1783080"/>
            </a:xfrm>
            <a:prstGeom prst="pie">
              <a:avLst>
                <a:gd name="adj1" fmla="val -9000000"/>
                <a:gd name="adj2" fmla="val 2268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8933688" y="2243480"/>
              <a:ext cx="1319479" cy="131947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701887" y="2537460"/>
              <a:ext cx="178308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88</a:t>
              </a:r>
              <a:r>
                <a:rPr sz="13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519007" y="3886200"/>
              <a:ext cx="21488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링 프로그레스 · 5카드 · navy_800</a:t>
            </a:r>
          </a:p>
        </p:txBody>
      </p:sp>
      <p:grpSp>
        <p:nvGrpSpPr>
          <p:cNvPr id="29" name="asset:KPI-095"/>
          <p:cNvGrpSpPr/>
          <p:nvPr/>
        </p:nvGrpSpPr>
        <p:grpSpPr>
          <a:xfrm>
            <a:off x="1432407" y="2011680"/>
            <a:ext cx="9326880" cy="2011680"/>
            <a:chOff x="1432407" y="2011680"/>
            <a:chExt cx="9326880" cy="2011680"/>
          </a:xfrm>
        </p:grpSpPr>
        <p:sp>
          <p:nvSpPr>
            <p:cNvPr id="4" name="Oval 3"/>
            <p:cNvSpPr/>
            <p:nvPr/>
          </p:nvSpPr>
          <p:spPr>
            <a:xfrm>
              <a:off x="1615287" y="201168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1615287" y="2011680"/>
              <a:ext cx="1463040" cy="1463040"/>
            </a:xfrm>
            <a:prstGeom prst="pie">
              <a:avLst>
                <a:gd name="adj1" fmla="val -9000000"/>
                <a:gd name="adj2" fmla="val 2520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805482" y="2201875"/>
              <a:ext cx="1082649" cy="108264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615287" y="2377440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32407" y="3566160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3489807" y="201168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Pie 9"/>
            <p:cNvSpPr/>
            <p:nvPr/>
          </p:nvSpPr>
          <p:spPr>
            <a:xfrm>
              <a:off x="3489807" y="2011680"/>
              <a:ext cx="1463040" cy="1463040"/>
            </a:xfrm>
            <a:prstGeom prst="pie">
              <a:avLst>
                <a:gd name="adj1" fmla="val -9000000"/>
                <a:gd name="adj2" fmla="val 2052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3680002" y="2201875"/>
              <a:ext cx="1082649" cy="108264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489807" y="2377440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306927" y="3566160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5364327" y="201168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Pie 14"/>
            <p:cNvSpPr/>
            <p:nvPr/>
          </p:nvSpPr>
          <p:spPr>
            <a:xfrm>
              <a:off x="5364327" y="2011680"/>
              <a:ext cx="1463040" cy="1463040"/>
            </a:xfrm>
            <a:prstGeom prst="pie">
              <a:avLst>
                <a:gd name="adj1" fmla="val -9000000"/>
                <a:gd name="adj2" fmla="val 1548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5554522" y="2201875"/>
              <a:ext cx="1082649" cy="108264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364327" y="2377440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68</a:t>
              </a:r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181447" y="3566160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7238847" y="201168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Pie 19"/>
            <p:cNvSpPr/>
            <p:nvPr/>
          </p:nvSpPr>
          <p:spPr>
            <a:xfrm>
              <a:off x="7238847" y="2011680"/>
              <a:ext cx="1463040" cy="1463040"/>
            </a:xfrm>
            <a:prstGeom prst="pie">
              <a:avLst>
                <a:gd name="adj1" fmla="val -9000000"/>
                <a:gd name="adj2" fmla="val 2268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7429042" y="2201875"/>
              <a:ext cx="1082649" cy="108264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238847" y="2377440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88</a:t>
              </a:r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055967" y="3566160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4" name="Oval 23"/>
            <p:cNvSpPr/>
            <p:nvPr/>
          </p:nvSpPr>
          <p:spPr>
            <a:xfrm>
              <a:off x="9113367" y="2011680"/>
              <a:ext cx="1463040" cy="14630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Pie 24"/>
            <p:cNvSpPr/>
            <p:nvPr/>
          </p:nvSpPr>
          <p:spPr>
            <a:xfrm>
              <a:off x="9113367" y="2011680"/>
              <a:ext cx="1463040" cy="1463040"/>
            </a:xfrm>
            <a:prstGeom prst="pie">
              <a:avLst>
                <a:gd name="adj1" fmla="val -9000000"/>
                <a:gd name="adj2" fmla="val 1728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9303562" y="2201875"/>
              <a:ext cx="1082649" cy="108264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9113367" y="2377440"/>
              <a:ext cx="14630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2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73</a:t>
              </a:r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930487" y="3566160"/>
              <a:ext cx="18288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KPI-096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1430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링 프로그레스 · 2카드 · blue_500</a:t>
            </a:r>
          </a:p>
        </p:txBody>
      </p:sp>
      <p:grpSp>
        <p:nvGrpSpPr>
          <p:cNvPr id="14" name="asset:KPI-096"/>
          <p:cNvGrpSpPr/>
          <p:nvPr/>
        </p:nvGrpSpPr>
        <p:grpSpPr>
          <a:xfrm>
            <a:off x="3078327" y="2011680"/>
            <a:ext cx="6035040" cy="2926080"/>
            <a:chOff x="3078327" y="2011680"/>
            <a:chExt cx="6035040" cy="2926080"/>
          </a:xfrm>
        </p:grpSpPr>
        <p:sp>
          <p:nvSpPr>
            <p:cNvPr id="4" name="Oval 3"/>
            <p:cNvSpPr/>
            <p:nvPr/>
          </p:nvSpPr>
          <p:spPr>
            <a:xfrm>
              <a:off x="3261207" y="201168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3261207" y="2011680"/>
              <a:ext cx="2377440" cy="2377440"/>
            </a:xfrm>
            <a:prstGeom prst="pie">
              <a:avLst>
                <a:gd name="adj1" fmla="val -9000000"/>
                <a:gd name="adj2" fmla="val 2520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570274" y="2320747"/>
              <a:ext cx="1759305" cy="175930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61207" y="2834640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078327" y="4480560"/>
              <a:ext cx="2743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6553047" y="201168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Pie 9"/>
            <p:cNvSpPr/>
            <p:nvPr/>
          </p:nvSpPr>
          <p:spPr>
            <a:xfrm>
              <a:off x="6553047" y="2011680"/>
              <a:ext cx="2377440" cy="2377440"/>
            </a:xfrm>
            <a:prstGeom prst="pie">
              <a:avLst>
                <a:gd name="adj1" fmla="val -9000000"/>
                <a:gd name="adj2" fmla="val 2052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6862114" y="2320747"/>
              <a:ext cx="1759305" cy="175930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553047" y="2834640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82</a:t>
              </a:r>
              <a:r>
                <a:rPr sz="13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370167" y="4480560"/>
              <a:ext cx="274320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