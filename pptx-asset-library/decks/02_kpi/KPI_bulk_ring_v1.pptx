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2카드 · blue_500</a:t>
            </a:r>
          </a:p>
        </p:txBody>
      </p:sp>
      <p:grpSp>
        <p:nvGrpSpPr>
          <p:cNvPr id="14" name="asset:KPI-084"/>
          <p:cNvGrpSpPr/>
          <p:nvPr/>
        </p:nvGrpSpPr>
        <p:grpSpPr>
          <a:xfrm>
            <a:off x="3078327" y="2011680"/>
            <a:ext cx="6035040" cy="2926080"/>
            <a:chOff x="3078327" y="2011680"/>
            <a:chExt cx="6035040" cy="2926080"/>
          </a:xfrm>
        </p:grpSpPr>
        <p:sp>
          <p:nvSpPr>
            <p:cNvPr id="4" name="Oval 3"/>
            <p:cNvSpPr/>
            <p:nvPr/>
          </p:nvSpPr>
          <p:spPr>
            <a:xfrm>
              <a:off x="326120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011680"/>
              <a:ext cx="2377440" cy="23774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7027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6120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7832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55304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6553047" y="2011680"/>
              <a:ext cx="2377440" cy="23774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86211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304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016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3카드 · teal_500</a:t>
            </a:r>
          </a:p>
        </p:txBody>
      </p:sp>
      <p:grpSp>
        <p:nvGrpSpPr>
          <p:cNvPr id="19" name="asset:KPI-085"/>
          <p:cNvGrpSpPr/>
          <p:nvPr/>
        </p:nvGrpSpPr>
        <p:grpSpPr>
          <a:xfrm>
            <a:off x="2026767" y="2011680"/>
            <a:ext cx="8138159" cy="2651760"/>
            <a:chOff x="2026767" y="2011680"/>
            <a:chExt cx="8138159" cy="2651760"/>
          </a:xfrm>
        </p:grpSpPr>
        <p:sp>
          <p:nvSpPr>
            <p:cNvPr id="4" name="Oval 3"/>
            <p:cNvSpPr/>
            <p:nvPr/>
          </p:nvSpPr>
          <p:spPr>
            <a:xfrm>
              <a:off x="220964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011680"/>
              <a:ext cx="2103120" cy="210312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48305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0964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2676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04428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5044287" y="2011680"/>
              <a:ext cx="2103120" cy="210312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31769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428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6140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87892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7878927" y="2011680"/>
              <a:ext cx="2103120" cy="210312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15233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7892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9604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4카드 · cyan_500</a:t>
            </a:r>
          </a:p>
        </p:txBody>
      </p:sp>
      <p:grpSp>
        <p:nvGrpSpPr>
          <p:cNvPr id="24" name="asset:KPI-086"/>
          <p:cNvGrpSpPr/>
          <p:nvPr/>
        </p:nvGrpSpPr>
        <p:grpSpPr>
          <a:xfrm>
            <a:off x="1523847" y="2011680"/>
            <a:ext cx="9144000" cy="2331720"/>
            <a:chOff x="1523847" y="2011680"/>
            <a:chExt cx="9144000" cy="2331720"/>
          </a:xfrm>
        </p:grpSpPr>
        <p:sp>
          <p:nvSpPr>
            <p:cNvPr id="4" name="Oval 3"/>
            <p:cNvSpPr/>
            <p:nvPr/>
          </p:nvSpPr>
          <p:spPr>
            <a:xfrm>
              <a:off x="170672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011680"/>
              <a:ext cx="1783080" cy="178308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3852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672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2384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03844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4038447" y="2011680"/>
              <a:ext cx="1783080" cy="178308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427024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3844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5556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37016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6370167" y="2011680"/>
              <a:ext cx="1783080" cy="178308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660196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7016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8728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870188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8701887" y="2011680"/>
              <a:ext cx="1783080" cy="178308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93368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0188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1900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5카드 · purple_600</a:t>
            </a:r>
          </a:p>
        </p:txBody>
      </p:sp>
      <p:grpSp>
        <p:nvGrpSpPr>
          <p:cNvPr id="29" name="asset:KPI-087"/>
          <p:cNvGrpSpPr/>
          <p:nvPr/>
        </p:nvGrpSpPr>
        <p:grpSpPr>
          <a:xfrm>
            <a:off x="1432407" y="2011680"/>
            <a:ext cx="9326880" cy="2011680"/>
            <a:chOff x="1432407" y="2011680"/>
            <a:chExt cx="9326880" cy="2011680"/>
          </a:xfrm>
        </p:grpSpPr>
        <p:sp>
          <p:nvSpPr>
            <p:cNvPr id="4" name="Oval 3"/>
            <p:cNvSpPr/>
            <p:nvPr/>
          </p:nvSpPr>
          <p:spPr>
            <a:xfrm>
              <a:off x="161528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011680"/>
              <a:ext cx="1463040" cy="14630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80548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1528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3240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8980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3489807" y="2011680"/>
              <a:ext cx="1463040" cy="14630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68000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8980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0692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36432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5364327" y="2011680"/>
              <a:ext cx="1463040" cy="146304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55452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6432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144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3884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7238847" y="2011680"/>
              <a:ext cx="1463040" cy="146304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42904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23884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5596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11336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Pie 24"/>
            <p:cNvSpPr/>
            <p:nvPr/>
          </p:nvSpPr>
          <p:spPr>
            <a:xfrm>
              <a:off x="9113367" y="2011680"/>
              <a:ext cx="1463040" cy="1463040"/>
            </a:xfrm>
            <a:prstGeom prst="pie">
              <a:avLst>
                <a:gd name="adj1" fmla="val -9000000"/>
                <a:gd name="adj2" fmla="val 1728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30356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1336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93048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2카드 · navy_600</a:t>
            </a:r>
          </a:p>
        </p:txBody>
      </p:sp>
      <p:grpSp>
        <p:nvGrpSpPr>
          <p:cNvPr id="14" name="asset:KPI-088"/>
          <p:cNvGrpSpPr/>
          <p:nvPr/>
        </p:nvGrpSpPr>
        <p:grpSpPr>
          <a:xfrm>
            <a:off x="3078327" y="2011680"/>
            <a:ext cx="6035040" cy="2926080"/>
            <a:chOff x="3078327" y="2011680"/>
            <a:chExt cx="6035040" cy="2926080"/>
          </a:xfrm>
        </p:grpSpPr>
        <p:sp>
          <p:nvSpPr>
            <p:cNvPr id="4" name="Oval 3"/>
            <p:cNvSpPr/>
            <p:nvPr/>
          </p:nvSpPr>
          <p:spPr>
            <a:xfrm>
              <a:off x="326120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011680"/>
              <a:ext cx="2377440" cy="23774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7027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6120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7832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55304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6553047" y="2011680"/>
              <a:ext cx="2377440" cy="23774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86211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304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016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3카드 · navy_800</a:t>
            </a:r>
          </a:p>
        </p:txBody>
      </p:sp>
      <p:grpSp>
        <p:nvGrpSpPr>
          <p:cNvPr id="19" name="asset:KPI-089"/>
          <p:cNvGrpSpPr/>
          <p:nvPr/>
        </p:nvGrpSpPr>
        <p:grpSpPr>
          <a:xfrm>
            <a:off x="2026767" y="2011680"/>
            <a:ext cx="8138159" cy="2651760"/>
            <a:chOff x="2026767" y="2011680"/>
            <a:chExt cx="8138159" cy="2651760"/>
          </a:xfrm>
        </p:grpSpPr>
        <p:sp>
          <p:nvSpPr>
            <p:cNvPr id="4" name="Oval 3"/>
            <p:cNvSpPr/>
            <p:nvPr/>
          </p:nvSpPr>
          <p:spPr>
            <a:xfrm>
              <a:off x="220964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011680"/>
              <a:ext cx="2103120" cy="210312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48305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0964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2676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04428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5044287" y="2011680"/>
              <a:ext cx="2103120" cy="210312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31769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428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6140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87892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7878927" y="2011680"/>
              <a:ext cx="2103120" cy="210312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15233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7892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9604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4카드 · blue_500</a:t>
            </a:r>
          </a:p>
        </p:txBody>
      </p:sp>
      <p:grpSp>
        <p:nvGrpSpPr>
          <p:cNvPr id="24" name="asset:KPI-090"/>
          <p:cNvGrpSpPr/>
          <p:nvPr/>
        </p:nvGrpSpPr>
        <p:grpSpPr>
          <a:xfrm>
            <a:off x="1523847" y="2011680"/>
            <a:ext cx="9144000" cy="2331720"/>
            <a:chOff x="1523847" y="2011680"/>
            <a:chExt cx="9144000" cy="2331720"/>
          </a:xfrm>
        </p:grpSpPr>
        <p:sp>
          <p:nvSpPr>
            <p:cNvPr id="4" name="Oval 3"/>
            <p:cNvSpPr/>
            <p:nvPr/>
          </p:nvSpPr>
          <p:spPr>
            <a:xfrm>
              <a:off x="170672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011680"/>
              <a:ext cx="1783080" cy="178308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3852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672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2384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03844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4038447" y="2011680"/>
              <a:ext cx="1783080" cy="178308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427024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3844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5556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37016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6370167" y="2011680"/>
              <a:ext cx="1783080" cy="178308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660196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7016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8728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870188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8701887" y="2011680"/>
              <a:ext cx="1783080" cy="178308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93368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0188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1900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5카드 · teal_500</a:t>
            </a:r>
          </a:p>
        </p:txBody>
      </p:sp>
      <p:grpSp>
        <p:nvGrpSpPr>
          <p:cNvPr id="29" name="asset:KPI-091"/>
          <p:cNvGrpSpPr/>
          <p:nvPr/>
        </p:nvGrpSpPr>
        <p:grpSpPr>
          <a:xfrm>
            <a:off x="1432407" y="2011680"/>
            <a:ext cx="9326880" cy="2011680"/>
            <a:chOff x="1432407" y="2011680"/>
            <a:chExt cx="9326880" cy="2011680"/>
          </a:xfrm>
        </p:grpSpPr>
        <p:sp>
          <p:nvSpPr>
            <p:cNvPr id="4" name="Oval 3"/>
            <p:cNvSpPr/>
            <p:nvPr/>
          </p:nvSpPr>
          <p:spPr>
            <a:xfrm>
              <a:off x="161528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011680"/>
              <a:ext cx="1463040" cy="14630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80548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1528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3240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8980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3489807" y="2011680"/>
              <a:ext cx="1463040" cy="14630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68000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8980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0692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36432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5364327" y="2011680"/>
              <a:ext cx="1463040" cy="146304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55452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6432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144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3884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7238847" y="2011680"/>
              <a:ext cx="1463040" cy="146304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42904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23884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5596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11336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Pie 24"/>
            <p:cNvSpPr/>
            <p:nvPr/>
          </p:nvSpPr>
          <p:spPr>
            <a:xfrm>
              <a:off x="9113367" y="2011680"/>
              <a:ext cx="1463040" cy="1463040"/>
            </a:xfrm>
            <a:prstGeom prst="pie">
              <a:avLst>
                <a:gd name="adj1" fmla="val -9000000"/>
                <a:gd name="adj2" fmla="val 1728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30356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1336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93048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2카드 · cyan_500</a:t>
            </a:r>
          </a:p>
        </p:txBody>
      </p:sp>
      <p:grpSp>
        <p:nvGrpSpPr>
          <p:cNvPr id="14" name="asset:KPI-092"/>
          <p:cNvGrpSpPr/>
          <p:nvPr/>
        </p:nvGrpSpPr>
        <p:grpSpPr>
          <a:xfrm>
            <a:off x="3078327" y="2011680"/>
            <a:ext cx="6035040" cy="2926080"/>
            <a:chOff x="3078327" y="2011680"/>
            <a:chExt cx="6035040" cy="2926080"/>
          </a:xfrm>
        </p:grpSpPr>
        <p:sp>
          <p:nvSpPr>
            <p:cNvPr id="4" name="Oval 3"/>
            <p:cNvSpPr/>
            <p:nvPr/>
          </p:nvSpPr>
          <p:spPr>
            <a:xfrm>
              <a:off x="326120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011680"/>
              <a:ext cx="2377440" cy="23774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7027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6120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7832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55304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6553047" y="2011680"/>
              <a:ext cx="2377440" cy="23774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86211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304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016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3카드 · purple_600</a:t>
            </a:r>
          </a:p>
        </p:txBody>
      </p:sp>
      <p:grpSp>
        <p:nvGrpSpPr>
          <p:cNvPr id="19" name="asset:KPI-093"/>
          <p:cNvGrpSpPr/>
          <p:nvPr/>
        </p:nvGrpSpPr>
        <p:grpSpPr>
          <a:xfrm>
            <a:off x="2026767" y="2011680"/>
            <a:ext cx="8138159" cy="2651760"/>
            <a:chOff x="2026767" y="2011680"/>
            <a:chExt cx="8138159" cy="2651760"/>
          </a:xfrm>
        </p:grpSpPr>
        <p:sp>
          <p:nvSpPr>
            <p:cNvPr id="4" name="Oval 3"/>
            <p:cNvSpPr/>
            <p:nvPr/>
          </p:nvSpPr>
          <p:spPr>
            <a:xfrm>
              <a:off x="220964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011680"/>
              <a:ext cx="2103120" cy="210312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48305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0964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2676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04428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5044287" y="2011680"/>
              <a:ext cx="2103120" cy="210312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31769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428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6140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878927" y="201168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7878927" y="2011680"/>
              <a:ext cx="2103120" cy="210312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152333" y="2285085"/>
              <a:ext cx="1556308" cy="15563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78927" y="2697480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96047" y="4206240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4카드 · navy_600</a:t>
            </a:r>
          </a:p>
        </p:txBody>
      </p:sp>
      <p:grpSp>
        <p:nvGrpSpPr>
          <p:cNvPr id="24" name="asset:KPI-094"/>
          <p:cNvGrpSpPr/>
          <p:nvPr/>
        </p:nvGrpSpPr>
        <p:grpSpPr>
          <a:xfrm>
            <a:off x="1523847" y="2011680"/>
            <a:ext cx="9144000" cy="2331720"/>
            <a:chOff x="1523847" y="2011680"/>
            <a:chExt cx="9144000" cy="2331720"/>
          </a:xfrm>
        </p:grpSpPr>
        <p:sp>
          <p:nvSpPr>
            <p:cNvPr id="4" name="Oval 3"/>
            <p:cNvSpPr/>
            <p:nvPr/>
          </p:nvSpPr>
          <p:spPr>
            <a:xfrm>
              <a:off x="170672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011680"/>
              <a:ext cx="1783080" cy="178308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3852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672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2384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03844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4038447" y="2011680"/>
              <a:ext cx="1783080" cy="178308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427024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3844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5556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37016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6370167" y="2011680"/>
              <a:ext cx="1783080" cy="178308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660196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7016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8728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8701887" y="201168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8701887" y="2011680"/>
              <a:ext cx="1783080" cy="178308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933688" y="2243480"/>
              <a:ext cx="1319479" cy="13194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01887" y="2537460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19007" y="3886200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5카드 · navy_800</a:t>
            </a:r>
          </a:p>
        </p:txBody>
      </p:sp>
      <p:grpSp>
        <p:nvGrpSpPr>
          <p:cNvPr id="29" name="asset:KPI-095"/>
          <p:cNvGrpSpPr/>
          <p:nvPr/>
        </p:nvGrpSpPr>
        <p:grpSpPr>
          <a:xfrm>
            <a:off x="1432407" y="2011680"/>
            <a:ext cx="9326880" cy="2011680"/>
            <a:chOff x="1432407" y="2011680"/>
            <a:chExt cx="9326880" cy="2011680"/>
          </a:xfrm>
        </p:grpSpPr>
        <p:sp>
          <p:nvSpPr>
            <p:cNvPr id="4" name="Oval 3"/>
            <p:cNvSpPr/>
            <p:nvPr/>
          </p:nvSpPr>
          <p:spPr>
            <a:xfrm>
              <a:off x="161528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011680"/>
              <a:ext cx="1463040" cy="14630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80548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1528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3240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8980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3489807" y="2011680"/>
              <a:ext cx="1463040" cy="14630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68000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8980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0692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36432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5364327" y="2011680"/>
              <a:ext cx="1463040" cy="146304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55452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6432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144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23884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e 19"/>
            <p:cNvSpPr/>
            <p:nvPr/>
          </p:nvSpPr>
          <p:spPr>
            <a:xfrm>
              <a:off x="7238847" y="2011680"/>
              <a:ext cx="1463040" cy="1463040"/>
            </a:xfrm>
            <a:prstGeom prst="pie">
              <a:avLst>
                <a:gd name="adj1" fmla="val -9000000"/>
                <a:gd name="adj2" fmla="val 2268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42904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23884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5596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113367" y="201168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Pie 24"/>
            <p:cNvSpPr/>
            <p:nvPr/>
          </p:nvSpPr>
          <p:spPr>
            <a:xfrm>
              <a:off x="9113367" y="2011680"/>
              <a:ext cx="1463040" cy="1463040"/>
            </a:xfrm>
            <a:prstGeom prst="pie">
              <a:avLst>
                <a:gd name="adj1" fmla="val -9000000"/>
                <a:gd name="adj2" fmla="val 1728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303562" y="2201875"/>
              <a:ext cx="1082649" cy="10826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13367" y="2377440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930487" y="3566160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· 2카드 · blue_500</a:t>
            </a:r>
          </a:p>
        </p:txBody>
      </p:sp>
      <p:grpSp>
        <p:nvGrpSpPr>
          <p:cNvPr id="14" name="asset:KPI-096"/>
          <p:cNvGrpSpPr/>
          <p:nvPr/>
        </p:nvGrpSpPr>
        <p:grpSpPr>
          <a:xfrm>
            <a:off x="3078327" y="2011680"/>
            <a:ext cx="6035040" cy="2926080"/>
            <a:chOff x="3078327" y="2011680"/>
            <a:chExt cx="6035040" cy="2926080"/>
          </a:xfrm>
        </p:grpSpPr>
        <p:sp>
          <p:nvSpPr>
            <p:cNvPr id="4" name="Oval 3"/>
            <p:cNvSpPr/>
            <p:nvPr/>
          </p:nvSpPr>
          <p:spPr>
            <a:xfrm>
              <a:off x="326120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011680"/>
              <a:ext cx="2377440" cy="23774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7027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6120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7832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553047" y="201168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6553047" y="2011680"/>
              <a:ext cx="2377440" cy="237744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862114" y="2320747"/>
              <a:ext cx="1759305" cy="175930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53047" y="283464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0167" y="448056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