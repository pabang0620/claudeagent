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2카드 · blue_500</a:t>
            </a:r>
          </a:p>
        </p:txBody>
      </p:sp>
      <p:grpSp>
        <p:nvGrpSpPr>
          <p:cNvPr id="22" name="asset:KPI-149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5615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4567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03518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24693" y="3200400"/>
              <a:ext cx="65967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6160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6160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6160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0732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9683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48635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7586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465373" y="3200400"/>
              <a:ext cx="65967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3카드 · teal_500</a:t>
            </a:r>
          </a:p>
        </p:txBody>
      </p:sp>
      <p:grpSp>
        <p:nvGrpSpPr>
          <p:cNvPr id="31" name="asset:KPI-150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6753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26843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6932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70213" y="3200400"/>
              <a:ext cx="400594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6516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4804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4804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04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69376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9465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89555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9644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097333" y="3200400"/>
              <a:ext cx="400594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9228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7516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27516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7516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2088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2177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52267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12356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724453" y="3200400"/>
              <a:ext cx="400594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4카드 · cyan_500</a:t>
            </a:r>
          </a:p>
        </p:txBody>
      </p:sp>
      <p:grpSp>
        <p:nvGrpSpPr>
          <p:cNvPr id="40" name="asset:KPI-151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47322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7981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28639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692973" y="3200400"/>
              <a:ext cx="27105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5838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74126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74126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4126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78698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19356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60015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00673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13313" y="3200400"/>
              <a:ext cx="27105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7872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6160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46160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6160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50732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91390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2049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72707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133653" y="3200400"/>
              <a:ext cx="27105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99906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8194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18194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18194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22766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63424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04083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4741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853993" y="3200400"/>
              <a:ext cx="27105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5카드 · purple_600</a:t>
            </a:r>
          </a:p>
        </p:txBody>
      </p:sp>
      <p:grpSp>
        <p:nvGrpSpPr>
          <p:cNvPr id="49" name="asset:KPI-152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356643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46638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936633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6629" y="3200400"/>
              <a:ext cx="193330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4319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97199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197199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97199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42919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32915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22910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112905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402901" y="3200400"/>
              <a:ext cx="193330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190591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73471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73471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73471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419191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09187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999182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89177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579173" y="3200400"/>
              <a:ext cx="193330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366863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549743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549743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549743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595463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85459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75454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465449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755445" y="3200400"/>
              <a:ext cx="193330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543135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726015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9726015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726015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+13% 전년比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771735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061731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351726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641721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931717" y="3200400"/>
              <a:ext cx="193330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2카드 · navy_600</a:t>
            </a:r>
          </a:p>
        </p:txBody>
      </p:sp>
      <p:grpSp>
        <p:nvGrpSpPr>
          <p:cNvPr id="22" name="asset:KPI-153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5615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4567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03518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24693" y="3200400"/>
              <a:ext cx="65967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6160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6160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6160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0732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9683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48635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7586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465373" y="3200400"/>
              <a:ext cx="65967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3카드 · navy_800</a:t>
            </a:r>
          </a:p>
        </p:txBody>
      </p:sp>
      <p:grpSp>
        <p:nvGrpSpPr>
          <p:cNvPr id="31" name="asset:KPI-154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6753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26843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6932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70213" y="3200400"/>
              <a:ext cx="400594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6516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4804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4804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04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69376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9465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89555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9644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097333" y="3200400"/>
              <a:ext cx="400594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9228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7516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27516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7516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2088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2177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52267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12356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724453" y="3200400"/>
              <a:ext cx="400594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4카드 · blue_500</a:t>
            </a:r>
          </a:p>
        </p:txBody>
      </p:sp>
      <p:grpSp>
        <p:nvGrpSpPr>
          <p:cNvPr id="40" name="asset:KPI-155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47322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7981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28639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692973" y="3200400"/>
              <a:ext cx="27105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5838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74126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74126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4126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78698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19356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60015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00673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13313" y="3200400"/>
              <a:ext cx="27105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7872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6160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46160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6160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50732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91390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2049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72707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133653" y="3200400"/>
              <a:ext cx="27105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99906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8194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18194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18194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22766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63424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04083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4741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853993" y="3200400"/>
              <a:ext cx="27105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5카드 · teal_500</a:t>
            </a:r>
          </a:p>
        </p:txBody>
      </p:sp>
      <p:grpSp>
        <p:nvGrpSpPr>
          <p:cNvPr id="49" name="asset:KPI-156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356643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46638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936633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6629" y="3200400"/>
              <a:ext cx="193330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4319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97199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197199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97199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42919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32915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22910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112905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402901" y="3200400"/>
              <a:ext cx="193330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190591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73471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73471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73471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419191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09187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999182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89177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579173" y="3200400"/>
              <a:ext cx="193330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366863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549743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549743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549743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595463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85459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75454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465449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755445" y="3200400"/>
              <a:ext cx="193330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543135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726015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9726015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726015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+13% 전년比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771735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061731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351726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641721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931717" y="3200400"/>
              <a:ext cx="193330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2카드 · cyan_500</a:t>
            </a:r>
          </a:p>
        </p:txBody>
      </p:sp>
      <p:grpSp>
        <p:nvGrpSpPr>
          <p:cNvPr id="22" name="asset:KPI-157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5615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4567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03518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24693" y="3200400"/>
              <a:ext cx="65967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6160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6160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6160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0732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9683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48635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7586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465373" y="3200400"/>
              <a:ext cx="659674" cy="114300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3카드 · purple_600</a:t>
            </a:r>
          </a:p>
        </p:txBody>
      </p:sp>
      <p:grpSp>
        <p:nvGrpSpPr>
          <p:cNvPr id="31" name="asset:KPI-158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6753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26843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6932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70213" y="3200400"/>
              <a:ext cx="400594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46516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64804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4804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04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69376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9465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89555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49644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097333" y="3200400"/>
              <a:ext cx="400594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92287" y="1645920"/>
              <a:ext cx="326136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75167" y="1874519"/>
              <a:ext cx="2895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275167" y="2240280"/>
              <a:ext cx="289560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75167" y="3017520"/>
              <a:ext cx="28956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20887" y="3886200"/>
              <a:ext cx="40059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21779" y="3685032"/>
              <a:ext cx="40059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522670" y="3776472"/>
              <a:ext cx="40059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123561" y="3474720"/>
              <a:ext cx="40059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724453" y="3200400"/>
              <a:ext cx="400594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4카드 · navy_600</a:t>
            </a:r>
          </a:p>
        </p:txBody>
      </p:sp>
      <p:grpSp>
        <p:nvGrpSpPr>
          <p:cNvPr id="40" name="asset:KPI-159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47322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87981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28639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692973" y="3200400"/>
              <a:ext cx="27105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5838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74126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74126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4126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78698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19356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60015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00673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413313" y="3200400"/>
              <a:ext cx="27105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7872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6160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46160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6160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50732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91390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2049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72707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133653" y="3200400"/>
              <a:ext cx="27105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999067" y="1645920"/>
              <a:ext cx="235458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181947" y="1874519"/>
              <a:ext cx="19888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181947" y="2240280"/>
              <a:ext cx="19888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181947" y="3017520"/>
              <a:ext cx="198882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227667" y="3886200"/>
              <a:ext cx="27105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634249" y="3685032"/>
              <a:ext cx="27105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040830" y="3776472"/>
              <a:ext cx="27105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447411" y="3474720"/>
              <a:ext cx="27105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0853993" y="3200400"/>
              <a:ext cx="271054" cy="11430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5카드 · navy_800</a:t>
            </a:r>
          </a:p>
        </p:txBody>
      </p:sp>
      <p:grpSp>
        <p:nvGrpSpPr>
          <p:cNvPr id="49" name="asset:KPI-160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356643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46638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936633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6629" y="3200400"/>
              <a:ext cx="193330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4319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97199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197199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97199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242919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32915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822910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112905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402901" y="3200400"/>
              <a:ext cx="193330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190591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73471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373471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373471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419191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5709187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999182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89177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579173" y="3200400"/>
              <a:ext cx="193330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366863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549743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549743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549743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+10% 전년比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595463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85459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75454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465449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755445" y="3200400"/>
              <a:ext cx="193330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9543135" y="1645920"/>
              <a:ext cx="1810512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726015" y="1874519"/>
              <a:ext cx="144475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9726015" y="2240280"/>
              <a:ext cx="144475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726015" y="3017520"/>
              <a:ext cx="144475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+13% 전년比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771735" y="3886200"/>
              <a:ext cx="193330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0061731" y="3685032"/>
              <a:ext cx="193330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0351726" y="3776472"/>
              <a:ext cx="193330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0641721" y="3474720"/>
              <a:ext cx="193330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931717" y="3200400"/>
              <a:ext cx="193330" cy="11430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· 2카드 · blue_500</a:t>
            </a:r>
          </a:p>
        </p:txBody>
      </p:sp>
      <p:grpSp>
        <p:nvGrpSpPr>
          <p:cNvPr id="22" name="asset:KPI-161"/>
          <p:cNvGrpSpPr/>
          <p:nvPr/>
        </p:nvGrpSpPr>
        <p:grpSpPr>
          <a:xfrm>
            <a:off x="838047" y="1645920"/>
            <a:ext cx="10515600" cy="3017520"/>
            <a:chOff x="838047" y="1645920"/>
            <a:chExt cx="10515600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2092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2092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2092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+22%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06664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5615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04567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03518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024693" y="3200400"/>
              <a:ext cx="65967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278727" y="1645920"/>
              <a:ext cx="5074920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61607" y="1874519"/>
              <a:ext cx="4709159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61607" y="2240280"/>
              <a:ext cx="4709159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61607" y="3017520"/>
              <a:ext cx="47091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+43%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507327" y="3886200"/>
              <a:ext cx="659674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96839" y="3685032"/>
              <a:ext cx="659674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8486350" y="3776472"/>
              <a:ext cx="659674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475861" y="3474720"/>
              <a:ext cx="659674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465373" y="3200400"/>
              <a:ext cx="659674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