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2카드 · blue_500</a:t>
            </a:r>
          </a:p>
        </p:txBody>
      </p:sp>
      <p:grpSp>
        <p:nvGrpSpPr>
          <p:cNvPr id="16" name="asset:KPI-097"/>
          <p:cNvGrpSpPr/>
          <p:nvPr/>
        </p:nvGrpSpPr>
        <p:grpSpPr>
          <a:xfrm>
            <a:off x="3078327" y="2194560"/>
            <a:ext cx="6035040" cy="2514600"/>
            <a:chOff x="3078327" y="2194560"/>
            <a:chExt cx="6035040" cy="2514600"/>
          </a:xfrm>
        </p:grpSpPr>
        <p:sp>
          <p:nvSpPr>
            <p:cNvPr id="4" name="Oval 3"/>
            <p:cNvSpPr/>
            <p:nvPr/>
          </p:nvSpPr>
          <p:spPr>
            <a:xfrm>
              <a:off x="326120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194560"/>
              <a:ext cx="2377440" cy="23774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76047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548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120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7832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5304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6553047" y="2194560"/>
              <a:ext cx="2377440" cy="23774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05231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0732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304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3카드 · teal_500</a:t>
            </a:r>
          </a:p>
        </p:txBody>
      </p:sp>
      <p:grpSp>
        <p:nvGrpSpPr>
          <p:cNvPr id="22" name="asset:KPI-098"/>
          <p:cNvGrpSpPr/>
          <p:nvPr/>
        </p:nvGrpSpPr>
        <p:grpSpPr>
          <a:xfrm>
            <a:off x="2026767" y="2194560"/>
            <a:ext cx="8138159" cy="2240279"/>
            <a:chOff x="2026767" y="2194560"/>
            <a:chExt cx="8138159" cy="2240279"/>
          </a:xfrm>
        </p:grpSpPr>
        <p:sp>
          <p:nvSpPr>
            <p:cNvPr id="4" name="Oval 3"/>
            <p:cNvSpPr/>
            <p:nvPr/>
          </p:nvSpPr>
          <p:spPr>
            <a:xfrm>
              <a:off x="220964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194560"/>
              <a:ext cx="2103120" cy="210312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5130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6392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0964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2676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04428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5044287" y="2194560"/>
              <a:ext cx="2103120" cy="210312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48594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9856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4428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140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87892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7878927" y="2194560"/>
              <a:ext cx="2103120" cy="210312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832058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83320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7892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9604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4카드 · cyan_500</a:t>
            </a:r>
          </a:p>
        </p:txBody>
      </p:sp>
      <p:grpSp>
        <p:nvGrpSpPr>
          <p:cNvPr id="28" name="asset:KPI-099"/>
          <p:cNvGrpSpPr/>
          <p:nvPr/>
        </p:nvGrpSpPr>
        <p:grpSpPr>
          <a:xfrm>
            <a:off x="1523847" y="2194560"/>
            <a:ext cx="9144000" cy="1920240"/>
            <a:chOff x="1523847" y="2194560"/>
            <a:chExt cx="9144000" cy="1920240"/>
          </a:xfrm>
        </p:grpSpPr>
        <p:sp>
          <p:nvSpPr>
            <p:cNvPr id="4" name="Oval 3"/>
            <p:cNvSpPr/>
            <p:nvPr/>
          </p:nvSpPr>
          <p:spPr>
            <a:xfrm>
              <a:off x="170672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194560"/>
              <a:ext cx="1783080" cy="178308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08117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100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0672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384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03844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4038447" y="2194560"/>
              <a:ext cx="1783080" cy="178308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441289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9272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844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556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37016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6370167" y="2194560"/>
              <a:ext cx="1783080" cy="178308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74461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32444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7016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8728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70188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8701887" y="2194560"/>
              <a:ext cx="1783080" cy="178308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07633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65616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0188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1900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5카드 · purple_600</a:t>
            </a:r>
          </a:p>
        </p:txBody>
      </p:sp>
      <p:grpSp>
        <p:nvGrpSpPr>
          <p:cNvPr id="34" name="asset:KPI-100"/>
          <p:cNvGrpSpPr/>
          <p:nvPr/>
        </p:nvGrpSpPr>
        <p:grpSpPr>
          <a:xfrm>
            <a:off x="1432407" y="2194560"/>
            <a:ext cx="9326880" cy="1600200"/>
            <a:chOff x="1432407" y="2194560"/>
            <a:chExt cx="9326880" cy="1600200"/>
          </a:xfrm>
        </p:grpSpPr>
        <p:sp>
          <p:nvSpPr>
            <p:cNvPr id="4" name="Oval 3"/>
            <p:cNvSpPr/>
            <p:nvPr/>
          </p:nvSpPr>
          <p:spPr>
            <a:xfrm>
              <a:off x="161528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194560"/>
              <a:ext cx="1463040" cy="14630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2252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1528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3240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8980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3489807" y="2194560"/>
              <a:ext cx="1463040" cy="14630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79704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4408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8980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0692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36432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5364327" y="2194560"/>
              <a:ext cx="1463040" cy="146304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67156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31860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432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8144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23884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7238847" y="2194560"/>
              <a:ext cx="1463040" cy="146304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54608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9312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3884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5596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911336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ie 28"/>
            <p:cNvSpPr/>
            <p:nvPr/>
          </p:nvSpPr>
          <p:spPr>
            <a:xfrm>
              <a:off x="9113367" y="2194560"/>
              <a:ext cx="1463040" cy="1463040"/>
            </a:xfrm>
            <a:prstGeom prst="pie">
              <a:avLst>
                <a:gd name="adj1" fmla="val 18000000"/>
                <a:gd name="adj2" fmla="val 31139999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42060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06764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1336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3048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2카드 · navy_600</a:t>
            </a:r>
          </a:p>
        </p:txBody>
      </p:sp>
      <p:grpSp>
        <p:nvGrpSpPr>
          <p:cNvPr id="16" name="asset:KPI-101"/>
          <p:cNvGrpSpPr/>
          <p:nvPr/>
        </p:nvGrpSpPr>
        <p:grpSpPr>
          <a:xfrm>
            <a:off x="3078327" y="2194560"/>
            <a:ext cx="6035040" cy="2514600"/>
            <a:chOff x="3078327" y="2194560"/>
            <a:chExt cx="6035040" cy="2514600"/>
          </a:xfrm>
        </p:grpSpPr>
        <p:sp>
          <p:nvSpPr>
            <p:cNvPr id="4" name="Oval 3"/>
            <p:cNvSpPr/>
            <p:nvPr/>
          </p:nvSpPr>
          <p:spPr>
            <a:xfrm>
              <a:off x="326120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194560"/>
              <a:ext cx="2377440" cy="23774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76047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548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120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7832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5304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6553047" y="2194560"/>
              <a:ext cx="2377440" cy="23774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05231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0732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304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3카드 · navy_800</a:t>
            </a:r>
          </a:p>
        </p:txBody>
      </p:sp>
      <p:grpSp>
        <p:nvGrpSpPr>
          <p:cNvPr id="22" name="asset:KPI-102"/>
          <p:cNvGrpSpPr/>
          <p:nvPr/>
        </p:nvGrpSpPr>
        <p:grpSpPr>
          <a:xfrm>
            <a:off x="2026767" y="2194560"/>
            <a:ext cx="8138159" cy="2240279"/>
            <a:chOff x="2026767" y="2194560"/>
            <a:chExt cx="8138159" cy="2240279"/>
          </a:xfrm>
        </p:grpSpPr>
        <p:sp>
          <p:nvSpPr>
            <p:cNvPr id="4" name="Oval 3"/>
            <p:cNvSpPr/>
            <p:nvPr/>
          </p:nvSpPr>
          <p:spPr>
            <a:xfrm>
              <a:off x="220964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194560"/>
              <a:ext cx="2103120" cy="210312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5130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6392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0964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2676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04428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5044287" y="2194560"/>
              <a:ext cx="2103120" cy="210312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48594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9856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4428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140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87892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7878927" y="2194560"/>
              <a:ext cx="2103120" cy="210312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832058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83320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7892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9604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4카드 · blue_500</a:t>
            </a:r>
          </a:p>
        </p:txBody>
      </p:sp>
      <p:grpSp>
        <p:nvGrpSpPr>
          <p:cNvPr id="28" name="asset:KPI-103"/>
          <p:cNvGrpSpPr/>
          <p:nvPr/>
        </p:nvGrpSpPr>
        <p:grpSpPr>
          <a:xfrm>
            <a:off x="1523847" y="2194560"/>
            <a:ext cx="9144000" cy="1920240"/>
            <a:chOff x="1523847" y="2194560"/>
            <a:chExt cx="9144000" cy="1920240"/>
          </a:xfrm>
        </p:grpSpPr>
        <p:sp>
          <p:nvSpPr>
            <p:cNvPr id="4" name="Oval 3"/>
            <p:cNvSpPr/>
            <p:nvPr/>
          </p:nvSpPr>
          <p:spPr>
            <a:xfrm>
              <a:off x="170672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194560"/>
              <a:ext cx="1783080" cy="178308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08117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100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0672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384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03844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4038447" y="2194560"/>
              <a:ext cx="1783080" cy="178308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441289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9272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844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556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37016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6370167" y="2194560"/>
              <a:ext cx="1783080" cy="178308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74461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32444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7016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8728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70188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8701887" y="2194560"/>
              <a:ext cx="1783080" cy="178308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07633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65616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0188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1900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5카드 · teal_500</a:t>
            </a:r>
          </a:p>
        </p:txBody>
      </p:sp>
      <p:grpSp>
        <p:nvGrpSpPr>
          <p:cNvPr id="34" name="asset:KPI-104"/>
          <p:cNvGrpSpPr/>
          <p:nvPr/>
        </p:nvGrpSpPr>
        <p:grpSpPr>
          <a:xfrm>
            <a:off x="1432407" y="2194560"/>
            <a:ext cx="9326880" cy="1600200"/>
            <a:chOff x="1432407" y="2194560"/>
            <a:chExt cx="9326880" cy="1600200"/>
          </a:xfrm>
        </p:grpSpPr>
        <p:sp>
          <p:nvSpPr>
            <p:cNvPr id="4" name="Oval 3"/>
            <p:cNvSpPr/>
            <p:nvPr/>
          </p:nvSpPr>
          <p:spPr>
            <a:xfrm>
              <a:off x="161528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194560"/>
              <a:ext cx="1463040" cy="14630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2252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1528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3240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8980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3489807" y="2194560"/>
              <a:ext cx="1463040" cy="14630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79704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4408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8980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0692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36432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5364327" y="2194560"/>
              <a:ext cx="1463040" cy="146304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67156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31860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432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8144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23884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7238847" y="2194560"/>
              <a:ext cx="1463040" cy="146304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54608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9312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3884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5596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911336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ie 28"/>
            <p:cNvSpPr/>
            <p:nvPr/>
          </p:nvSpPr>
          <p:spPr>
            <a:xfrm>
              <a:off x="9113367" y="2194560"/>
              <a:ext cx="1463040" cy="1463040"/>
            </a:xfrm>
            <a:prstGeom prst="pie">
              <a:avLst>
                <a:gd name="adj1" fmla="val 18000000"/>
                <a:gd name="adj2" fmla="val 31139999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42060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06764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1336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3048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2카드 · cyan_500</a:t>
            </a:r>
          </a:p>
        </p:txBody>
      </p:sp>
      <p:grpSp>
        <p:nvGrpSpPr>
          <p:cNvPr id="16" name="asset:KPI-105"/>
          <p:cNvGrpSpPr/>
          <p:nvPr/>
        </p:nvGrpSpPr>
        <p:grpSpPr>
          <a:xfrm>
            <a:off x="3078327" y="2194560"/>
            <a:ext cx="6035040" cy="2514600"/>
            <a:chOff x="3078327" y="2194560"/>
            <a:chExt cx="6035040" cy="2514600"/>
          </a:xfrm>
        </p:grpSpPr>
        <p:sp>
          <p:nvSpPr>
            <p:cNvPr id="4" name="Oval 3"/>
            <p:cNvSpPr/>
            <p:nvPr/>
          </p:nvSpPr>
          <p:spPr>
            <a:xfrm>
              <a:off x="326120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194560"/>
              <a:ext cx="2377440" cy="23774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76047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548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120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7832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5304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6553047" y="2194560"/>
              <a:ext cx="2377440" cy="23774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05231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0732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304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3카드 · purple_600</a:t>
            </a:r>
          </a:p>
        </p:txBody>
      </p:sp>
      <p:grpSp>
        <p:nvGrpSpPr>
          <p:cNvPr id="22" name="asset:KPI-106"/>
          <p:cNvGrpSpPr/>
          <p:nvPr/>
        </p:nvGrpSpPr>
        <p:grpSpPr>
          <a:xfrm>
            <a:off x="2026767" y="2194560"/>
            <a:ext cx="8138159" cy="2240279"/>
            <a:chOff x="2026767" y="2194560"/>
            <a:chExt cx="8138159" cy="2240279"/>
          </a:xfrm>
        </p:grpSpPr>
        <p:sp>
          <p:nvSpPr>
            <p:cNvPr id="4" name="Oval 3"/>
            <p:cNvSpPr/>
            <p:nvPr/>
          </p:nvSpPr>
          <p:spPr>
            <a:xfrm>
              <a:off x="220964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209647" y="2194560"/>
              <a:ext cx="2103120" cy="210312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5130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6392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0964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2676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04428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5044287" y="2194560"/>
              <a:ext cx="2103120" cy="210312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48594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9856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4428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140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878927" y="2194560"/>
              <a:ext cx="2103120" cy="21031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7878927" y="2194560"/>
              <a:ext cx="2103120" cy="210312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8320582" y="2636215"/>
              <a:ext cx="1219809" cy="1219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833207" y="3246120"/>
              <a:ext cx="2194560" cy="1188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78927" y="2624327"/>
              <a:ext cx="21031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96047" y="3355848"/>
              <a:ext cx="246887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4카드 · navy_600</a:t>
            </a:r>
          </a:p>
        </p:txBody>
      </p:sp>
      <p:grpSp>
        <p:nvGrpSpPr>
          <p:cNvPr id="28" name="asset:KPI-107"/>
          <p:cNvGrpSpPr/>
          <p:nvPr/>
        </p:nvGrpSpPr>
        <p:grpSpPr>
          <a:xfrm>
            <a:off x="1523847" y="2194560"/>
            <a:ext cx="9144000" cy="1920240"/>
            <a:chOff x="1523847" y="2194560"/>
            <a:chExt cx="9144000" cy="1920240"/>
          </a:xfrm>
        </p:grpSpPr>
        <p:sp>
          <p:nvSpPr>
            <p:cNvPr id="4" name="Oval 3"/>
            <p:cNvSpPr/>
            <p:nvPr/>
          </p:nvSpPr>
          <p:spPr>
            <a:xfrm>
              <a:off x="170672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706727" y="2194560"/>
              <a:ext cx="1783080" cy="178308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08117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100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0672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384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03844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4038447" y="2194560"/>
              <a:ext cx="1783080" cy="178308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441289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9272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844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556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37016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6370167" y="2194560"/>
              <a:ext cx="1783080" cy="178308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74461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32444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7016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8728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701887" y="2194560"/>
              <a:ext cx="1783080" cy="178308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8701887" y="2194560"/>
              <a:ext cx="1783080" cy="178308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076334" y="2569006"/>
              <a:ext cx="1034186" cy="10341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656167" y="3086100"/>
              <a:ext cx="1874519" cy="102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01887" y="2464308"/>
              <a:ext cx="17830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19007" y="3195828"/>
              <a:ext cx="21488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5카드 · navy_800</a:t>
            </a:r>
          </a:p>
        </p:txBody>
      </p:sp>
      <p:grpSp>
        <p:nvGrpSpPr>
          <p:cNvPr id="34" name="asset:KPI-108"/>
          <p:cNvGrpSpPr/>
          <p:nvPr/>
        </p:nvGrpSpPr>
        <p:grpSpPr>
          <a:xfrm>
            <a:off x="1432407" y="2194560"/>
            <a:ext cx="9326880" cy="1600200"/>
            <a:chOff x="1432407" y="2194560"/>
            <a:chExt cx="9326880" cy="1600200"/>
          </a:xfrm>
        </p:grpSpPr>
        <p:sp>
          <p:nvSpPr>
            <p:cNvPr id="4" name="Oval 3"/>
            <p:cNvSpPr/>
            <p:nvPr/>
          </p:nvSpPr>
          <p:spPr>
            <a:xfrm>
              <a:off x="161528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615287" y="2194560"/>
              <a:ext cx="1463040" cy="14630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2252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1528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3240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8980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3489807" y="2194560"/>
              <a:ext cx="1463040" cy="14630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79704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4408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8980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0692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36432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5364327" y="2194560"/>
              <a:ext cx="1463040" cy="1463040"/>
            </a:xfrm>
            <a:prstGeom prst="pie">
              <a:avLst>
                <a:gd name="adj1" fmla="val 18000000"/>
                <a:gd name="adj2" fmla="val 30239999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67156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31860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432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8144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23884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Pie 22"/>
            <p:cNvSpPr/>
            <p:nvPr/>
          </p:nvSpPr>
          <p:spPr>
            <a:xfrm>
              <a:off x="7238847" y="2194560"/>
              <a:ext cx="1463040" cy="146304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54608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9312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3884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5596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9113367" y="2194560"/>
              <a:ext cx="1463040" cy="14630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Pie 28"/>
            <p:cNvSpPr/>
            <p:nvPr/>
          </p:nvSpPr>
          <p:spPr>
            <a:xfrm>
              <a:off x="9113367" y="2194560"/>
              <a:ext cx="1463040" cy="1463040"/>
            </a:xfrm>
            <a:prstGeom prst="pie">
              <a:avLst>
                <a:gd name="adj1" fmla="val 18000000"/>
                <a:gd name="adj2" fmla="val 31139999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420606" y="2501798"/>
              <a:ext cx="848563" cy="848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067647" y="2926080"/>
              <a:ext cx="15544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13367" y="2304288"/>
              <a:ext cx="14630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30487" y="303580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· 2카드 · blue_500</a:t>
            </a:r>
          </a:p>
        </p:txBody>
      </p:sp>
      <p:grpSp>
        <p:nvGrpSpPr>
          <p:cNvPr id="16" name="asset:KPI-109"/>
          <p:cNvGrpSpPr/>
          <p:nvPr/>
        </p:nvGrpSpPr>
        <p:grpSpPr>
          <a:xfrm>
            <a:off x="3078327" y="2194560"/>
            <a:ext cx="6035040" cy="2514600"/>
            <a:chOff x="3078327" y="2194560"/>
            <a:chExt cx="6035040" cy="2514600"/>
          </a:xfrm>
        </p:grpSpPr>
        <p:sp>
          <p:nvSpPr>
            <p:cNvPr id="4" name="Oval 3"/>
            <p:cNvSpPr/>
            <p:nvPr/>
          </p:nvSpPr>
          <p:spPr>
            <a:xfrm>
              <a:off x="326120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3261207" y="2194560"/>
              <a:ext cx="2377440" cy="237744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76047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548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120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7832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53047" y="2194560"/>
              <a:ext cx="2377440" cy="237744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6553047" y="2194560"/>
              <a:ext cx="2377440" cy="2377440"/>
            </a:xfrm>
            <a:prstGeom prst="pie">
              <a:avLst>
                <a:gd name="adj1" fmla="val 18000000"/>
                <a:gd name="adj2" fmla="val 3276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052310" y="2693822"/>
              <a:ext cx="1378915" cy="13789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07327" y="3383280"/>
              <a:ext cx="2468880" cy="1325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53047" y="2761488"/>
              <a:ext cx="237744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493008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