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0058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 + 지표 가로 스트립 (4행)</a:t>
            </a:r>
          </a:p>
        </p:txBody>
      </p:sp>
      <p:grpSp>
        <p:nvGrpSpPr>
          <p:cNvPr id="20" name="asset:KPI-012"/>
          <p:cNvGrpSpPr/>
          <p:nvPr/>
        </p:nvGrpSpPr>
        <p:grpSpPr>
          <a:xfrm>
            <a:off x="1066647" y="1188720"/>
            <a:ext cx="10058400" cy="4151376"/>
            <a:chOff x="1066647" y="1188720"/>
            <a:chExt cx="10058400" cy="4151376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188720"/>
              <a:ext cx="10058400" cy="914400"/>
            </a:xfrm>
            <a:prstGeom prst="roundRect">
              <a:avLst>
                <a:gd name="adj" fmla="val 14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340967" y="1344168"/>
              <a:ext cx="603504" cy="603504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09647" y="1188720"/>
              <a:ext cx="2377440" cy="91440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8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907127" y="1188720"/>
              <a:ext cx="5943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2267712"/>
              <a:ext cx="10058400" cy="914400"/>
            </a:xfrm>
            <a:prstGeom prst="roundRect">
              <a:avLst>
                <a:gd name="adj" fmla="val 14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340967" y="2423160"/>
              <a:ext cx="603504" cy="603504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09647" y="2267712"/>
              <a:ext cx="2377440" cy="91440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07127" y="2267712"/>
              <a:ext cx="5943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66647" y="3346704"/>
              <a:ext cx="10058400" cy="914400"/>
            </a:xfrm>
            <a:prstGeom prst="roundRect">
              <a:avLst>
                <a:gd name="adj" fmla="val 14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1340967" y="3502152"/>
              <a:ext cx="603504" cy="603504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09647" y="3346704"/>
              <a:ext cx="2377440" cy="91440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8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907127" y="3346704"/>
              <a:ext cx="5943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066647" y="4425696"/>
              <a:ext cx="10058400" cy="914400"/>
            </a:xfrm>
            <a:prstGeom prst="roundRect">
              <a:avLst>
                <a:gd name="adj" fmla="val 14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1340967" y="4581144"/>
              <a:ext cx="603504" cy="603504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209647" y="4425696"/>
              <a:ext cx="2377440" cy="91440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8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907127" y="4425696"/>
              <a:ext cx="5943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0058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큰숫자 좌 · 라벨 우 카드</a:t>
            </a:r>
          </a:p>
        </p:txBody>
      </p:sp>
      <p:grpSp>
        <p:nvGrpSpPr>
          <p:cNvPr id="19" name="asset:KPI-013"/>
          <p:cNvGrpSpPr/>
          <p:nvPr/>
        </p:nvGrpSpPr>
        <p:grpSpPr>
          <a:xfrm>
            <a:off x="1066647" y="1280160"/>
            <a:ext cx="10058400" cy="4754880"/>
            <a:chOff x="1066647" y="1280160"/>
            <a:chExt cx="10058400" cy="47548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280160"/>
              <a:ext cx="10058400" cy="13716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280160"/>
              <a:ext cx="146304" cy="13716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280160"/>
              <a:ext cx="3657600" cy="137160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7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455767" y="1554480"/>
              <a:ext cx="18288" cy="82296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775807" y="1280160"/>
              <a:ext cx="5120640" cy="13716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 DB 구축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066647" y="2971800"/>
              <a:ext cx="10058400" cy="13716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66647" y="2971800"/>
              <a:ext cx="146304" cy="13716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23847" y="2971800"/>
              <a:ext cx="3657600" cy="137160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7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455767" y="3246120"/>
              <a:ext cx="18288" cy="82296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75807" y="2971800"/>
              <a:ext cx="5120640" cy="13716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누적 수출상담 성사액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66647" y="4663440"/>
              <a:ext cx="10058400" cy="13716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66647" y="4663440"/>
              <a:ext cx="146304" cy="13716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23847" y="4663440"/>
              <a:ext cx="3657600" cy="137160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7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455767" y="4937759"/>
              <a:ext cx="18288" cy="82296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775807" y="4663440"/>
              <a:ext cx="5120640" cy="13716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연간 목표 대비 달성률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0058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(미니 막대 + 숫자)</a:t>
            </a:r>
          </a:p>
        </p:txBody>
      </p:sp>
      <p:grpSp>
        <p:nvGrpSpPr>
          <p:cNvPr id="31" name="asset:KPI-014"/>
          <p:cNvGrpSpPr/>
          <p:nvPr/>
        </p:nvGrpSpPr>
        <p:grpSpPr>
          <a:xfrm>
            <a:off x="457200" y="1554480"/>
            <a:ext cx="11277294" cy="3017520"/>
            <a:chOff x="457200" y="1554480"/>
            <a:chExt cx="11277294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554480"/>
              <a:ext cx="3515258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1828800"/>
              <a:ext cx="305805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2194560"/>
              <a:ext cx="30580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5800" y="2971800"/>
              <a:ext cx="3058058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+18%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144981" y="3749039"/>
              <a:ext cx="310896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02181" y="3547872"/>
              <a:ext cx="310896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59381" y="3639311"/>
              <a:ext cx="310896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16581" y="3337559"/>
              <a:ext cx="310896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973781" y="3063239"/>
              <a:ext cx="310896" cy="11430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338218" y="1554480"/>
              <a:ext cx="3515258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566818" y="1828800"/>
              <a:ext cx="305805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66818" y="2194560"/>
              <a:ext cx="30580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566818" y="2971800"/>
              <a:ext cx="3058058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+27%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025999" y="3749039"/>
              <a:ext cx="310896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483199" y="3547872"/>
              <a:ext cx="310896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940399" y="3639311"/>
              <a:ext cx="310896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397599" y="3337559"/>
              <a:ext cx="310896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854799" y="3063239"/>
              <a:ext cx="310896" cy="11430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219236" y="1554480"/>
              <a:ext cx="3515258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447836" y="1828800"/>
              <a:ext cx="305805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447836" y="2194560"/>
              <a:ext cx="30580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447836" y="2971800"/>
              <a:ext cx="3058058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+5% 전년比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907018" y="3749039"/>
              <a:ext cx="310896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364218" y="3547872"/>
              <a:ext cx="310896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821418" y="3639311"/>
              <a:ext cx="310896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278618" y="3337559"/>
              <a:ext cx="310896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35818" y="3063239"/>
              <a:ext cx="310896" cy="1143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0058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(가로 띠 4지표)</a:t>
            </a:r>
          </a:p>
        </p:txBody>
      </p:sp>
      <p:grpSp>
        <p:nvGrpSpPr>
          <p:cNvPr id="16" name="asset:KPI-018"/>
          <p:cNvGrpSpPr/>
          <p:nvPr/>
        </p:nvGrpSpPr>
        <p:grpSpPr>
          <a:xfrm>
            <a:off x="550011" y="2377440"/>
            <a:ext cx="11091672" cy="1828800"/>
            <a:chOff x="550011" y="2377440"/>
            <a:chExt cx="11091672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550011" y="2377440"/>
              <a:ext cx="11091672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50011" y="2743200"/>
              <a:ext cx="277291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50011" y="3611879"/>
              <a:ext cx="2772918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 기업정보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322929" y="2697480"/>
              <a:ext cx="18288" cy="118872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22929" y="2743200"/>
              <a:ext cx="277291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322929" y="3611879"/>
              <a:ext cx="2772918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095847" y="2697480"/>
              <a:ext cx="18288" cy="118872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95847" y="2743200"/>
              <a:ext cx="277291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95847" y="3611879"/>
              <a:ext cx="2772918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868765" y="2697480"/>
              <a:ext cx="18288" cy="118872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868765" y="2743200"/>
              <a:ext cx="277291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868765" y="3611879"/>
              <a:ext cx="2772918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