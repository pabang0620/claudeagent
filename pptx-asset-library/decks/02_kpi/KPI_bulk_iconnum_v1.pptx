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KPI-058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아이콘원+숫자 카드 · 2카드 · blue_500</a:t>
            </a:r>
          </a:p>
        </p:txBody>
      </p:sp>
      <p:grpSp>
        <p:nvGrpSpPr>
          <p:cNvPr id="12" name="asset:KPI-058"/>
          <p:cNvGrpSpPr/>
          <p:nvPr/>
        </p:nvGrpSpPr>
        <p:grpSpPr>
          <a:xfrm>
            <a:off x="838047" y="1828800"/>
            <a:ext cx="10515600" cy="2743200"/>
            <a:chOff x="838047" y="1828800"/>
            <a:chExt cx="10515600" cy="274320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828800"/>
              <a:ext cx="5074920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2918307" y="2103120"/>
              <a:ext cx="914400" cy="91440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3063240"/>
              <a:ext cx="5074920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29487" y="3977639"/>
              <a:ext cx="489204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78727" y="1828800"/>
              <a:ext cx="5074920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8358987" y="2103120"/>
              <a:ext cx="914400" cy="91440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278727" y="3063240"/>
              <a:ext cx="5074920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370167" y="3977639"/>
              <a:ext cx="489204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KPI-059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아이콘원+숫자 카드 · 3카드 · teal_500</a:t>
            </a:r>
          </a:p>
        </p:txBody>
      </p:sp>
      <p:grpSp>
        <p:nvGrpSpPr>
          <p:cNvPr id="16" name="asset:KPI-059"/>
          <p:cNvGrpSpPr/>
          <p:nvPr/>
        </p:nvGrpSpPr>
        <p:grpSpPr>
          <a:xfrm>
            <a:off x="838047" y="1828800"/>
            <a:ext cx="10515600" cy="2743200"/>
            <a:chOff x="838047" y="1828800"/>
            <a:chExt cx="10515600" cy="274320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828800"/>
              <a:ext cx="3261360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2011527" y="2103120"/>
              <a:ext cx="914400" cy="91440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3063240"/>
              <a:ext cx="3261360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29487" y="3977639"/>
              <a:ext cx="30784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465167" y="1828800"/>
              <a:ext cx="3261360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5638647" y="2103120"/>
              <a:ext cx="914400" cy="91440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465167" y="3063240"/>
              <a:ext cx="3261360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556607" y="3977639"/>
              <a:ext cx="30784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092287" y="1828800"/>
              <a:ext cx="3261360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9265767" y="2103120"/>
              <a:ext cx="914400" cy="91440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092287" y="3063240"/>
              <a:ext cx="3261360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183727" y="3977639"/>
              <a:ext cx="30784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KPI-060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아이콘원+숫자 카드 · 4카드 · cyan_500</a:t>
            </a:r>
          </a:p>
        </p:txBody>
      </p:sp>
      <p:grpSp>
        <p:nvGrpSpPr>
          <p:cNvPr id="20" name="asset:KPI-060"/>
          <p:cNvGrpSpPr/>
          <p:nvPr/>
        </p:nvGrpSpPr>
        <p:grpSpPr>
          <a:xfrm>
            <a:off x="838047" y="1828800"/>
            <a:ext cx="10515600" cy="2743200"/>
            <a:chOff x="838047" y="1828800"/>
            <a:chExt cx="10515600" cy="274320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828800"/>
              <a:ext cx="2354580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1558137" y="2103120"/>
              <a:ext cx="914400" cy="91440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3063240"/>
              <a:ext cx="2354580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6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29487" y="3977639"/>
              <a:ext cx="217170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558387" y="1828800"/>
              <a:ext cx="2354580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4278477" y="2103120"/>
              <a:ext cx="914400" cy="91440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58387" y="3063240"/>
              <a:ext cx="2354580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6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649827" y="3977639"/>
              <a:ext cx="217170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78727" y="1828800"/>
              <a:ext cx="2354580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6998817" y="2103120"/>
              <a:ext cx="914400" cy="91440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278727" y="3063240"/>
              <a:ext cx="2354580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6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370167" y="3977639"/>
              <a:ext cx="217170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8999067" y="1828800"/>
              <a:ext cx="2354580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>
              <a:off x="9719157" y="2103120"/>
              <a:ext cx="914400" cy="91440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999067" y="3063240"/>
              <a:ext cx="2354580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6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090507" y="3977639"/>
              <a:ext cx="217170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KPI-061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아이콘원+숫자 카드 · 5카드 · purple_600</a:t>
            </a:r>
          </a:p>
        </p:txBody>
      </p:sp>
      <p:grpSp>
        <p:nvGrpSpPr>
          <p:cNvPr id="24" name="asset:KPI-061"/>
          <p:cNvGrpSpPr/>
          <p:nvPr/>
        </p:nvGrpSpPr>
        <p:grpSpPr>
          <a:xfrm>
            <a:off x="838047" y="1828800"/>
            <a:ext cx="10515600" cy="2743200"/>
            <a:chOff x="838047" y="1828800"/>
            <a:chExt cx="10515600" cy="274320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828800"/>
              <a:ext cx="1810512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1363096" y="2103120"/>
              <a:ext cx="760415" cy="760415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2909255"/>
              <a:ext cx="1810512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29487" y="3977639"/>
              <a:ext cx="1627632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014319" y="1828800"/>
              <a:ext cx="1810512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3539368" y="2103120"/>
              <a:ext cx="760415" cy="760415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014319" y="2909255"/>
              <a:ext cx="1810512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105759" y="3977639"/>
              <a:ext cx="1627632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5190591" y="1828800"/>
              <a:ext cx="1810512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5715640" y="2103120"/>
              <a:ext cx="760415" cy="760415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190591" y="2909255"/>
              <a:ext cx="1810512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282031" y="3977639"/>
              <a:ext cx="1627632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366863" y="1828800"/>
              <a:ext cx="1810512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>
              <a:off x="7891912" y="2103120"/>
              <a:ext cx="760415" cy="760415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366863" y="2909255"/>
              <a:ext cx="1810512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458303" y="3977639"/>
              <a:ext cx="1627632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9543135" y="1828800"/>
              <a:ext cx="1810512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10068184" y="2103120"/>
              <a:ext cx="760415" cy="760415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9543135" y="2909255"/>
              <a:ext cx="1810512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634575" y="3977639"/>
              <a:ext cx="1627632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KPI-062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아이콘원+숫자 카드 · 2카드 · navy_600</a:t>
            </a:r>
          </a:p>
        </p:txBody>
      </p:sp>
      <p:grpSp>
        <p:nvGrpSpPr>
          <p:cNvPr id="12" name="asset:KPI-062"/>
          <p:cNvGrpSpPr/>
          <p:nvPr/>
        </p:nvGrpSpPr>
        <p:grpSpPr>
          <a:xfrm>
            <a:off x="838047" y="1828800"/>
            <a:ext cx="10515600" cy="2743200"/>
            <a:chOff x="838047" y="1828800"/>
            <a:chExt cx="10515600" cy="274320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828800"/>
              <a:ext cx="5074920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2918307" y="2103120"/>
              <a:ext cx="914400" cy="91440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3063240"/>
              <a:ext cx="5074920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29487" y="3977639"/>
              <a:ext cx="489204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78727" y="1828800"/>
              <a:ext cx="5074920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8358987" y="2103120"/>
              <a:ext cx="914400" cy="91440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278727" y="3063240"/>
              <a:ext cx="5074920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370167" y="3977639"/>
              <a:ext cx="489204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KPI-063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아이콘원+숫자 카드 · 3카드 · navy_800</a:t>
            </a:r>
          </a:p>
        </p:txBody>
      </p:sp>
      <p:grpSp>
        <p:nvGrpSpPr>
          <p:cNvPr id="16" name="asset:KPI-063"/>
          <p:cNvGrpSpPr/>
          <p:nvPr/>
        </p:nvGrpSpPr>
        <p:grpSpPr>
          <a:xfrm>
            <a:off x="838047" y="1828800"/>
            <a:ext cx="10515600" cy="2743200"/>
            <a:chOff x="838047" y="1828800"/>
            <a:chExt cx="10515600" cy="274320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828800"/>
              <a:ext cx="3261360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2011527" y="2103120"/>
              <a:ext cx="914400" cy="914400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3063240"/>
              <a:ext cx="3261360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29487" y="3977639"/>
              <a:ext cx="30784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465167" y="1828800"/>
              <a:ext cx="3261360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5638647" y="2103120"/>
              <a:ext cx="914400" cy="914400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465167" y="3063240"/>
              <a:ext cx="3261360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556607" y="3977639"/>
              <a:ext cx="30784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092287" y="1828800"/>
              <a:ext cx="3261360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9265767" y="2103120"/>
              <a:ext cx="914400" cy="914400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092287" y="3063240"/>
              <a:ext cx="3261360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183727" y="3977639"/>
              <a:ext cx="30784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KPI-064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아이콘원+숫자 카드 · 4카드 · blue_500</a:t>
            </a:r>
          </a:p>
        </p:txBody>
      </p:sp>
      <p:grpSp>
        <p:nvGrpSpPr>
          <p:cNvPr id="20" name="asset:KPI-064"/>
          <p:cNvGrpSpPr/>
          <p:nvPr/>
        </p:nvGrpSpPr>
        <p:grpSpPr>
          <a:xfrm>
            <a:off x="838047" y="1828800"/>
            <a:ext cx="10515600" cy="2743200"/>
            <a:chOff x="838047" y="1828800"/>
            <a:chExt cx="10515600" cy="274320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828800"/>
              <a:ext cx="2354580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1558137" y="2103120"/>
              <a:ext cx="914400" cy="91440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3063240"/>
              <a:ext cx="2354580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6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29487" y="3977639"/>
              <a:ext cx="217170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558387" y="1828800"/>
              <a:ext cx="2354580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4278477" y="2103120"/>
              <a:ext cx="914400" cy="91440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58387" y="3063240"/>
              <a:ext cx="2354580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6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649827" y="3977639"/>
              <a:ext cx="217170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78727" y="1828800"/>
              <a:ext cx="2354580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6998817" y="2103120"/>
              <a:ext cx="914400" cy="91440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278727" y="3063240"/>
              <a:ext cx="2354580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6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370167" y="3977639"/>
              <a:ext cx="217170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8999067" y="1828800"/>
              <a:ext cx="2354580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>
              <a:off x="9719157" y="2103120"/>
              <a:ext cx="914400" cy="91440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999067" y="3063240"/>
              <a:ext cx="2354580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6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090507" y="3977639"/>
              <a:ext cx="217170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KPI-065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아이콘원+숫자 카드 · 5카드 · teal_500</a:t>
            </a:r>
          </a:p>
        </p:txBody>
      </p:sp>
      <p:grpSp>
        <p:nvGrpSpPr>
          <p:cNvPr id="24" name="asset:KPI-065"/>
          <p:cNvGrpSpPr/>
          <p:nvPr/>
        </p:nvGrpSpPr>
        <p:grpSpPr>
          <a:xfrm>
            <a:off x="838047" y="1828800"/>
            <a:ext cx="10515600" cy="2743200"/>
            <a:chOff x="838047" y="1828800"/>
            <a:chExt cx="10515600" cy="274320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828800"/>
              <a:ext cx="1810512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1363096" y="2103120"/>
              <a:ext cx="760415" cy="760415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2909255"/>
              <a:ext cx="1810512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29487" y="3977639"/>
              <a:ext cx="1627632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014319" y="1828800"/>
              <a:ext cx="1810512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3539368" y="2103120"/>
              <a:ext cx="760415" cy="760415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014319" y="2909255"/>
              <a:ext cx="1810512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105759" y="3977639"/>
              <a:ext cx="1627632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5190591" y="1828800"/>
              <a:ext cx="1810512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5715640" y="2103120"/>
              <a:ext cx="760415" cy="760415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190591" y="2909255"/>
              <a:ext cx="1810512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282031" y="3977639"/>
              <a:ext cx="1627632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366863" y="1828800"/>
              <a:ext cx="1810512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>
              <a:off x="7891912" y="2103120"/>
              <a:ext cx="760415" cy="760415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366863" y="2909255"/>
              <a:ext cx="1810512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458303" y="3977639"/>
              <a:ext cx="1627632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9543135" y="1828800"/>
              <a:ext cx="1810512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10068184" y="2103120"/>
              <a:ext cx="760415" cy="760415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9543135" y="2909255"/>
              <a:ext cx="1810512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634575" y="3977639"/>
              <a:ext cx="1627632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KPI-066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아이콘원+숫자 카드 · 2카드 · cyan_500</a:t>
            </a:r>
          </a:p>
        </p:txBody>
      </p:sp>
      <p:grpSp>
        <p:nvGrpSpPr>
          <p:cNvPr id="12" name="asset:KPI-066"/>
          <p:cNvGrpSpPr/>
          <p:nvPr/>
        </p:nvGrpSpPr>
        <p:grpSpPr>
          <a:xfrm>
            <a:off x="838047" y="1828800"/>
            <a:ext cx="10515600" cy="2743200"/>
            <a:chOff x="838047" y="1828800"/>
            <a:chExt cx="10515600" cy="274320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828800"/>
              <a:ext cx="5074920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2918307" y="2103120"/>
              <a:ext cx="914400" cy="91440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3063240"/>
              <a:ext cx="5074920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29487" y="3977639"/>
              <a:ext cx="489204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78727" y="1828800"/>
              <a:ext cx="5074920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8358987" y="2103120"/>
              <a:ext cx="914400" cy="91440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278727" y="3063240"/>
              <a:ext cx="5074920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370167" y="3977639"/>
              <a:ext cx="489204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KPI-067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아이콘원+숫자 카드 · 3카드 · purple_600</a:t>
            </a:r>
          </a:p>
        </p:txBody>
      </p:sp>
      <p:grpSp>
        <p:nvGrpSpPr>
          <p:cNvPr id="16" name="asset:KPI-067"/>
          <p:cNvGrpSpPr/>
          <p:nvPr/>
        </p:nvGrpSpPr>
        <p:grpSpPr>
          <a:xfrm>
            <a:off x="838047" y="1828800"/>
            <a:ext cx="10515600" cy="2743200"/>
            <a:chOff x="838047" y="1828800"/>
            <a:chExt cx="10515600" cy="274320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828800"/>
              <a:ext cx="3261360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2011527" y="2103120"/>
              <a:ext cx="914400" cy="91440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3063240"/>
              <a:ext cx="3261360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29487" y="3977639"/>
              <a:ext cx="30784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465167" y="1828800"/>
              <a:ext cx="3261360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5638647" y="2103120"/>
              <a:ext cx="914400" cy="91440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465167" y="3063240"/>
              <a:ext cx="3261360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556607" y="3977639"/>
              <a:ext cx="30784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092287" y="1828800"/>
              <a:ext cx="3261360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9265767" y="2103120"/>
              <a:ext cx="914400" cy="91440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092287" y="3063240"/>
              <a:ext cx="3261360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183727" y="3977639"/>
              <a:ext cx="30784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아이콘원+숫자 카드 · 4카드 · navy_600</a:t>
            </a:r>
          </a:p>
        </p:txBody>
      </p:sp>
      <p:grpSp>
        <p:nvGrpSpPr>
          <p:cNvPr id="20" name="asset:KPI-068"/>
          <p:cNvGrpSpPr/>
          <p:nvPr/>
        </p:nvGrpSpPr>
        <p:grpSpPr>
          <a:xfrm>
            <a:off x="838047" y="1828800"/>
            <a:ext cx="10515600" cy="2743200"/>
            <a:chOff x="838047" y="1828800"/>
            <a:chExt cx="10515600" cy="274320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828800"/>
              <a:ext cx="2354580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1558137" y="2103120"/>
              <a:ext cx="914400" cy="91440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3063240"/>
              <a:ext cx="2354580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6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29487" y="3977639"/>
              <a:ext cx="217170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558387" y="1828800"/>
              <a:ext cx="2354580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4278477" y="2103120"/>
              <a:ext cx="914400" cy="91440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58387" y="3063240"/>
              <a:ext cx="2354580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6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649827" y="3977639"/>
              <a:ext cx="217170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78727" y="1828800"/>
              <a:ext cx="2354580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6998817" y="2103120"/>
              <a:ext cx="914400" cy="91440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278727" y="3063240"/>
              <a:ext cx="2354580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6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370167" y="3977639"/>
              <a:ext cx="217170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8999067" y="1828800"/>
              <a:ext cx="2354580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>
              <a:off x="9719157" y="2103120"/>
              <a:ext cx="914400" cy="91440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999067" y="3063240"/>
              <a:ext cx="2354580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6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090507" y="3977639"/>
              <a:ext cx="217170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KPI-069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아이콘원+숫자 카드 · 5카드 · navy_800</a:t>
            </a:r>
          </a:p>
        </p:txBody>
      </p:sp>
      <p:grpSp>
        <p:nvGrpSpPr>
          <p:cNvPr id="24" name="asset:KPI-069"/>
          <p:cNvGrpSpPr/>
          <p:nvPr/>
        </p:nvGrpSpPr>
        <p:grpSpPr>
          <a:xfrm>
            <a:off x="838047" y="1828800"/>
            <a:ext cx="10515600" cy="2743200"/>
            <a:chOff x="838047" y="1828800"/>
            <a:chExt cx="10515600" cy="274320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828800"/>
              <a:ext cx="1810512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1363096" y="2103120"/>
              <a:ext cx="760415" cy="760415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2909255"/>
              <a:ext cx="1810512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29487" y="3977639"/>
              <a:ext cx="1627632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014319" y="1828800"/>
              <a:ext cx="1810512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3539368" y="2103120"/>
              <a:ext cx="760415" cy="760415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014319" y="2909255"/>
              <a:ext cx="1810512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105759" y="3977639"/>
              <a:ext cx="1627632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5190591" y="1828800"/>
              <a:ext cx="1810512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5715640" y="2103120"/>
              <a:ext cx="760415" cy="760415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190591" y="2909255"/>
              <a:ext cx="1810512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282031" y="3977639"/>
              <a:ext cx="1627632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366863" y="1828800"/>
              <a:ext cx="1810512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>
              <a:off x="7891912" y="2103120"/>
              <a:ext cx="760415" cy="760415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366863" y="2909255"/>
              <a:ext cx="1810512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458303" y="3977639"/>
              <a:ext cx="1627632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9543135" y="1828800"/>
              <a:ext cx="1810512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10068184" y="2103120"/>
              <a:ext cx="760415" cy="760415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9543135" y="2909255"/>
              <a:ext cx="1810512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634575" y="3977639"/>
              <a:ext cx="1627632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아이콘원+숫자 카드 · 2카드 · blue_500</a:t>
            </a:r>
          </a:p>
        </p:txBody>
      </p:sp>
      <p:grpSp>
        <p:nvGrpSpPr>
          <p:cNvPr id="12" name="asset:KPI-070"/>
          <p:cNvGrpSpPr/>
          <p:nvPr/>
        </p:nvGrpSpPr>
        <p:grpSpPr>
          <a:xfrm>
            <a:off x="838047" y="1828800"/>
            <a:ext cx="10515600" cy="2743200"/>
            <a:chOff x="838047" y="1828800"/>
            <a:chExt cx="10515600" cy="274320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828800"/>
              <a:ext cx="5074920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2918307" y="2103120"/>
              <a:ext cx="914400" cy="91440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3063240"/>
              <a:ext cx="5074920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29487" y="3977639"/>
              <a:ext cx="489204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78727" y="1828800"/>
              <a:ext cx="5074920" cy="27432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8358987" y="2103120"/>
              <a:ext cx="914400" cy="91440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278727" y="3063240"/>
              <a:ext cx="5074920" cy="7772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370167" y="3977639"/>
              <a:ext cx="489204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