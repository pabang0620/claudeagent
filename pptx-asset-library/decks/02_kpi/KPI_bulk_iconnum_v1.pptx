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2카드 · blue_500</a:t>
            </a:r>
          </a:p>
        </p:txBody>
      </p:sp>
      <p:grpSp>
        <p:nvGrpSpPr>
          <p:cNvPr id="12" name="asset:KPI-058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1830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35898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016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3카드 · teal_500</a:t>
            </a:r>
          </a:p>
        </p:txBody>
      </p:sp>
      <p:grpSp>
        <p:nvGrpSpPr>
          <p:cNvPr id="16" name="asset:KPI-059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11527" y="2103120"/>
              <a:ext cx="914400" cy="9144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638647" y="2103120"/>
              <a:ext cx="914400" cy="9144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5660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265767" y="2103120"/>
              <a:ext cx="914400" cy="9144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8372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4카드 · cyan_500</a:t>
            </a:r>
          </a:p>
        </p:txBody>
      </p:sp>
      <p:grpSp>
        <p:nvGrpSpPr>
          <p:cNvPr id="20" name="asset:KPI-060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55813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427847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4982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99881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971915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9050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5카드 · purple_600</a:t>
            </a:r>
          </a:p>
        </p:txBody>
      </p:sp>
      <p:grpSp>
        <p:nvGrpSpPr>
          <p:cNvPr id="24" name="asset:KPI-061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63096" y="2103120"/>
              <a:ext cx="760415" cy="76041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539368" y="2103120"/>
              <a:ext cx="760415" cy="76041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05759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715640" y="2103120"/>
              <a:ext cx="760415" cy="76041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2031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891912" y="2103120"/>
              <a:ext cx="760415" cy="76041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58303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0068184" y="2103120"/>
              <a:ext cx="760415" cy="760415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34575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2카드 · navy_600</a:t>
            </a:r>
          </a:p>
        </p:txBody>
      </p:sp>
      <p:grpSp>
        <p:nvGrpSpPr>
          <p:cNvPr id="12" name="asset:KPI-062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1830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35898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016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3카드 · navy_800</a:t>
            </a:r>
          </a:p>
        </p:txBody>
      </p:sp>
      <p:grpSp>
        <p:nvGrpSpPr>
          <p:cNvPr id="16" name="asset:KPI-063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11527" y="2103120"/>
              <a:ext cx="914400" cy="9144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638647" y="2103120"/>
              <a:ext cx="914400" cy="9144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5660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265767" y="2103120"/>
              <a:ext cx="914400" cy="9144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8372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4카드 · blue_500</a:t>
            </a:r>
          </a:p>
        </p:txBody>
      </p:sp>
      <p:grpSp>
        <p:nvGrpSpPr>
          <p:cNvPr id="20" name="asset:KPI-064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55813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427847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4982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99881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971915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9050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5카드 · teal_500</a:t>
            </a:r>
          </a:p>
        </p:txBody>
      </p:sp>
      <p:grpSp>
        <p:nvGrpSpPr>
          <p:cNvPr id="24" name="asset:KPI-065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63096" y="2103120"/>
              <a:ext cx="760415" cy="76041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539368" y="2103120"/>
              <a:ext cx="760415" cy="76041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05759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715640" y="2103120"/>
              <a:ext cx="760415" cy="76041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2031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891912" y="2103120"/>
              <a:ext cx="760415" cy="76041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58303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0068184" y="2103120"/>
              <a:ext cx="760415" cy="760415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34575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2카드 · cyan_500</a:t>
            </a:r>
          </a:p>
        </p:txBody>
      </p:sp>
      <p:grpSp>
        <p:nvGrpSpPr>
          <p:cNvPr id="12" name="asset:KPI-066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1830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358987" y="2103120"/>
              <a:ext cx="914400" cy="9144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016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3카드 · purple_600</a:t>
            </a:r>
          </a:p>
        </p:txBody>
      </p:sp>
      <p:grpSp>
        <p:nvGrpSpPr>
          <p:cNvPr id="16" name="asset:KPI-067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011527" y="2103120"/>
              <a:ext cx="914400" cy="9144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638647" y="2103120"/>
              <a:ext cx="914400" cy="9144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5660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828800"/>
              <a:ext cx="326136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9265767" y="2103120"/>
              <a:ext cx="914400" cy="9144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3063240"/>
              <a:ext cx="326136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83727" y="3977639"/>
              <a:ext cx="3078479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4카드 · navy_600</a:t>
            </a:r>
          </a:p>
        </p:txBody>
      </p:sp>
      <p:grpSp>
        <p:nvGrpSpPr>
          <p:cNvPr id="20" name="asset:KPI-068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55813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427847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4982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99881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7016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828800"/>
              <a:ext cx="235458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9719157" y="2103120"/>
              <a:ext cx="914400" cy="9144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3063240"/>
              <a:ext cx="235458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90507" y="3977639"/>
              <a:ext cx="217170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5카드 · navy_800</a:t>
            </a:r>
          </a:p>
        </p:txBody>
      </p:sp>
      <p:grpSp>
        <p:nvGrpSpPr>
          <p:cNvPr id="24" name="asset:KPI-069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363096" y="2103120"/>
              <a:ext cx="760415" cy="76041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3539368" y="2103120"/>
              <a:ext cx="760415" cy="76041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05759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715640" y="2103120"/>
              <a:ext cx="760415" cy="76041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2031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891912" y="2103120"/>
              <a:ext cx="760415" cy="76041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58303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828800"/>
              <a:ext cx="1810512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10068184" y="2103120"/>
              <a:ext cx="760415" cy="760415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2909255"/>
              <a:ext cx="1810512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34575" y="3977639"/>
              <a:ext cx="1627632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아이콘원+숫자 카드 · 2카드 · blue_500</a:t>
            </a:r>
          </a:p>
        </p:txBody>
      </p:sp>
      <p:grpSp>
        <p:nvGrpSpPr>
          <p:cNvPr id="12" name="asset:KPI-070"/>
          <p:cNvGrpSpPr/>
          <p:nvPr/>
        </p:nvGrpSpPr>
        <p:grpSpPr>
          <a:xfrm>
            <a:off x="838047" y="1828800"/>
            <a:ext cx="10515600" cy="2743200"/>
            <a:chOff x="838047" y="1828800"/>
            <a:chExt cx="10515600" cy="274320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91830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948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828800"/>
              <a:ext cx="5074920" cy="27432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24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8358987" y="2103120"/>
              <a:ext cx="914400" cy="9144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ICON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3063240"/>
              <a:ext cx="5074920" cy="77724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4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70167" y="3977639"/>
              <a:ext cx="489204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