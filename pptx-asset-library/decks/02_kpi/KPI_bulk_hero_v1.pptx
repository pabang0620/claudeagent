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히어로 대형숫자 · 2카드 · blue_500</a:t>
            </a:r>
          </a:p>
        </p:txBody>
      </p:sp>
      <p:grpSp>
        <p:nvGrpSpPr>
          <p:cNvPr id="11" name="asset:KPI-123"/>
          <p:cNvGrpSpPr/>
          <p:nvPr/>
        </p:nvGrpSpPr>
        <p:grpSpPr>
          <a:xfrm>
            <a:off x="1066647" y="1645920"/>
            <a:ext cx="10058399" cy="3566160"/>
            <a:chOff x="1066647" y="1645920"/>
            <a:chExt cx="10058399" cy="3566160"/>
          </a:xfrm>
        </p:grpSpPr>
        <p:sp>
          <p:nvSpPr>
            <p:cNvPr id="4" name="Rounded Rectangle 3"/>
            <p:cNvSpPr/>
            <p:nvPr/>
          </p:nvSpPr>
          <p:spPr>
            <a:xfrm>
              <a:off x="1066647" y="1645920"/>
              <a:ext cx="4937760" cy="3566160"/>
            </a:xfrm>
            <a:prstGeom prst="roundRect">
              <a:avLst>
                <a:gd name="adj" fmla="val 8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249527" y="2286000"/>
              <a:ext cx="4572000" cy="14630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7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24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340967" y="4023360"/>
              <a:ext cx="4389120" cy="9144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8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370167" y="1645920"/>
              <a:ext cx="4754879" cy="356616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370167" y="1645920"/>
              <a:ext cx="128016" cy="356616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735927" y="1645920"/>
              <a:ext cx="2139696" cy="35661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24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967063" y="1645920"/>
              <a:ext cx="2066543" cy="35661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히어로 대형숫자 · 3카드 · teal_500</a:t>
            </a:r>
          </a:p>
        </p:txBody>
      </p:sp>
      <p:grpSp>
        <p:nvGrpSpPr>
          <p:cNvPr id="15" name="asset:KPI-124"/>
          <p:cNvGrpSpPr/>
          <p:nvPr/>
        </p:nvGrpSpPr>
        <p:grpSpPr>
          <a:xfrm>
            <a:off x="1066647" y="1645920"/>
            <a:ext cx="10058399" cy="3566160"/>
            <a:chOff x="1066647" y="1645920"/>
            <a:chExt cx="10058399" cy="3566160"/>
          </a:xfrm>
        </p:grpSpPr>
        <p:sp>
          <p:nvSpPr>
            <p:cNvPr id="4" name="Rounded Rectangle 3"/>
            <p:cNvSpPr/>
            <p:nvPr/>
          </p:nvSpPr>
          <p:spPr>
            <a:xfrm>
              <a:off x="1066647" y="1645920"/>
              <a:ext cx="4937760" cy="3566160"/>
            </a:xfrm>
            <a:prstGeom prst="roundRect">
              <a:avLst>
                <a:gd name="adj" fmla="val 8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249527" y="2286000"/>
              <a:ext cx="4572000" cy="14630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7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24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340967" y="4023360"/>
              <a:ext cx="4389120" cy="9144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8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370167" y="1645920"/>
              <a:ext cx="4754879" cy="166878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370167" y="1645920"/>
              <a:ext cx="128016" cy="1668780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735927" y="1645920"/>
              <a:ext cx="2139696" cy="166878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24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967063" y="1645920"/>
              <a:ext cx="2066543" cy="16687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6370167" y="3543300"/>
              <a:ext cx="4754879" cy="166878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370167" y="3543300"/>
              <a:ext cx="128016" cy="1668780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735927" y="3543300"/>
              <a:ext cx="2139696" cy="166878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24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967063" y="3543300"/>
              <a:ext cx="2066543" cy="16687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히어로 대형숫자 · 4카드 · cyan_500</a:t>
            </a:r>
          </a:p>
        </p:txBody>
      </p:sp>
      <p:grpSp>
        <p:nvGrpSpPr>
          <p:cNvPr id="19" name="asset:KPI-125"/>
          <p:cNvGrpSpPr/>
          <p:nvPr/>
        </p:nvGrpSpPr>
        <p:grpSpPr>
          <a:xfrm>
            <a:off x="1066647" y="1645920"/>
            <a:ext cx="10058399" cy="3566160"/>
            <a:chOff x="1066647" y="1645920"/>
            <a:chExt cx="10058399" cy="3566160"/>
          </a:xfrm>
        </p:grpSpPr>
        <p:sp>
          <p:nvSpPr>
            <p:cNvPr id="4" name="Rounded Rectangle 3"/>
            <p:cNvSpPr/>
            <p:nvPr/>
          </p:nvSpPr>
          <p:spPr>
            <a:xfrm>
              <a:off x="1066647" y="1645920"/>
              <a:ext cx="4937760" cy="3566160"/>
            </a:xfrm>
            <a:prstGeom prst="roundRect">
              <a:avLst>
                <a:gd name="adj" fmla="val 8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249527" y="2286000"/>
              <a:ext cx="4572000" cy="14630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7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24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340967" y="4023360"/>
              <a:ext cx="4389120" cy="9144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8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370167" y="1645920"/>
              <a:ext cx="4754879" cy="1036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370167" y="1645920"/>
              <a:ext cx="128016" cy="103632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735927" y="1645920"/>
              <a:ext cx="2139696" cy="103632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24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967063" y="1645920"/>
              <a:ext cx="2066543" cy="1036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6370167" y="2910840"/>
              <a:ext cx="4754879" cy="1036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370167" y="2910840"/>
              <a:ext cx="128016" cy="103632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735927" y="2910840"/>
              <a:ext cx="2139696" cy="103632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24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967063" y="2910840"/>
              <a:ext cx="2066543" cy="1036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370167" y="4175760"/>
              <a:ext cx="4754879" cy="1036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370167" y="4175760"/>
              <a:ext cx="128016" cy="103632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735927" y="4175760"/>
              <a:ext cx="2139696" cy="103632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24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967063" y="4175760"/>
              <a:ext cx="2066543" cy="1036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히어로 대형숫자 · 5카드 · purple_600</a:t>
            </a:r>
          </a:p>
        </p:txBody>
      </p:sp>
      <p:grpSp>
        <p:nvGrpSpPr>
          <p:cNvPr id="23" name="asset:KPI-126"/>
          <p:cNvGrpSpPr/>
          <p:nvPr/>
        </p:nvGrpSpPr>
        <p:grpSpPr>
          <a:xfrm>
            <a:off x="1066647" y="1645920"/>
            <a:ext cx="10058399" cy="3566160"/>
            <a:chOff x="1066647" y="1645920"/>
            <a:chExt cx="10058399" cy="3566160"/>
          </a:xfrm>
        </p:grpSpPr>
        <p:sp>
          <p:nvSpPr>
            <p:cNvPr id="4" name="Rounded Rectangle 3"/>
            <p:cNvSpPr/>
            <p:nvPr/>
          </p:nvSpPr>
          <p:spPr>
            <a:xfrm>
              <a:off x="1066647" y="1645920"/>
              <a:ext cx="4937760" cy="3566160"/>
            </a:xfrm>
            <a:prstGeom prst="roundRect">
              <a:avLst>
                <a:gd name="adj" fmla="val 8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249527" y="2286000"/>
              <a:ext cx="4572000" cy="14630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7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24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340967" y="4023360"/>
              <a:ext cx="4389120" cy="9144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8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370167" y="1645920"/>
              <a:ext cx="4754879" cy="72009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370167" y="1645920"/>
              <a:ext cx="128016" cy="720090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735927" y="1645920"/>
              <a:ext cx="2139696" cy="72009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24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967063" y="1645920"/>
              <a:ext cx="2066543" cy="72009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6370167" y="2594610"/>
              <a:ext cx="4754879" cy="72009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370167" y="2594610"/>
              <a:ext cx="128016" cy="720090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735927" y="2594610"/>
              <a:ext cx="2139696" cy="72009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24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967063" y="2594610"/>
              <a:ext cx="2066543" cy="72009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370167" y="3543300"/>
              <a:ext cx="4754879" cy="72009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370167" y="3543300"/>
              <a:ext cx="128016" cy="720090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735927" y="3543300"/>
              <a:ext cx="2139696" cy="72009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24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967063" y="3543300"/>
              <a:ext cx="2066543" cy="72009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6370167" y="4491990"/>
              <a:ext cx="4754879" cy="72009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370167" y="4491990"/>
              <a:ext cx="128016" cy="720090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735927" y="4491990"/>
              <a:ext cx="2139696" cy="72009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24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95</a:t>
              </a:r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967063" y="4491990"/>
              <a:ext cx="2066543" cy="72009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목표 달성률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히어로 대형숫자 · 2카드 · navy_600</a:t>
            </a:r>
          </a:p>
        </p:txBody>
      </p:sp>
      <p:grpSp>
        <p:nvGrpSpPr>
          <p:cNvPr id="11" name="asset:KPI-127"/>
          <p:cNvGrpSpPr/>
          <p:nvPr/>
        </p:nvGrpSpPr>
        <p:grpSpPr>
          <a:xfrm>
            <a:off x="1066647" y="1645920"/>
            <a:ext cx="10058399" cy="3566160"/>
            <a:chOff x="1066647" y="1645920"/>
            <a:chExt cx="10058399" cy="3566160"/>
          </a:xfrm>
        </p:grpSpPr>
        <p:sp>
          <p:nvSpPr>
            <p:cNvPr id="4" name="Rounded Rectangle 3"/>
            <p:cNvSpPr/>
            <p:nvPr/>
          </p:nvSpPr>
          <p:spPr>
            <a:xfrm>
              <a:off x="1066647" y="1645920"/>
              <a:ext cx="4937760" cy="3566160"/>
            </a:xfrm>
            <a:prstGeom prst="roundRect">
              <a:avLst>
                <a:gd name="adj" fmla="val 8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249527" y="2286000"/>
              <a:ext cx="4572000" cy="14630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7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24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340967" y="4023360"/>
              <a:ext cx="4389120" cy="9144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8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370167" y="1645920"/>
              <a:ext cx="4754879" cy="356616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370167" y="1645920"/>
              <a:ext cx="128016" cy="356616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735927" y="1645920"/>
              <a:ext cx="2139696" cy="35661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24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967063" y="1645920"/>
              <a:ext cx="2066543" cy="35661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히어로 대형숫자 · 3카드 · navy_800</a:t>
            </a:r>
          </a:p>
        </p:txBody>
      </p:sp>
      <p:grpSp>
        <p:nvGrpSpPr>
          <p:cNvPr id="15" name="asset:KPI-128"/>
          <p:cNvGrpSpPr/>
          <p:nvPr/>
        </p:nvGrpSpPr>
        <p:grpSpPr>
          <a:xfrm>
            <a:off x="1066647" y="1645920"/>
            <a:ext cx="10058399" cy="3566160"/>
            <a:chOff x="1066647" y="1645920"/>
            <a:chExt cx="10058399" cy="3566160"/>
          </a:xfrm>
        </p:grpSpPr>
        <p:sp>
          <p:nvSpPr>
            <p:cNvPr id="4" name="Rounded Rectangle 3"/>
            <p:cNvSpPr/>
            <p:nvPr/>
          </p:nvSpPr>
          <p:spPr>
            <a:xfrm>
              <a:off x="1066647" y="1645920"/>
              <a:ext cx="4937760" cy="3566160"/>
            </a:xfrm>
            <a:prstGeom prst="roundRect">
              <a:avLst>
                <a:gd name="adj" fmla="val 8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249527" y="2286000"/>
              <a:ext cx="4572000" cy="14630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7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24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340967" y="4023360"/>
              <a:ext cx="4389120" cy="9144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8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370167" y="1645920"/>
              <a:ext cx="4754879" cy="166878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370167" y="1645920"/>
              <a:ext cx="128016" cy="166878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735927" y="1645920"/>
              <a:ext cx="2139696" cy="166878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24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967063" y="1645920"/>
              <a:ext cx="2066543" cy="16687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6370167" y="3543300"/>
              <a:ext cx="4754879" cy="166878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370167" y="3543300"/>
              <a:ext cx="128016" cy="166878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735927" y="3543300"/>
              <a:ext cx="2139696" cy="166878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24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967063" y="3543300"/>
              <a:ext cx="2066543" cy="16687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히어로 대형숫자 · 4카드 · blue_500</a:t>
            </a:r>
          </a:p>
        </p:txBody>
      </p:sp>
      <p:grpSp>
        <p:nvGrpSpPr>
          <p:cNvPr id="19" name="asset:KPI-129"/>
          <p:cNvGrpSpPr/>
          <p:nvPr/>
        </p:nvGrpSpPr>
        <p:grpSpPr>
          <a:xfrm>
            <a:off x="1066647" y="1645920"/>
            <a:ext cx="10058399" cy="3566160"/>
            <a:chOff x="1066647" y="1645920"/>
            <a:chExt cx="10058399" cy="3566160"/>
          </a:xfrm>
        </p:grpSpPr>
        <p:sp>
          <p:nvSpPr>
            <p:cNvPr id="4" name="Rounded Rectangle 3"/>
            <p:cNvSpPr/>
            <p:nvPr/>
          </p:nvSpPr>
          <p:spPr>
            <a:xfrm>
              <a:off x="1066647" y="1645920"/>
              <a:ext cx="4937760" cy="3566160"/>
            </a:xfrm>
            <a:prstGeom prst="roundRect">
              <a:avLst>
                <a:gd name="adj" fmla="val 8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249527" y="2286000"/>
              <a:ext cx="4572000" cy="14630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7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24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340967" y="4023360"/>
              <a:ext cx="4389120" cy="9144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8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370167" y="1645920"/>
              <a:ext cx="4754879" cy="1036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370167" y="1645920"/>
              <a:ext cx="128016" cy="103632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735927" y="1645920"/>
              <a:ext cx="2139696" cy="103632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24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967063" y="1645920"/>
              <a:ext cx="2066543" cy="1036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6370167" y="2910840"/>
              <a:ext cx="4754879" cy="1036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370167" y="2910840"/>
              <a:ext cx="128016" cy="103632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735927" y="2910840"/>
              <a:ext cx="2139696" cy="103632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24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967063" y="2910840"/>
              <a:ext cx="2066543" cy="1036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370167" y="4175760"/>
              <a:ext cx="4754879" cy="1036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370167" y="4175760"/>
              <a:ext cx="128016" cy="103632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735927" y="4175760"/>
              <a:ext cx="2139696" cy="103632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24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967063" y="4175760"/>
              <a:ext cx="2066543" cy="1036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히어로 대형숫자 · 5카드 · teal_500</a:t>
            </a:r>
          </a:p>
        </p:txBody>
      </p:sp>
      <p:grpSp>
        <p:nvGrpSpPr>
          <p:cNvPr id="23" name="asset:KPI-130"/>
          <p:cNvGrpSpPr/>
          <p:nvPr/>
        </p:nvGrpSpPr>
        <p:grpSpPr>
          <a:xfrm>
            <a:off x="1066647" y="1645920"/>
            <a:ext cx="10058399" cy="3566160"/>
            <a:chOff x="1066647" y="1645920"/>
            <a:chExt cx="10058399" cy="3566160"/>
          </a:xfrm>
        </p:grpSpPr>
        <p:sp>
          <p:nvSpPr>
            <p:cNvPr id="4" name="Rounded Rectangle 3"/>
            <p:cNvSpPr/>
            <p:nvPr/>
          </p:nvSpPr>
          <p:spPr>
            <a:xfrm>
              <a:off x="1066647" y="1645920"/>
              <a:ext cx="4937760" cy="3566160"/>
            </a:xfrm>
            <a:prstGeom prst="roundRect">
              <a:avLst>
                <a:gd name="adj" fmla="val 8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249527" y="2286000"/>
              <a:ext cx="4572000" cy="14630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7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24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340967" y="4023360"/>
              <a:ext cx="4389120" cy="9144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8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370167" y="1645920"/>
              <a:ext cx="4754879" cy="72009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370167" y="1645920"/>
              <a:ext cx="128016" cy="720090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735927" y="1645920"/>
              <a:ext cx="2139696" cy="72009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24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967063" y="1645920"/>
              <a:ext cx="2066543" cy="72009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6370167" y="2594610"/>
              <a:ext cx="4754879" cy="72009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370167" y="2594610"/>
              <a:ext cx="128016" cy="720090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735927" y="2594610"/>
              <a:ext cx="2139696" cy="72009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24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967063" y="2594610"/>
              <a:ext cx="2066543" cy="72009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370167" y="3543300"/>
              <a:ext cx="4754879" cy="72009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370167" y="3543300"/>
              <a:ext cx="128016" cy="720090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735927" y="3543300"/>
              <a:ext cx="2139696" cy="72009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24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967063" y="3543300"/>
              <a:ext cx="2066543" cy="72009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6370167" y="4491990"/>
              <a:ext cx="4754879" cy="72009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370167" y="4491990"/>
              <a:ext cx="128016" cy="720090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735927" y="4491990"/>
              <a:ext cx="2139696" cy="72009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24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95</a:t>
              </a:r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967063" y="4491990"/>
              <a:ext cx="2066543" cy="72009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목표 달성률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히어로 대형숫자 · 2카드 · cyan_500</a:t>
            </a:r>
          </a:p>
        </p:txBody>
      </p:sp>
      <p:grpSp>
        <p:nvGrpSpPr>
          <p:cNvPr id="11" name="asset:KPI-131"/>
          <p:cNvGrpSpPr/>
          <p:nvPr/>
        </p:nvGrpSpPr>
        <p:grpSpPr>
          <a:xfrm>
            <a:off x="1066647" y="1645920"/>
            <a:ext cx="10058399" cy="3566160"/>
            <a:chOff x="1066647" y="1645920"/>
            <a:chExt cx="10058399" cy="3566160"/>
          </a:xfrm>
        </p:grpSpPr>
        <p:sp>
          <p:nvSpPr>
            <p:cNvPr id="4" name="Rounded Rectangle 3"/>
            <p:cNvSpPr/>
            <p:nvPr/>
          </p:nvSpPr>
          <p:spPr>
            <a:xfrm>
              <a:off x="1066647" y="1645920"/>
              <a:ext cx="4937760" cy="3566160"/>
            </a:xfrm>
            <a:prstGeom prst="roundRect">
              <a:avLst>
                <a:gd name="adj" fmla="val 8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249527" y="2286000"/>
              <a:ext cx="4572000" cy="14630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7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24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340967" y="4023360"/>
              <a:ext cx="4389120" cy="9144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8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370167" y="1645920"/>
              <a:ext cx="4754879" cy="356616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370167" y="1645920"/>
              <a:ext cx="128016" cy="356616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735927" y="1645920"/>
              <a:ext cx="2139696" cy="35661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24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967063" y="1645920"/>
              <a:ext cx="2066543" cy="35661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히어로 대형숫자 · 3카드 · purple_600</a:t>
            </a:r>
          </a:p>
        </p:txBody>
      </p:sp>
      <p:grpSp>
        <p:nvGrpSpPr>
          <p:cNvPr id="15" name="asset:KPI-132"/>
          <p:cNvGrpSpPr/>
          <p:nvPr/>
        </p:nvGrpSpPr>
        <p:grpSpPr>
          <a:xfrm>
            <a:off x="1066647" y="1645920"/>
            <a:ext cx="10058399" cy="3566160"/>
            <a:chOff x="1066647" y="1645920"/>
            <a:chExt cx="10058399" cy="3566160"/>
          </a:xfrm>
        </p:grpSpPr>
        <p:sp>
          <p:nvSpPr>
            <p:cNvPr id="4" name="Rounded Rectangle 3"/>
            <p:cNvSpPr/>
            <p:nvPr/>
          </p:nvSpPr>
          <p:spPr>
            <a:xfrm>
              <a:off x="1066647" y="1645920"/>
              <a:ext cx="4937760" cy="3566160"/>
            </a:xfrm>
            <a:prstGeom prst="roundRect">
              <a:avLst>
                <a:gd name="adj" fmla="val 8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249527" y="2286000"/>
              <a:ext cx="4572000" cy="14630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7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24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340967" y="4023360"/>
              <a:ext cx="4389120" cy="9144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8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370167" y="1645920"/>
              <a:ext cx="4754879" cy="166878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370167" y="1645920"/>
              <a:ext cx="128016" cy="1668780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735927" y="1645920"/>
              <a:ext cx="2139696" cy="166878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24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967063" y="1645920"/>
              <a:ext cx="2066543" cy="16687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6370167" y="3543300"/>
              <a:ext cx="4754879" cy="166878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370167" y="3543300"/>
              <a:ext cx="128016" cy="1668780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735927" y="3543300"/>
              <a:ext cx="2139696" cy="166878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24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967063" y="3543300"/>
              <a:ext cx="2066543" cy="16687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히어로 대형숫자 · 4카드 · navy_600</a:t>
            </a:r>
          </a:p>
        </p:txBody>
      </p:sp>
      <p:grpSp>
        <p:nvGrpSpPr>
          <p:cNvPr id="19" name="asset:KPI-133"/>
          <p:cNvGrpSpPr/>
          <p:nvPr/>
        </p:nvGrpSpPr>
        <p:grpSpPr>
          <a:xfrm>
            <a:off x="1066647" y="1645920"/>
            <a:ext cx="10058399" cy="3566160"/>
            <a:chOff x="1066647" y="1645920"/>
            <a:chExt cx="10058399" cy="3566160"/>
          </a:xfrm>
        </p:grpSpPr>
        <p:sp>
          <p:nvSpPr>
            <p:cNvPr id="4" name="Rounded Rectangle 3"/>
            <p:cNvSpPr/>
            <p:nvPr/>
          </p:nvSpPr>
          <p:spPr>
            <a:xfrm>
              <a:off x="1066647" y="1645920"/>
              <a:ext cx="4937760" cy="3566160"/>
            </a:xfrm>
            <a:prstGeom prst="roundRect">
              <a:avLst>
                <a:gd name="adj" fmla="val 8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249527" y="2286000"/>
              <a:ext cx="4572000" cy="14630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7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24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340967" y="4023360"/>
              <a:ext cx="4389120" cy="9144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8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370167" y="1645920"/>
              <a:ext cx="4754879" cy="1036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370167" y="1645920"/>
              <a:ext cx="128016" cy="103632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735927" y="1645920"/>
              <a:ext cx="2139696" cy="103632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24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967063" y="1645920"/>
              <a:ext cx="2066543" cy="1036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6370167" y="2910840"/>
              <a:ext cx="4754879" cy="1036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370167" y="2910840"/>
              <a:ext cx="128016" cy="103632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735927" y="2910840"/>
              <a:ext cx="2139696" cy="103632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24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967063" y="2910840"/>
              <a:ext cx="2066543" cy="1036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370167" y="4175760"/>
              <a:ext cx="4754879" cy="1036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370167" y="4175760"/>
              <a:ext cx="128016" cy="103632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735927" y="4175760"/>
              <a:ext cx="2139696" cy="103632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24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967063" y="4175760"/>
              <a:ext cx="2066543" cy="1036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히어로 대형숫자 · 5카드 · navy_800</a:t>
            </a:r>
          </a:p>
        </p:txBody>
      </p:sp>
      <p:grpSp>
        <p:nvGrpSpPr>
          <p:cNvPr id="23" name="asset:KPI-134"/>
          <p:cNvGrpSpPr/>
          <p:nvPr/>
        </p:nvGrpSpPr>
        <p:grpSpPr>
          <a:xfrm>
            <a:off x="1066647" y="1645920"/>
            <a:ext cx="10058399" cy="3566160"/>
            <a:chOff x="1066647" y="1645920"/>
            <a:chExt cx="10058399" cy="3566160"/>
          </a:xfrm>
        </p:grpSpPr>
        <p:sp>
          <p:nvSpPr>
            <p:cNvPr id="4" name="Rounded Rectangle 3"/>
            <p:cNvSpPr/>
            <p:nvPr/>
          </p:nvSpPr>
          <p:spPr>
            <a:xfrm>
              <a:off x="1066647" y="1645920"/>
              <a:ext cx="4937760" cy="3566160"/>
            </a:xfrm>
            <a:prstGeom prst="roundRect">
              <a:avLst>
                <a:gd name="adj" fmla="val 8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249527" y="2286000"/>
              <a:ext cx="4572000" cy="14630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7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24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340967" y="4023360"/>
              <a:ext cx="4389120" cy="9144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8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370167" y="1645920"/>
              <a:ext cx="4754879" cy="72009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370167" y="1645920"/>
              <a:ext cx="128016" cy="72009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735927" y="1645920"/>
              <a:ext cx="2139696" cy="72009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24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967063" y="1645920"/>
              <a:ext cx="2066543" cy="72009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6370167" y="2594610"/>
              <a:ext cx="4754879" cy="72009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370167" y="2594610"/>
              <a:ext cx="128016" cy="72009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735927" y="2594610"/>
              <a:ext cx="2139696" cy="72009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24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967063" y="2594610"/>
              <a:ext cx="2066543" cy="72009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370167" y="3543300"/>
              <a:ext cx="4754879" cy="72009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370167" y="3543300"/>
              <a:ext cx="128016" cy="72009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735927" y="3543300"/>
              <a:ext cx="2139696" cy="72009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24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967063" y="3543300"/>
              <a:ext cx="2066543" cy="72009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6370167" y="4491990"/>
              <a:ext cx="4754879" cy="72009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370167" y="4491990"/>
              <a:ext cx="128016" cy="72009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735927" y="4491990"/>
              <a:ext cx="2139696" cy="72009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24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95</a:t>
              </a:r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967063" y="4491990"/>
              <a:ext cx="2066543" cy="72009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목표 달성률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히어로 대형숫자 · 2카드 · blue_500</a:t>
            </a:r>
          </a:p>
        </p:txBody>
      </p:sp>
      <p:grpSp>
        <p:nvGrpSpPr>
          <p:cNvPr id="11" name="asset:KPI-135"/>
          <p:cNvGrpSpPr/>
          <p:nvPr/>
        </p:nvGrpSpPr>
        <p:grpSpPr>
          <a:xfrm>
            <a:off x="1066647" y="1645920"/>
            <a:ext cx="10058399" cy="3566160"/>
            <a:chOff x="1066647" y="1645920"/>
            <a:chExt cx="10058399" cy="3566160"/>
          </a:xfrm>
        </p:grpSpPr>
        <p:sp>
          <p:nvSpPr>
            <p:cNvPr id="4" name="Rounded Rectangle 3"/>
            <p:cNvSpPr/>
            <p:nvPr/>
          </p:nvSpPr>
          <p:spPr>
            <a:xfrm>
              <a:off x="1066647" y="1645920"/>
              <a:ext cx="4937760" cy="3566160"/>
            </a:xfrm>
            <a:prstGeom prst="roundRect">
              <a:avLst>
                <a:gd name="adj" fmla="val 8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249527" y="2286000"/>
              <a:ext cx="4572000" cy="14630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7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24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340967" y="4023360"/>
              <a:ext cx="4389120" cy="9144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8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370167" y="1645920"/>
              <a:ext cx="4754879" cy="356616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370167" y="1645920"/>
              <a:ext cx="128016" cy="356616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735927" y="1645920"/>
              <a:ext cx="2139696" cy="35661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24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967063" y="1645920"/>
              <a:ext cx="2066543" cy="35661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