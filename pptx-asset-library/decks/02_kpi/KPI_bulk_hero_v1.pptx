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2카드 · blue_500</a:t>
            </a:r>
          </a:p>
        </p:txBody>
      </p:sp>
      <p:grpSp>
        <p:nvGrpSpPr>
          <p:cNvPr id="11" name="asset:KPI-123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35661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35661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35661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3566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3카드 · teal_500</a:t>
            </a:r>
          </a:p>
        </p:txBody>
      </p:sp>
      <p:grpSp>
        <p:nvGrpSpPr>
          <p:cNvPr id="15" name="asset:KPI-124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166878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16687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16687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16687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3543300"/>
              <a:ext cx="4754879" cy="166878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3543300"/>
              <a:ext cx="128016" cy="16687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3543300"/>
              <a:ext cx="2139696" cy="16687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3543300"/>
              <a:ext cx="2066543" cy="16687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4카드 · cyan_500</a:t>
            </a:r>
          </a:p>
        </p:txBody>
      </p:sp>
      <p:grpSp>
        <p:nvGrpSpPr>
          <p:cNvPr id="19" name="asset:KPI-125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10363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291084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2910840"/>
              <a:ext cx="128016" cy="10363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291084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291084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370167" y="417576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70167" y="4175760"/>
              <a:ext cx="128016" cy="10363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35927" y="417576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67063" y="417576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5카드 · purple_600</a:t>
            </a:r>
          </a:p>
        </p:txBody>
      </p:sp>
      <p:grpSp>
        <p:nvGrpSpPr>
          <p:cNvPr id="23" name="asset:KPI-126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72009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259461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2594610"/>
              <a:ext cx="128016" cy="72009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259461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259461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370167" y="354330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70167" y="3543300"/>
              <a:ext cx="128016" cy="72009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35927" y="354330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67063" y="354330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70167" y="449199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370167" y="4491990"/>
              <a:ext cx="128016" cy="72009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735927" y="449199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967063" y="449199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2카드 · navy_600</a:t>
            </a:r>
          </a:p>
        </p:txBody>
      </p:sp>
      <p:grpSp>
        <p:nvGrpSpPr>
          <p:cNvPr id="11" name="asset:KPI-127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35661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35661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35661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3566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3카드 · navy_800</a:t>
            </a:r>
          </a:p>
        </p:txBody>
      </p:sp>
      <p:grpSp>
        <p:nvGrpSpPr>
          <p:cNvPr id="15" name="asset:KPI-128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166878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16687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16687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16687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3543300"/>
              <a:ext cx="4754879" cy="166878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3543300"/>
              <a:ext cx="128016" cy="16687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3543300"/>
              <a:ext cx="2139696" cy="16687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3543300"/>
              <a:ext cx="2066543" cy="16687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4카드 · blue_500</a:t>
            </a:r>
          </a:p>
        </p:txBody>
      </p:sp>
      <p:grpSp>
        <p:nvGrpSpPr>
          <p:cNvPr id="19" name="asset:KPI-129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10363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291084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2910840"/>
              <a:ext cx="128016" cy="10363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291084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291084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370167" y="417576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70167" y="4175760"/>
              <a:ext cx="128016" cy="10363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35927" y="417576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67063" y="417576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5카드 · teal_500</a:t>
            </a:r>
          </a:p>
        </p:txBody>
      </p:sp>
      <p:grpSp>
        <p:nvGrpSpPr>
          <p:cNvPr id="23" name="asset:KPI-130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72009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259461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2594610"/>
              <a:ext cx="128016" cy="72009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259461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259461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370167" y="354330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70167" y="3543300"/>
              <a:ext cx="128016" cy="72009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35927" y="354330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67063" y="354330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70167" y="449199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370167" y="4491990"/>
              <a:ext cx="128016" cy="72009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735927" y="449199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967063" y="449199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2카드 · cyan_500</a:t>
            </a:r>
          </a:p>
        </p:txBody>
      </p:sp>
      <p:grpSp>
        <p:nvGrpSpPr>
          <p:cNvPr id="11" name="asset:KPI-131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35661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356616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35661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3566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3카드 · purple_600</a:t>
            </a:r>
          </a:p>
        </p:txBody>
      </p:sp>
      <p:grpSp>
        <p:nvGrpSpPr>
          <p:cNvPr id="15" name="asset:KPI-132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166878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16687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16687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16687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3543300"/>
              <a:ext cx="4754879" cy="166878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3543300"/>
              <a:ext cx="128016" cy="16687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3543300"/>
              <a:ext cx="2139696" cy="16687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3543300"/>
              <a:ext cx="2066543" cy="16687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4카드 · navy_600</a:t>
            </a:r>
          </a:p>
        </p:txBody>
      </p:sp>
      <p:grpSp>
        <p:nvGrpSpPr>
          <p:cNvPr id="19" name="asset:KPI-133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10363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291084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2910840"/>
              <a:ext cx="128016" cy="10363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291084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291084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370167" y="4175760"/>
              <a:ext cx="4754879" cy="1036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70167" y="4175760"/>
              <a:ext cx="128016" cy="10363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35927" y="4175760"/>
              <a:ext cx="2139696" cy="10363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67063" y="4175760"/>
              <a:ext cx="2066543" cy="1036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5카드 · navy_800</a:t>
            </a:r>
          </a:p>
        </p:txBody>
      </p:sp>
      <p:grpSp>
        <p:nvGrpSpPr>
          <p:cNvPr id="23" name="asset:KPI-134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72009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70167" y="259461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370167" y="2594610"/>
              <a:ext cx="128016" cy="72009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35927" y="259461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67063" y="259461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370167" y="354330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70167" y="3543300"/>
              <a:ext cx="128016" cy="72009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35927" y="354330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67063" y="354330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70167" y="4491990"/>
              <a:ext cx="4754879" cy="72009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370167" y="4491990"/>
              <a:ext cx="128016" cy="72009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735927" y="4491990"/>
              <a:ext cx="2139696" cy="72009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967063" y="4491990"/>
              <a:ext cx="2066543" cy="72009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히어로 대형숫자 · 2카드 · blue_500</a:t>
            </a:r>
          </a:p>
        </p:txBody>
      </p:sp>
      <p:grpSp>
        <p:nvGrpSpPr>
          <p:cNvPr id="11" name="asset:KPI-135"/>
          <p:cNvGrpSpPr/>
          <p:nvPr/>
        </p:nvGrpSpPr>
        <p:grpSpPr>
          <a:xfrm>
            <a:off x="1066647" y="1645920"/>
            <a:ext cx="10058399" cy="3566160"/>
            <a:chOff x="1066647" y="1645920"/>
            <a:chExt cx="10058399" cy="356616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645920"/>
              <a:ext cx="4937760" cy="3566160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49527" y="2286000"/>
              <a:ext cx="4572000" cy="14630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7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2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40967" y="4023360"/>
              <a:ext cx="438912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70167" y="1645920"/>
              <a:ext cx="4754879" cy="35661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370167" y="1645920"/>
              <a:ext cx="128016" cy="356616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35927" y="1645920"/>
              <a:ext cx="2139696" cy="35661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967063" y="1645920"/>
              <a:ext cx="2066543" cy="3566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