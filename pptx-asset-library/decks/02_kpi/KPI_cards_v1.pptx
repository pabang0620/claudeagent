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KPI-001</a:t>
            </a:r>
          </a:p>
        </p:txBody>
      </p:sp>
      <p:grpSp>
        <p:nvGrpSpPr>
          <p:cNvPr id="16" name="asset:KPI-001"/>
          <p:cNvGrpSpPr/>
          <p:nvPr/>
        </p:nvGrpSpPr>
        <p:grpSpPr>
          <a:xfrm>
            <a:off x="137160" y="457200"/>
            <a:ext cx="11597334" cy="3291840"/>
            <a:chOff x="137160" y="457200"/>
            <a:chExt cx="11597334" cy="329184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(네이비 채움 카드)</a:t>
              </a:r>
            </a:p>
          </p:txBody>
        </p:sp>
        <p:sp>
          <p:nvSpPr>
            <p:cNvPr id="4" name="KPI-001_bg"/>
            <p:cNvSpPr/>
            <p:nvPr/>
          </p:nvSpPr>
          <p:spPr>
            <a:xfrm>
              <a:off x="457200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77240" y="1828800"/>
              <a:ext cx="548640" cy="5486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205740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38218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58258" y="1828800"/>
              <a:ext cx="548640" cy="5486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38218" y="205740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38218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9236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39276" y="1828800"/>
              <a:ext cx="548640" cy="5486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19236" y="205740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19236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KPI-002</a:t>
            </a:r>
          </a:p>
        </p:txBody>
      </p:sp>
      <p:grpSp>
        <p:nvGrpSpPr>
          <p:cNvPr id="16" name="asset:KPI-002"/>
          <p:cNvGrpSpPr/>
          <p:nvPr/>
        </p:nvGrpSpPr>
        <p:grpSpPr>
          <a:xfrm>
            <a:off x="137160" y="457200"/>
            <a:ext cx="11597334" cy="3291840"/>
            <a:chOff x="137160" y="457200"/>
            <a:chExt cx="11597334" cy="329184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(흰바탕 테두리 카드)</a:t>
              </a:r>
            </a:p>
          </p:txBody>
        </p:sp>
        <p:sp>
          <p:nvSpPr>
            <p:cNvPr id="4" name="KPI-002_bg"/>
            <p:cNvSpPr/>
            <p:nvPr/>
          </p:nvSpPr>
          <p:spPr>
            <a:xfrm>
              <a:off x="457200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874519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097280" y="2971800"/>
              <a:ext cx="223509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57200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38218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38218" y="1874519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4978298" y="2971800"/>
              <a:ext cx="223509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338218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9236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219236" y="1874519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8859316" y="2971800"/>
              <a:ext cx="2235099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8219236" y="306324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KPI-003</a:t>
            </a:r>
          </a:p>
        </p:txBody>
      </p:sp>
      <p:grpSp>
        <p:nvGrpSpPr>
          <p:cNvPr id="16" name="asset:KPI-003"/>
          <p:cNvGrpSpPr/>
          <p:nvPr/>
        </p:nvGrpSpPr>
        <p:grpSpPr>
          <a:xfrm>
            <a:off x="137160" y="457200"/>
            <a:ext cx="11597334" cy="3291840"/>
            <a:chOff x="137160" y="457200"/>
            <a:chExt cx="11597334" cy="329184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(상단 컬러바 카드)</a:t>
              </a:r>
            </a:p>
          </p:txBody>
        </p:sp>
        <p:sp>
          <p:nvSpPr>
            <p:cNvPr id="4" name="KPI-003_bg"/>
            <p:cNvSpPr/>
            <p:nvPr/>
          </p:nvSpPr>
          <p:spPr>
            <a:xfrm>
              <a:off x="457200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57200" y="1371600"/>
              <a:ext cx="3515258" cy="256032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20116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310896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38218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38218" y="1371600"/>
              <a:ext cx="3515258" cy="256032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38218" y="20116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38218" y="310896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9236" y="1371600"/>
              <a:ext cx="3515258" cy="2377440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19236" y="1371600"/>
              <a:ext cx="3515258" cy="256032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19236" y="20116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19236" y="310896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KPI-004</a:t>
            </a:r>
          </a:p>
        </p:txBody>
      </p:sp>
      <p:grpSp>
        <p:nvGrpSpPr>
          <p:cNvPr id="16" name="asset:KPI-004"/>
          <p:cNvGrpSpPr/>
          <p:nvPr/>
        </p:nvGrpSpPr>
        <p:grpSpPr>
          <a:xfrm>
            <a:off x="137160" y="457200"/>
            <a:ext cx="11597334" cy="3566160"/>
            <a:chOff x="137160" y="457200"/>
            <a:chExt cx="11597334" cy="356616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(아이콘 + 숫자 카드)</a:t>
              </a:r>
            </a:p>
          </p:txBody>
        </p:sp>
        <p:sp>
          <p:nvSpPr>
            <p:cNvPr id="4" name="KPI-004_bg"/>
            <p:cNvSpPr/>
            <p:nvPr/>
          </p:nvSpPr>
          <p:spPr>
            <a:xfrm>
              <a:off x="457200" y="1371600"/>
              <a:ext cx="3515258" cy="26517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803349" y="1691640"/>
              <a:ext cx="822960" cy="82296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26974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342900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38218" y="1371600"/>
              <a:ext cx="3515258" cy="26517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684367" y="1691640"/>
              <a:ext cx="822960" cy="8229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38218" y="26974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128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38218" y="342900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누적 컨설팅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9236" y="1371600"/>
              <a:ext cx="3515258" cy="26517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565386" y="1691640"/>
              <a:ext cx="822960" cy="82296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19236" y="269748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19236" y="3429000"/>
              <a:ext cx="351525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KPI-006</a:t>
            </a:r>
          </a:p>
        </p:txBody>
      </p:sp>
      <p:grpSp>
        <p:nvGrpSpPr>
          <p:cNvPr id="16" name="asset:KPI-006"/>
          <p:cNvGrpSpPr/>
          <p:nvPr/>
        </p:nvGrpSpPr>
        <p:grpSpPr>
          <a:xfrm>
            <a:off x="137160" y="457200"/>
            <a:ext cx="11430000" cy="4663440"/>
            <a:chOff x="137160" y="457200"/>
            <a:chExt cx="11430000" cy="466344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73152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(가로 롱 카드)</a:t>
              </a:r>
            </a:p>
          </p:txBody>
        </p:sp>
        <p:sp>
          <p:nvSpPr>
            <p:cNvPr id="4" name="KPI-006_bg"/>
            <p:cNvSpPr/>
            <p:nvPr/>
          </p:nvSpPr>
          <p:spPr>
            <a:xfrm>
              <a:off x="594360" y="1463040"/>
              <a:ext cx="10972800" cy="1005840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94360" y="1463040"/>
              <a:ext cx="12801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463040"/>
              <a:ext cx="5943600" cy="10058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35240" y="146304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94360" y="2788920"/>
              <a:ext cx="10972800" cy="1005840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60" y="2788920"/>
              <a:ext cx="12801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5840" y="2788920"/>
              <a:ext cx="5943600" cy="10058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35240" y="278892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94360" y="4114800"/>
              <a:ext cx="10972800" cy="1005840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4360" y="4114800"/>
              <a:ext cx="12801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5840" y="4114800"/>
              <a:ext cx="5943600" cy="10058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35240" y="411480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KPI-009</a:t>
            </a:r>
          </a:p>
        </p:txBody>
      </p:sp>
      <p:grpSp>
        <p:nvGrpSpPr>
          <p:cNvPr id="21" name="asset:KPI-009"/>
          <p:cNvGrpSpPr/>
          <p:nvPr/>
        </p:nvGrpSpPr>
        <p:grpSpPr>
          <a:xfrm>
            <a:off x="137160" y="457200"/>
            <a:ext cx="11548871" cy="5715000"/>
            <a:chOff x="137160" y="457200"/>
            <a:chExt cx="11548871" cy="571500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73152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(4분할 대시보드)</a:t>
              </a:r>
            </a:p>
          </p:txBody>
        </p:sp>
        <p:sp>
          <p:nvSpPr>
            <p:cNvPr id="4" name="KPI-009_bg"/>
            <p:cNvSpPr/>
            <p:nvPr/>
          </p:nvSpPr>
          <p:spPr>
            <a:xfrm>
              <a:off x="502919" y="1325880"/>
              <a:ext cx="11183112" cy="484632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48640" y="1371600"/>
              <a:ext cx="5408676" cy="224028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48640" y="1371600"/>
              <a:ext cx="128016" cy="2240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59" y="1691640"/>
              <a:ext cx="4860036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" y="2926080"/>
              <a:ext cx="486003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1636" y="1371600"/>
              <a:ext cx="5408676" cy="224028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1636" y="1371600"/>
              <a:ext cx="128016" cy="2240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5955" y="1691640"/>
              <a:ext cx="4860036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1675" y="2926080"/>
              <a:ext cx="486003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48640" y="3886200"/>
              <a:ext cx="5408676" cy="224028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8640" y="3886200"/>
              <a:ext cx="128016" cy="22402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2959" y="4206240"/>
              <a:ext cx="4860036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8680" y="5440680"/>
              <a:ext cx="486003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31636" y="3886200"/>
              <a:ext cx="5408676" cy="224028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31636" y="3886200"/>
              <a:ext cx="128016" cy="2240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5955" y="4206240"/>
              <a:ext cx="4860036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51675" y="5440680"/>
              <a:ext cx="4860036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