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2카드 · blue_500</a:t>
            </a:r>
          </a:p>
        </p:txBody>
      </p:sp>
      <p:grpSp>
        <p:nvGrpSpPr>
          <p:cNvPr id="12" name="asset:KPI-045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72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3카드 · teal_500</a:t>
            </a:r>
          </a:p>
        </p:txBody>
      </p:sp>
      <p:grpSp>
        <p:nvGrpSpPr>
          <p:cNvPr id="16" name="asset:KPI-046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16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6516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9228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9228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4카드 · cyan_500</a:t>
            </a:r>
          </a:p>
        </p:txBody>
      </p:sp>
      <p:grpSp>
        <p:nvGrpSpPr>
          <p:cNvPr id="20" name="asset:KPI-047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5838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5838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99906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9906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5카드 · purple_600</a:t>
            </a:r>
          </a:p>
        </p:txBody>
      </p:sp>
      <p:grpSp>
        <p:nvGrpSpPr>
          <p:cNvPr id="24" name="asset:KPI-048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4319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4319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190591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90591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366863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66863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43135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543135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2카드 · navy_600</a:t>
            </a:r>
          </a:p>
        </p:txBody>
      </p:sp>
      <p:grpSp>
        <p:nvGrpSpPr>
          <p:cNvPr id="12" name="asset:KPI-049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72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3카드 · navy_800</a:t>
            </a:r>
          </a:p>
        </p:txBody>
      </p:sp>
      <p:grpSp>
        <p:nvGrpSpPr>
          <p:cNvPr id="16" name="asset:KPI-050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16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6516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9228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9228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4카드 · blue_500</a:t>
            </a:r>
          </a:p>
        </p:txBody>
      </p:sp>
      <p:grpSp>
        <p:nvGrpSpPr>
          <p:cNvPr id="20" name="asset:KPI-051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5838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5838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99906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9906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5카드 · teal_500</a:t>
            </a:r>
          </a:p>
        </p:txBody>
      </p:sp>
      <p:grpSp>
        <p:nvGrpSpPr>
          <p:cNvPr id="24" name="asset:KPI-052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4319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4319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190591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90591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366863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66863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43135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543135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2카드 · cyan_500</a:t>
            </a:r>
          </a:p>
        </p:txBody>
      </p:sp>
      <p:grpSp>
        <p:nvGrpSpPr>
          <p:cNvPr id="12" name="asset:KPI-053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72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3카드 · purple_600</a:t>
            </a:r>
          </a:p>
        </p:txBody>
      </p:sp>
      <p:grpSp>
        <p:nvGrpSpPr>
          <p:cNvPr id="16" name="asset:KPI-054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6516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6516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92287" y="1920240"/>
              <a:ext cx="3261360" cy="56692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1920240"/>
              <a:ext cx="326136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92287" y="2880360"/>
              <a:ext cx="326136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4카드 · navy_600</a:t>
            </a:r>
          </a:p>
        </p:txBody>
      </p:sp>
      <p:grpSp>
        <p:nvGrpSpPr>
          <p:cNvPr id="20" name="asset:KPI-055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5838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5838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999067" y="1920240"/>
              <a:ext cx="2354580" cy="56692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1920240"/>
              <a:ext cx="235458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99067" y="2880360"/>
              <a:ext cx="235458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5카드 · navy_800</a:t>
            </a:r>
          </a:p>
        </p:txBody>
      </p:sp>
      <p:grpSp>
        <p:nvGrpSpPr>
          <p:cNvPr id="24" name="asset:KPI-056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4319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4319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190591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90591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366863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66863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43135" y="1920240"/>
              <a:ext cx="1810512" cy="56692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1920240"/>
              <a:ext cx="1810512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543135" y="2880360"/>
              <a:ext cx="1810512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상단 컬러바 카드 · 2카드 · blue_500</a:t>
            </a:r>
          </a:p>
        </p:txBody>
      </p:sp>
      <p:grpSp>
        <p:nvGrpSpPr>
          <p:cNvPr id="12" name="asset:KPI-057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3804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727" y="1920240"/>
              <a:ext cx="5074920" cy="56692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1920240"/>
              <a:ext cx="5074920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880360"/>
              <a:ext cx="5074920" cy="10972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