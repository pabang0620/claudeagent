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2카드 · blue_500</a:t>
            </a:r>
          </a:p>
        </p:txBody>
      </p:sp>
      <p:grpSp>
        <p:nvGrpSpPr>
          <p:cNvPr id="10" name="asset:KPI-032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3카드 · teal_500</a:t>
            </a:r>
          </a:p>
        </p:txBody>
      </p:sp>
      <p:grpSp>
        <p:nvGrpSpPr>
          <p:cNvPr id="13" name="asset:KPI-033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6516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5660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28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18372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4카드 · cyan_500</a:t>
            </a:r>
          </a:p>
        </p:txBody>
      </p:sp>
      <p:grpSp>
        <p:nvGrpSpPr>
          <p:cNvPr id="16" name="asset:KPI-034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5838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4982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37016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9906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9050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5카드 · purple_600</a:t>
            </a:r>
          </a:p>
        </p:txBody>
      </p:sp>
      <p:grpSp>
        <p:nvGrpSpPr>
          <p:cNvPr id="19" name="asset:KPI-035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4319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5759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90591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82031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66863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58303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43135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34575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2카드 · navy_600</a:t>
            </a:r>
          </a:p>
        </p:txBody>
      </p:sp>
      <p:grpSp>
        <p:nvGrpSpPr>
          <p:cNvPr id="10" name="asset:KPI-036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3카드 · navy_800</a:t>
            </a:r>
          </a:p>
        </p:txBody>
      </p:sp>
      <p:grpSp>
        <p:nvGrpSpPr>
          <p:cNvPr id="13" name="asset:KPI-037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6516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5660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28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18372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4카드 · blue_500</a:t>
            </a:r>
          </a:p>
        </p:txBody>
      </p:sp>
      <p:grpSp>
        <p:nvGrpSpPr>
          <p:cNvPr id="16" name="asset:KPI-038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5838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4982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37016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9906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9050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5카드 · teal_500</a:t>
            </a:r>
          </a:p>
        </p:txBody>
      </p:sp>
      <p:grpSp>
        <p:nvGrpSpPr>
          <p:cNvPr id="19" name="asset:KPI-039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4319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5759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90591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82031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66863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58303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43135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34575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2카드 · cyan_500</a:t>
            </a:r>
          </a:p>
        </p:txBody>
      </p:sp>
      <p:grpSp>
        <p:nvGrpSpPr>
          <p:cNvPr id="10" name="asset:KPI-040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3카드 · purple_600</a:t>
            </a:r>
          </a:p>
        </p:txBody>
      </p:sp>
      <p:grpSp>
        <p:nvGrpSpPr>
          <p:cNvPr id="13" name="asset:KPI-041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46516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46516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55660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092287" y="1920240"/>
              <a:ext cx="326136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92287" y="2423160"/>
              <a:ext cx="32613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8183727" y="3703320"/>
              <a:ext cx="3078479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4카드 · navy_600</a:t>
            </a:r>
          </a:p>
        </p:txBody>
      </p:sp>
      <p:grpSp>
        <p:nvGrpSpPr>
          <p:cNvPr id="16" name="asset:KPI-042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5838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5838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4982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627872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27872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37016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999067" y="1920240"/>
              <a:ext cx="235458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99067" y="2423160"/>
              <a:ext cx="23545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90507" y="3703320"/>
              <a:ext cx="217170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5카드 · navy_800</a:t>
            </a:r>
          </a:p>
        </p:txBody>
      </p:sp>
      <p:grpSp>
        <p:nvGrpSpPr>
          <p:cNvPr id="19" name="asset:KPI-043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4319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14319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5759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190591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190591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82031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366863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66863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458303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543135" y="1920240"/>
              <a:ext cx="1810512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543135" y="2423160"/>
              <a:ext cx="1810512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34575" y="3703320"/>
              <a:ext cx="1627632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테두리 카드 · 2카드 · blue_500</a:t>
            </a:r>
          </a:p>
        </p:txBody>
      </p:sp>
      <p:grpSp>
        <p:nvGrpSpPr>
          <p:cNvPr id="10" name="asset:KPI-044"/>
          <p:cNvGrpSpPr/>
          <p:nvPr/>
        </p:nvGrpSpPr>
        <p:grpSpPr>
          <a:xfrm>
            <a:off x="838047" y="1920240"/>
            <a:ext cx="10515600" cy="2560320"/>
            <a:chOff x="838047" y="1920240"/>
            <a:chExt cx="10515600" cy="2560320"/>
          </a:xfrm>
        </p:grpSpPr>
        <p:sp>
          <p:nvSpPr>
            <p:cNvPr id="4" name="Rounded Rectangle 3"/>
            <p:cNvSpPr/>
            <p:nvPr/>
          </p:nvSpPr>
          <p:spPr>
            <a:xfrm>
              <a:off x="83804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3804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2948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278727" y="1920240"/>
              <a:ext cx="5074920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254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78727" y="2423160"/>
              <a:ext cx="50749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70167" y="3703320"/>
              <a:ext cx="489204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6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