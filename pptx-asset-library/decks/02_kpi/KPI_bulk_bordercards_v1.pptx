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테두리 카드 · 2카드 · blue_500</a:t>
            </a:r>
          </a:p>
        </p:txBody>
      </p:sp>
      <p:grpSp>
        <p:nvGrpSpPr>
          <p:cNvPr id="10" name="asset:KPI-032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489204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7872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78727" y="242316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70167" y="3703320"/>
              <a:ext cx="489204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테두리 카드 · 3카드 · teal_500</a:t>
            </a:r>
          </a:p>
        </p:txBody>
      </p:sp>
      <p:grpSp>
        <p:nvGrpSpPr>
          <p:cNvPr id="13" name="asset:KPI-033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6516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6516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5660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09228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09228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8372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테두리 카드 · 4카드 · cyan_500</a:t>
            </a:r>
          </a:p>
        </p:txBody>
      </p:sp>
      <p:grpSp>
        <p:nvGrpSpPr>
          <p:cNvPr id="16" name="asset:KPI-034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55838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5838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4982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27872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7872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7016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906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9906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09050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테두리 카드 · 5카드 · purple_600</a:t>
            </a:r>
          </a:p>
        </p:txBody>
      </p:sp>
      <p:grpSp>
        <p:nvGrpSpPr>
          <p:cNvPr id="19" name="asset:KPI-035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4319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4319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05759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190591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90591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282031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366863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366863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58303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543135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543135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634575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테두리 카드 · 2카드 · navy_600</a:t>
            </a:r>
          </a:p>
        </p:txBody>
      </p:sp>
      <p:grpSp>
        <p:nvGrpSpPr>
          <p:cNvPr id="10" name="asset:KPI-036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489204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7872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78727" y="242316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70167" y="3703320"/>
              <a:ext cx="489204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테두리 카드 · 3카드 · navy_800</a:t>
            </a:r>
          </a:p>
        </p:txBody>
      </p:sp>
      <p:grpSp>
        <p:nvGrpSpPr>
          <p:cNvPr id="13" name="asset:KPI-037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6516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6516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5660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09228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09228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8372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테두리 카드 · 4카드 · blue_500</a:t>
            </a:r>
          </a:p>
        </p:txBody>
      </p:sp>
      <p:grpSp>
        <p:nvGrpSpPr>
          <p:cNvPr id="16" name="asset:KPI-038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55838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5838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4982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27872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7872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7016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906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9906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09050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테두리 카드 · 5카드 · teal_500</a:t>
            </a:r>
          </a:p>
        </p:txBody>
      </p:sp>
      <p:grpSp>
        <p:nvGrpSpPr>
          <p:cNvPr id="19" name="asset:KPI-039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4319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4319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05759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190591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90591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282031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366863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366863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58303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543135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543135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634575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테두리 카드 · 2카드 · cyan_500</a:t>
            </a:r>
          </a:p>
        </p:txBody>
      </p:sp>
      <p:grpSp>
        <p:nvGrpSpPr>
          <p:cNvPr id="10" name="asset:KPI-040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489204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7872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78727" y="242316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70167" y="3703320"/>
              <a:ext cx="489204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테두리 카드 · 3카드 · purple_600</a:t>
            </a:r>
          </a:p>
        </p:txBody>
      </p:sp>
      <p:grpSp>
        <p:nvGrpSpPr>
          <p:cNvPr id="13" name="asset:KPI-041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6516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6516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5660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09228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09228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8372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테두리 카드 · 4카드 · navy_600</a:t>
            </a:r>
          </a:p>
        </p:txBody>
      </p:sp>
      <p:grpSp>
        <p:nvGrpSpPr>
          <p:cNvPr id="16" name="asset:KPI-042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55838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5838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4982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27872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7872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7016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906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9906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09050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테두리 카드 · 5카드 · navy_800</a:t>
            </a:r>
          </a:p>
        </p:txBody>
      </p:sp>
      <p:grpSp>
        <p:nvGrpSpPr>
          <p:cNvPr id="19" name="asset:KPI-043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4319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4319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05759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190591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90591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282031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366863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366863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58303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543135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543135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634575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테두리 카드 · 2카드 · blue_500</a:t>
            </a:r>
          </a:p>
        </p:txBody>
      </p:sp>
      <p:grpSp>
        <p:nvGrpSpPr>
          <p:cNvPr id="10" name="asset:KPI-044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489204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7872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78727" y="242316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70167" y="3703320"/>
              <a:ext cx="489204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