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2카드 · blue_500</a:t>
            </a:r>
          </a:p>
        </p:txBody>
      </p:sp>
      <p:grpSp>
        <p:nvGrpSpPr>
          <p:cNvPr id="10" name="asset:KPI-110"/>
          <p:cNvGrpSpPr/>
          <p:nvPr/>
        </p:nvGrpSpPr>
        <p:grpSpPr>
          <a:xfrm>
            <a:off x="3626967" y="2112264"/>
            <a:ext cx="4937760" cy="2505456"/>
            <a:chOff x="3626967" y="2112264"/>
            <a:chExt cx="4937760" cy="2505456"/>
          </a:xfrm>
        </p:grpSpPr>
        <p:sp>
          <p:nvSpPr>
            <p:cNvPr id="4" name="Oval 3"/>
            <p:cNvSpPr/>
            <p:nvPr/>
          </p:nvSpPr>
          <p:spPr>
            <a:xfrm>
              <a:off x="3727551" y="2112264"/>
              <a:ext cx="1993392" cy="1993392"/>
            </a:xfrm>
            <a:prstGeom prst="ellipse">
              <a:avLst/>
            </a:prstGeom>
            <a:noFill/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809847" y="2194560"/>
              <a:ext cx="1828800" cy="18288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26967" y="4160520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470751" y="2112264"/>
              <a:ext cx="1993392" cy="1993392"/>
            </a:xfrm>
            <a:prstGeom prst="ellipse">
              <a:avLst/>
            </a:prstGeom>
            <a:noFill/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553047" y="2194560"/>
              <a:ext cx="1828800" cy="18288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4160520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3카드 · teal_500</a:t>
            </a:r>
          </a:p>
        </p:txBody>
      </p:sp>
      <p:grpSp>
        <p:nvGrpSpPr>
          <p:cNvPr id="13" name="asset:KPI-111"/>
          <p:cNvGrpSpPr/>
          <p:nvPr/>
        </p:nvGrpSpPr>
        <p:grpSpPr>
          <a:xfrm>
            <a:off x="2712567" y="2112264"/>
            <a:ext cx="6766560" cy="2322576"/>
            <a:chOff x="2712567" y="2112264"/>
            <a:chExt cx="6766560" cy="2322576"/>
          </a:xfrm>
        </p:grpSpPr>
        <p:sp>
          <p:nvSpPr>
            <p:cNvPr id="4" name="Oval 3"/>
            <p:cNvSpPr/>
            <p:nvPr/>
          </p:nvSpPr>
          <p:spPr>
            <a:xfrm>
              <a:off x="2813151" y="211226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895447" y="2194560"/>
              <a:ext cx="1645920" cy="164592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12567" y="397764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190591" y="211226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5272887" y="2194560"/>
              <a:ext cx="1645920" cy="164592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90007" y="397764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68031" y="211226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7650327" y="2194560"/>
              <a:ext cx="1645920" cy="164592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7447" y="397764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4카드 · cyan_500</a:t>
            </a:r>
          </a:p>
        </p:txBody>
      </p:sp>
      <p:grpSp>
        <p:nvGrpSpPr>
          <p:cNvPr id="16" name="asset:KPI-112"/>
          <p:cNvGrpSpPr/>
          <p:nvPr/>
        </p:nvGrpSpPr>
        <p:grpSpPr>
          <a:xfrm>
            <a:off x="2346807" y="2112264"/>
            <a:ext cx="7498080" cy="2048256"/>
            <a:chOff x="2346807" y="2112264"/>
            <a:chExt cx="7498080" cy="2048256"/>
          </a:xfrm>
        </p:grpSpPr>
        <p:sp>
          <p:nvSpPr>
            <p:cNvPr id="4" name="Oval 3"/>
            <p:cNvSpPr/>
            <p:nvPr/>
          </p:nvSpPr>
          <p:spPr>
            <a:xfrm>
              <a:off x="244739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529687" y="2194560"/>
              <a:ext cx="1371600" cy="13716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34680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36763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449927" y="2194560"/>
              <a:ext cx="1371600" cy="13716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6704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28787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370167" y="2194560"/>
              <a:ext cx="1371600" cy="13716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8728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20811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8290407" y="2194560"/>
              <a:ext cx="1371600" cy="13716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0752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5카드 · purple_600</a:t>
            </a:r>
          </a:p>
        </p:txBody>
      </p:sp>
      <p:grpSp>
        <p:nvGrpSpPr>
          <p:cNvPr id="19" name="asset:KPI-113"/>
          <p:cNvGrpSpPr/>
          <p:nvPr/>
        </p:nvGrpSpPr>
        <p:grpSpPr>
          <a:xfrm>
            <a:off x="2232507" y="2112264"/>
            <a:ext cx="7726680" cy="1819656"/>
            <a:chOff x="2232507" y="2112264"/>
            <a:chExt cx="7726680" cy="1819656"/>
          </a:xfrm>
        </p:grpSpPr>
        <p:sp>
          <p:nvSpPr>
            <p:cNvPr id="4" name="Oval 3"/>
            <p:cNvSpPr/>
            <p:nvPr/>
          </p:nvSpPr>
          <p:spPr>
            <a:xfrm>
              <a:off x="233309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415387" y="2194560"/>
              <a:ext cx="1143000" cy="114300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3250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88757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969867" y="2194560"/>
              <a:ext cx="1143000" cy="114300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78698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44205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524347" y="2194560"/>
              <a:ext cx="1143000" cy="114300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4146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699653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7078827" y="2194560"/>
              <a:ext cx="1143000" cy="114300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9594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855101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8633307" y="2194560"/>
              <a:ext cx="1143000" cy="114300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95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5042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2카드 · navy_600</a:t>
            </a:r>
          </a:p>
        </p:txBody>
      </p:sp>
      <p:grpSp>
        <p:nvGrpSpPr>
          <p:cNvPr id="10" name="asset:KPI-114"/>
          <p:cNvGrpSpPr/>
          <p:nvPr/>
        </p:nvGrpSpPr>
        <p:grpSpPr>
          <a:xfrm>
            <a:off x="3626967" y="2112264"/>
            <a:ext cx="4937760" cy="2505456"/>
            <a:chOff x="3626967" y="2112264"/>
            <a:chExt cx="4937760" cy="2505456"/>
          </a:xfrm>
        </p:grpSpPr>
        <p:sp>
          <p:nvSpPr>
            <p:cNvPr id="4" name="Oval 3"/>
            <p:cNvSpPr/>
            <p:nvPr/>
          </p:nvSpPr>
          <p:spPr>
            <a:xfrm>
              <a:off x="3727551" y="2112264"/>
              <a:ext cx="1993392" cy="1993392"/>
            </a:xfrm>
            <a:prstGeom prst="ellipse">
              <a:avLst/>
            </a:prstGeom>
            <a:noFill/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809847" y="2194560"/>
              <a:ext cx="1828800" cy="18288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26967" y="4160520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470751" y="2112264"/>
              <a:ext cx="1993392" cy="1993392"/>
            </a:xfrm>
            <a:prstGeom prst="ellipse">
              <a:avLst/>
            </a:prstGeom>
            <a:noFill/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553047" y="2194560"/>
              <a:ext cx="1828800" cy="18288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4160520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3카드 · navy_800</a:t>
            </a:r>
          </a:p>
        </p:txBody>
      </p:sp>
      <p:grpSp>
        <p:nvGrpSpPr>
          <p:cNvPr id="13" name="asset:KPI-115"/>
          <p:cNvGrpSpPr/>
          <p:nvPr/>
        </p:nvGrpSpPr>
        <p:grpSpPr>
          <a:xfrm>
            <a:off x="2712567" y="2112264"/>
            <a:ext cx="6766560" cy="2322576"/>
            <a:chOff x="2712567" y="2112264"/>
            <a:chExt cx="6766560" cy="2322576"/>
          </a:xfrm>
        </p:grpSpPr>
        <p:sp>
          <p:nvSpPr>
            <p:cNvPr id="4" name="Oval 3"/>
            <p:cNvSpPr/>
            <p:nvPr/>
          </p:nvSpPr>
          <p:spPr>
            <a:xfrm>
              <a:off x="2813151" y="211226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895447" y="2194560"/>
              <a:ext cx="1645920" cy="164592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12567" y="397764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190591" y="211226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5272887" y="2194560"/>
              <a:ext cx="1645920" cy="164592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90007" y="397764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68031" y="211226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7650327" y="2194560"/>
              <a:ext cx="1645920" cy="164592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7447" y="397764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4카드 · blue_500</a:t>
            </a:r>
          </a:p>
        </p:txBody>
      </p:sp>
      <p:grpSp>
        <p:nvGrpSpPr>
          <p:cNvPr id="16" name="asset:KPI-116"/>
          <p:cNvGrpSpPr/>
          <p:nvPr/>
        </p:nvGrpSpPr>
        <p:grpSpPr>
          <a:xfrm>
            <a:off x="2346807" y="2112264"/>
            <a:ext cx="7498080" cy="2048256"/>
            <a:chOff x="2346807" y="2112264"/>
            <a:chExt cx="7498080" cy="2048256"/>
          </a:xfrm>
        </p:grpSpPr>
        <p:sp>
          <p:nvSpPr>
            <p:cNvPr id="4" name="Oval 3"/>
            <p:cNvSpPr/>
            <p:nvPr/>
          </p:nvSpPr>
          <p:spPr>
            <a:xfrm>
              <a:off x="244739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529687" y="2194560"/>
              <a:ext cx="1371600" cy="13716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34680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36763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449927" y="2194560"/>
              <a:ext cx="1371600" cy="13716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6704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28787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370167" y="2194560"/>
              <a:ext cx="1371600" cy="13716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8728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20811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8290407" y="2194560"/>
              <a:ext cx="1371600" cy="13716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0752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5카드 · teal_500</a:t>
            </a:r>
          </a:p>
        </p:txBody>
      </p:sp>
      <p:grpSp>
        <p:nvGrpSpPr>
          <p:cNvPr id="19" name="asset:KPI-117"/>
          <p:cNvGrpSpPr/>
          <p:nvPr/>
        </p:nvGrpSpPr>
        <p:grpSpPr>
          <a:xfrm>
            <a:off x="2232507" y="2112264"/>
            <a:ext cx="7726680" cy="1819656"/>
            <a:chOff x="2232507" y="2112264"/>
            <a:chExt cx="7726680" cy="1819656"/>
          </a:xfrm>
        </p:grpSpPr>
        <p:sp>
          <p:nvSpPr>
            <p:cNvPr id="4" name="Oval 3"/>
            <p:cNvSpPr/>
            <p:nvPr/>
          </p:nvSpPr>
          <p:spPr>
            <a:xfrm>
              <a:off x="233309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415387" y="2194560"/>
              <a:ext cx="1143000" cy="114300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3250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88757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969867" y="2194560"/>
              <a:ext cx="1143000" cy="114300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78698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44205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524347" y="2194560"/>
              <a:ext cx="1143000" cy="114300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4146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699653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7078827" y="2194560"/>
              <a:ext cx="1143000" cy="114300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9594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855101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8633307" y="2194560"/>
              <a:ext cx="1143000" cy="114300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95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5042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2카드 · cyan_500</a:t>
            </a:r>
          </a:p>
        </p:txBody>
      </p:sp>
      <p:grpSp>
        <p:nvGrpSpPr>
          <p:cNvPr id="10" name="asset:KPI-118"/>
          <p:cNvGrpSpPr/>
          <p:nvPr/>
        </p:nvGrpSpPr>
        <p:grpSpPr>
          <a:xfrm>
            <a:off x="3626967" y="2112264"/>
            <a:ext cx="4937760" cy="2505456"/>
            <a:chOff x="3626967" y="2112264"/>
            <a:chExt cx="4937760" cy="2505456"/>
          </a:xfrm>
        </p:grpSpPr>
        <p:sp>
          <p:nvSpPr>
            <p:cNvPr id="4" name="Oval 3"/>
            <p:cNvSpPr/>
            <p:nvPr/>
          </p:nvSpPr>
          <p:spPr>
            <a:xfrm>
              <a:off x="3727551" y="2112264"/>
              <a:ext cx="1993392" cy="1993392"/>
            </a:xfrm>
            <a:prstGeom prst="ellipse">
              <a:avLst/>
            </a:prstGeom>
            <a:noFill/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809847" y="2194560"/>
              <a:ext cx="1828800" cy="18288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26967" y="4160520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470751" y="2112264"/>
              <a:ext cx="1993392" cy="1993392"/>
            </a:xfrm>
            <a:prstGeom prst="ellipse">
              <a:avLst/>
            </a:prstGeom>
            <a:noFill/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553047" y="2194560"/>
              <a:ext cx="1828800" cy="182880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4160520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3카드 · purple_600</a:t>
            </a:r>
          </a:p>
        </p:txBody>
      </p:sp>
      <p:grpSp>
        <p:nvGrpSpPr>
          <p:cNvPr id="13" name="asset:KPI-119"/>
          <p:cNvGrpSpPr/>
          <p:nvPr/>
        </p:nvGrpSpPr>
        <p:grpSpPr>
          <a:xfrm>
            <a:off x="2712567" y="2112264"/>
            <a:ext cx="6766560" cy="2322576"/>
            <a:chOff x="2712567" y="2112264"/>
            <a:chExt cx="6766560" cy="2322576"/>
          </a:xfrm>
        </p:grpSpPr>
        <p:sp>
          <p:nvSpPr>
            <p:cNvPr id="4" name="Oval 3"/>
            <p:cNvSpPr/>
            <p:nvPr/>
          </p:nvSpPr>
          <p:spPr>
            <a:xfrm>
              <a:off x="2813151" y="211226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895447" y="2194560"/>
              <a:ext cx="1645920" cy="164592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712567" y="397764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190591" y="211226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5272887" y="2194560"/>
              <a:ext cx="1645920" cy="164592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090007" y="397764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568031" y="2112264"/>
              <a:ext cx="1810512" cy="1810512"/>
            </a:xfrm>
            <a:prstGeom prst="ellipse">
              <a:avLst/>
            </a:prstGeom>
            <a:noFill/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7650327" y="2194560"/>
              <a:ext cx="1645920" cy="164592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67447" y="3977640"/>
              <a:ext cx="2011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4카드 · navy_600</a:t>
            </a:r>
          </a:p>
        </p:txBody>
      </p:sp>
      <p:grpSp>
        <p:nvGrpSpPr>
          <p:cNvPr id="16" name="asset:KPI-120"/>
          <p:cNvGrpSpPr/>
          <p:nvPr/>
        </p:nvGrpSpPr>
        <p:grpSpPr>
          <a:xfrm>
            <a:off x="2346807" y="2112264"/>
            <a:ext cx="7498080" cy="2048256"/>
            <a:chOff x="2346807" y="2112264"/>
            <a:chExt cx="7498080" cy="2048256"/>
          </a:xfrm>
        </p:grpSpPr>
        <p:sp>
          <p:nvSpPr>
            <p:cNvPr id="4" name="Oval 3"/>
            <p:cNvSpPr/>
            <p:nvPr/>
          </p:nvSpPr>
          <p:spPr>
            <a:xfrm>
              <a:off x="244739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529687" y="2194560"/>
              <a:ext cx="1371600" cy="13716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34680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436763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4449927" y="2194560"/>
              <a:ext cx="1371600" cy="13716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6704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628787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370167" y="2194560"/>
              <a:ext cx="1371600" cy="13716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8728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8208111" y="2112264"/>
              <a:ext cx="1536192" cy="1536192"/>
            </a:xfrm>
            <a:prstGeom prst="ellipse">
              <a:avLst/>
            </a:prstGeom>
            <a:noFill/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8290407" y="2194560"/>
              <a:ext cx="1371600" cy="137160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107527" y="3703320"/>
              <a:ext cx="17373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5카드 · navy_800</a:t>
            </a:r>
          </a:p>
        </p:txBody>
      </p:sp>
      <p:grpSp>
        <p:nvGrpSpPr>
          <p:cNvPr id="19" name="asset:KPI-121"/>
          <p:cNvGrpSpPr/>
          <p:nvPr/>
        </p:nvGrpSpPr>
        <p:grpSpPr>
          <a:xfrm>
            <a:off x="2232507" y="2112264"/>
            <a:ext cx="7726680" cy="1819656"/>
            <a:chOff x="2232507" y="2112264"/>
            <a:chExt cx="7726680" cy="1819656"/>
          </a:xfrm>
        </p:grpSpPr>
        <p:sp>
          <p:nvSpPr>
            <p:cNvPr id="4" name="Oval 3"/>
            <p:cNvSpPr/>
            <p:nvPr/>
          </p:nvSpPr>
          <p:spPr>
            <a:xfrm>
              <a:off x="233309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415387" y="2194560"/>
              <a:ext cx="1143000" cy="114300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223250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388757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969867" y="2194560"/>
              <a:ext cx="1143000" cy="114300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78698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44205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5524347" y="2194560"/>
              <a:ext cx="1143000" cy="114300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4146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699653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Oval 13"/>
            <p:cNvSpPr/>
            <p:nvPr/>
          </p:nvSpPr>
          <p:spPr>
            <a:xfrm>
              <a:off x="7078827" y="2194560"/>
              <a:ext cx="1143000" cy="114300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4.6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89594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8551011" y="2112264"/>
              <a:ext cx="1307592" cy="1307592"/>
            </a:xfrm>
            <a:prstGeom prst="ellipse">
              <a:avLst/>
            </a:prstGeom>
            <a:noFill/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Oval 16"/>
            <p:cNvSpPr/>
            <p:nvPr/>
          </p:nvSpPr>
          <p:spPr>
            <a:xfrm>
              <a:off x="8633307" y="2194560"/>
              <a:ext cx="1143000" cy="114300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95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450427" y="3474720"/>
              <a:ext cx="15087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KPI-122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배지형 지표 · 2카드 · blue_500</a:t>
            </a:r>
          </a:p>
        </p:txBody>
      </p:sp>
      <p:grpSp>
        <p:nvGrpSpPr>
          <p:cNvPr id="10" name="asset:KPI-122"/>
          <p:cNvGrpSpPr/>
          <p:nvPr/>
        </p:nvGrpSpPr>
        <p:grpSpPr>
          <a:xfrm>
            <a:off x="3626967" y="2112264"/>
            <a:ext cx="4937760" cy="2505456"/>
            <a:chOff x="3626967" y="2112264"/>
            <a:chExt cx="4937760" cy="2505456"/>
          </a:xfrm>
        </p:grpSpPr>
        <p:sp>
          <p:nvSpPr>
            <p:cNvPr id="4" name="Oval 3"/>
            <p:cNvSpPr/>
            <p:nvPr/>
          </p:nvSpPr>
          <p:spPr>
            <a:xfrm>
              <a:off x="3727551" y="2112264"/>
              <a:ext cx="1993392" cy="1993392"/>
            </a:xfrm>
            <a:prstGeom prst="ellipse">
              <a:avLst/>
            </a:prstGeom>
            <a:noFill/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809847" y="2194560"/>
              <a:ext cx="1828800" cy="18288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1,000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626967" y="4160520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6470751" y="2112264"/>
              <a:ext cx="1993392" cy="1993392"/>
            </a:xfrm>
            <a:prstGeom prst="ellipse">
              <a:avLst/>
            </a:prstGeom>
            <a:noFill/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553047" y="2194560"/>
              <a:ext cx="1828800" cy="182880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3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40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370167" y="4160520"/>
              <a:ext cx="219456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3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