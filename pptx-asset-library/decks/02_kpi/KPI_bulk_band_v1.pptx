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2카드 · blue_500</a:t>
            </a:r>
          </a:p>
        </p:txBody>
      </p:sp>
      <p:grpSp>
        <p:nvGrpSpPr>
          <p:cNvPr id="11" name="asset:KPI-188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54864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54864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095847" y="2834640"/>
              <a:ext cx="18288" cy="109728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95847" y="2880360"/>
              <a:ext cx="54864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95847" y="3749040"/>
              <a:ext cx="54864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3카드 · teal_500</a:t>
            </a:r>
          </a:p>
        </p:txBody>
      </p:sp>
      <p:grpSp>
        <p:nvGrpSpPr>
          <p:cNvPr id="14" name="asset:KPI-189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36576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267047" y="2834640"/>
              <a:ext cx="18288" cy="109728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67047" y="288036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67047" y="3749040"/>
              <a:ext cx="36576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924647" y="2834640"/>
              <a:ext cx="18288" cy="109728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924647" y="288036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24647" y="3749040"/>
              <a:ext cx="36576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4카드 · cyan_500</a:t>
            </a:r>
          </a:p>
        </p:txBody>
      </p:sp>
      <p:grpSp>
        <p:nvGrpSpPr>
          <p:cNvPr id="17" name="asset:KPI-190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52647" y="2834640"/>
              <a:ext cx="18288" cy="109728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3526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526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095847" y="2834640"/>
              <a:ext cx="18288" cy="109728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958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958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839047" y="2834640"/>
              <a:ext cx="18288" cy="109728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390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390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5카드 · purple_600</a:t>
            </a:r>
          </a:p>
        </p:txBody>
      </p:sp>
      <p:grpSp>
        <p:nvGrpSpPr>
          <p:cNvPr id="20" name="asset:KPI-191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804007" y="2834640"/>
              <a:ext cx="18288" cy="109728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0400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0400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98567" y="2834640"/>
              <a:ext cx="18288" cy="109728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9856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99856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93127" y="2834640"/>
              <a:ext cx="18288" cy="109728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9312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9312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387687" y="2834640"/>
              <a:ext cx="18288" cy="109728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38768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38768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2카드 · navy_600</a:t>
            </a:r>
          </a:p>
        </p:txBody>
      </p:sp>
      <p:grpSp>
        <p:nvGrpSpPr>
          <p:cNvPr id="11" name="asset:KPI-192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54864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54864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095847" y="2834640"/>
              <a:ext cx="18288" cy="10972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95847" y="2880360"/>
              <a:ext cx="54864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95847" y="3749040"/>
              <a:ext cx="54864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3카드 · navy_800</a:t>
            </a:r>
          </a:p>
        </p:txBody>
      </p:sp>
      <p:grpSp>
        <p:nvGrpSpPr>
          <p:cNvPr id="14" name="asset:KPI-193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36576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267047" y="2834640"/>
              <a:ext cx="18288" cy="10972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67047" y="288036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67047" y="3749040"/>
              <a:ext cx="36576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924647" y="2834640"/>
              <a:ext cx="18288" cy="10972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924647" y="288036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24647" y="3749040"/>
              <a:ext cx="36576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4카드 · blue_500</a:t>
            </a:r>
          </a:p>
        </p:txBody>
      </p:sp>
      <p:grpSp>
        <p:nvGrpSpPr>
          <p:cNvPr id="17" name="asset:KPI-194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52647" y="2834640"/>
              <a:ext cx="18288" cy="109728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3526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526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095847" y="2834640"/>
              <a:ext cx="18288" cy="109728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958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958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839047" y="2834640"/>
              <a:ext cx="18288" cy="109728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390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390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5카드 · teal_500</a:t>
            </a:r>
          </a:p>
        </p:txBody>
      </p:sp>
      <p:grpSp>
        <p:nvGrpSpPr>
          <p:cNvPr id="20" name="asset:KPI-195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804007" y="2834640"/>
              <a:ext cx="18288" cy="109728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0400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0400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98567" y="2834640"/>
              <a:ext cx="18288" cy="109728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9856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99856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93127" y="2834640"/>
              <a:ext cx="18288" cy="109728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9312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9312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387687" y="2834640"/>
              <a:ext cx="18288" cy="109728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38768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38768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2카드 · cyan_500</a:t>
            </a:r>
          </a:p>
        </p:txBody>
      </p:sp>
      <p:grpSp>
        <p:nvGrpSpPr>
          <p:cNvPr id="11" name="asset:KPI-196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54864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54864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095847" y="2834640"/>
              <a:ext cx="18288" cy="109728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95847" y="2880360"/>
              <a:ext cx="54864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95847" y="3749040"/>
              <a:ext cx="54864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3카드 · purple_600</a:t>
            </a:r>
          </a:p>
        </p:txBody>
      </p:sp>
      <p:grpSp>
        <p:nvGrpSpPr>
          <p:cNvPr id="14" name="asset:KPI-197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36576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267047" y="2834640"/>
              <a:ext cx="18288" cy="109728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67047" y="288036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67047" y="3749040"/>
              <a:ext cx="36576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924647" y="2834640"/>
              <a:ext cx="18288" cy="109728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924647" y="2880360"/>
              <a:ext cx="36576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24647" y="3749040"/>
              <a:ext cx="36576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4카드 · navy_600</a:t>
            </a:r>
          </a:p>
        </p:txBody>
      </p:sp>
      <p:grpSp>
        <p:nvGrpSpPr>
          <p:cNvPr id="17" name="asset:KPI-198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52647" y="2834640"/>
              <a:ext cx="18288" cy="10972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3526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526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095847" y="2834640"/>
              <a:ext cx="18288" cy="10972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958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958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839047" y="2834640"/>
              <a:ext cx="18288" cy="109728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39047" y="2880360"/>
              <a:ext cx="27432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39047" y="3749040"/>
              <a:ext cx="27432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5카드 · navy_800</a:t>
            </a:r>
          </a:p>
        </p:txBody>
      </p:sp>
      <p:grpSp>
        <p:nvGrpSpPr>
          <p:cNvPr id="20" name="asset:KPI-199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804007" y="2834640"/>
              <a:ext cx="18288" cy="10972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0400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80400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98567" y="2834640"/>
              <a:ext cx="18288" cy="10972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9856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99856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93127" y="2834640"/>
              <a:ext cx="18288" cy="10972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9312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9312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387687" y="2834640"/>
              <a:ext cx="18288" cy="10972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387687" y="2880360"/>
              <a:ext cx="219456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387687" y="3749040"/>
              <a:ext cx="219456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통계 밴드 · 2카드 · blue_500</a:t>
            </a:r>
          </a:p>
        </p:txBody>
      </p:sp>
      <p:grpSp>
        <p:nvGrpSpPr>
          <p:cNvPr id="11" name="asset:KPI-200"/>
          <p:cNvGrpSpPr/>
          <p:nvPr/>
        </p:nvGrpSpPr>
        <p:grpSpPr>
          <a:xfrm>
            <a:off x="609447" y="2468880"/>
            <a:ext cx="10972800" cy="1828800"/>
            <a:chOff x="609447" y="2468880"/>
            <a:chExt cx="10972800" cy="1828800"/>
          </a:xfrm>
        </p:grpSpPr>
        <p:sp>
          <p:nvSpPr>
            <p:cNvPr id="4" name="Rounded Rectangle 3"/>
            <p:cNvSpPr/>
            <p:nvPr/>
          </p:nvSpPr>
          <p:spPr>
            <a:xfrm>
              <a:off x="609447" y="2468880"/>
              <a:ext cx="10972800" cy="1828800"/>
            </a:xfrm>
            <a:prstGeom prst="roundRect">
              <a:avLst>
                <a:gd name="adj" fmla="val 6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9447" y="2468880"/>
              <a:ext cx="10972800" cy="128016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9447" y="2880360"/>
              <a:ext cx="54864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09447" y="3749040"/>
              <a:ext cx="54864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095847" y="2834640"/>
              <a:ext cx="18288" cy="109728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95847" y="2880360"/>
              <a:ext cx="5486400" cy="82296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D9D9D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095847" y="3749040"/>
              <a:ext cx="548640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F2F2F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